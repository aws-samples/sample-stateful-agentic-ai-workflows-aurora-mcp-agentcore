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0.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theme/theme2.xml" ContentType="application/vnd.openxmlformats-officedocument.theme+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theme/theme3.xml" ContentType="application/vnd.openxmlformats-officedocument.theme+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theme/theme4.xml" ContentType="application/vnd.openxmlformats-officedocument.theme+xml"/>
  <Override PartName="/ppt/slideLayouts/slideLayout156.xml" ContentType="application/vnd.openxmlformats-officedocument.presentationml.slideLayout+xml"/>
  <Override PartName="/ppt/theme/theme5.xml" ContentType="application/vnd.openxmlformats-officedocument.theme+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notesSlides/notesSlide1001.xml" ContentType="application/vnd.openxmlformats-officedocument.presentationml.notesSlide+xml"/>
  <Override PartName="/ppt/notesSlides/notesSlide1037.xml" ContentType="application/vnd.openxmlformats-officedocument.presentationml.notesSlide+xml"/>
  <Override PartName="/ppt/notesSlides/notesSlide1003.xml" ContentType="application/vnd.openxmlformats-officedocument.presentationml.notesSlide+xml"/>
  <Override PartName="/ppt/notesSlides/notesSlide1002.xml" ContentType="application/vnd.openxmlformats-officedocument.presentationml.notesSlide+xml"/>
  <Override PartName="/ppt/notesSlides/notesSlide1005.xml" ContentType="application/vnd.openxmlformats-officedocument.presentationml.notesSlide+xml"/>
  <Override PartName="/ppt/notesSlides/notesSlide1021.xml" ContentType="application/vnd.openxmlformats-officedocument.presentationml.notesSlide+xml"/>
  <Override PartName="/ppt/notesSlides/notesSlide1026.xml" ContentType="application/vnd.openxmlformats-officedocument.presentationml.notesSlide+xml"/>
  <Override PartName="/ppt/notesSlides/notesSlide1031.xml" ContentType="application/vnd.openxmlformats-officedocument.presentationml.notesSlide+xml"/>
  <Override PartName="/ppt/notesSlides/notesSlide1006.xml" ContentType="application/vnd.openxmlformats-officedocument.presentationml.notesSlide+xml"/>
  <Override PartName="/ppt/notesSlides/notesSlide1019.xml" ContentType="application/vnd.openxmlformats-officedocument.presentationml.notesSlide+xml"/>
  <Override PartName="/ppt/notesSlides/notesSlide1024.xml" ContentType="application/vnd.openxmlformats-officedocument.presentationml.notesSlide+xml"/>
  <Override PartName="/ppt/notesSlides/notesSlide1023.xml" ContentType="application/vnd.openxmlformats-officedocument.presentationml.notesSlide+xml"/>
  <Override PartName="/ppt/notesSlides/notesSlide1029.xml" ContentType="application/vnd.openxmlformats-officedocument.presentationml.notesSlide+xml"/>
  <Override PartName="/ppt/notesSlides/notesSlide1028.xml" ContentType="application/vnd.openxmlformats-officedocument.presentationml.notesSlide+xml"/>
  <Override PartName="/ppt/notesSlides/notesSlide1030.xml" ContentType="application/vnd.openxmlformats-officedocument.presentationml.notesSlide+xml"/>
  <Override PartName="/ppt/notesSlides/notesSlide1033.xml" ContentType="application/vnd.openxmlformats-officedocument.presentationml.notesSlide+xml"/>
  <Override PartName="/ppt/notesSlides/notesSlide1034.xml" ContentType="application/vnd.openxmlformats-officedocument.presentationml.notesSlide+xml"/>
  <Override PartName="/ppt/notesSlides/notesSlide1004.xml" ContentType="application/vnd.openxmlformats-officedocument.presentationml.notesSlide+xml"/>
  <Override PartName="/ppt/notesSlides/notesSlide1022.xml" ContentType="application/vnd.openxmlformats-officedocument.presentationml.notesSlide+xml"/>
  <Override PartName="/ppt/notesSlides/notesSlide1025.xml" ContentType="application/vnd.openxmlformats-officedocument.presentationml.notesSlide+xml"/>
  <Override PartName="/ppt/notesSlides/notesSlide1032.xml" ContentType="application/vnd.openxmlformats-officedocument.presentationml.notesSlide+xml"/>
  <Override PartName="/ppt/notesSlides/notesSlide1038.xml" ContentType="application/vnd.openxmlformats-officedocument.presentationml.notesSlide+xml"/>
  <Override PartName="/ppt/notesSlides/notesSlide1035.xml" ContentType="application/vnd.openxmlformats-officedocument.presentationml.notesSlide+xml"/>
  <Override PartName="/ppt/notesSlides/notesSlide1040.xml" ContentType="application/vnd.openxmlformats-officedocument.presentationml.notesSlide+xml"/>
  <Override PartName="/ppt/notesSlides/notesSlide1043.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9" r:id="rId4"/>
    <p:sldMasterId id="2147484120" r:id="rId5"/>
    <p:sldMasterId id="2147484157" r:id="rId6"/>
    <p:sldMasterId id="2147484194" r:id="rId7"/>
    <p:sldMasterId id="2147484229" r:id="rId8"/>
    <p:sldMasterId id="2147484231" r:id="rId9"/>
  </p:sldMasterIdLst>
  <p:notesMasterIdLst>
    <p:notesMasterId r:id="rId55"/>
  </p:notesMasterIdLst>
  <p:handoutMasterIdLst>
    <p:handoutMasterId r:id="rId56"/>
  </p:handoutMasterIdLst>
  <p:sldIdLst>
    <p:sldId id="2147478889" r:id="rId10"/>
    <p:sldId id="441" r:id="rId12"/>
    <p:sldId id="2147483436" r:id="rId11"/>
    <p:sldId id="478" r:id="rId14"/>
    <p:sldId id="2147483402" r:id="rId15"/>
    <p:sldId id="2147483425" r:id="rId28"/>
    <p:sldId id="261" r:id="rId30"/>
    <p:sldId id="2147478896" r:id="rId33"/>
    <p:sldId id="265" r:id="rId32"/>
    <p:sldId id="262" r:id="rId35"/>
    <p:sldId id="2147478891" r:id="rId38"/>
    <p:sldId id="2147483411" r:id="rId37"/>
    <p:sldId id="278" r:id="rId39"/>
    <p:sldId id="2147483429" r:id="rId40"/>
    <p:sldId id="263" r:id="rId42"/>
    <p:sldId id="2147483435" r:id="rId43"/>
    <p:sldId id="260" r:id="rId13"/>
    <p:sldId id="2147483410" r:id="rId31"/>
    <p:sldId id="2147483418" r:id="rId34"/>
    <p:sldId id="535" r:id="rId41"/>
    <p:sldId id="2147483605" r:id="rId47"/>
    <p:sldId id="259" r:id="rId44"/>
    <p:sldId id="607" r:id="rId46"/>
    <p:sldId id="2147483607" r:id="rId49"/>
    <p:sldId id="2147483426"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0B1E966-6961-0F50-8DB6-07965753986E}" name="Emily Zheng" initials="EZ" userId="S::emilyz@2a.consulting::f82caf59-4d99-4b56-845f-be5499779ccb" providerId="AD"/>
  <p188:author id="{E6E8B87A-35F3-49FE-E419-F5DEA76C1124}" name="Ashley Velazquez" initials="AV" userId="S::ashley@2a.consulting::27459dca-8b52-4cc1-803a-85614ebbc311" providerId="AD"/>
  <p188:author id="{495FC490-5893-5148-2CEE-DF14FA24C1F2}" name="Julianne Medenblik" initials="JM" userId="S::julianne@2a.consulting::ce83422f-0c59-4c8a-92c2-5f799f37350a" providerId="AD"/>
  <p188:author id="{B47D1797-3C58-93F2-7A13-61CB28D74573}" name="Olivia Witt" initials="OW" userId="S::Olivia@2a.consulting::b2c89e3c-57a0-4260-818b-d6c94110166d" providerId="AD"/>
  <p188:author id="{3B25209F-F647-DB31-479D-5D150D45701C}" name="Sarah Silva" initials="SS" userId="S::sarah@2a.consulting::c5438fce-4105-481a-92ae-1da751e199b6" providerId="AD"/>
  <p188:author id="{1A7C51AB-2E0C-E736-49D8-5D39035CDDB3}" name="Thad Allen" initials="TA" userId="S::Thad@2a.consulting::98f32c8c-fee0-4a69-a934-b7883cb118a7" providerId="AD"/>
  <p188:author id="{3BC929E5-C3D9-C54A-E1F4-976C3F59A026}" name="Michelle Francis" initials="MF" userId="Michelle Francis"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1D25"/>
    <a:srgbClr val="00004C"/>
    <a:srgbClr val="161D26"/>
    <a:srgbClr val="0F1520"/>
    <a:srgbClr val="151D26"/>
    <a:srgbClr val="42B4FF"/>
    <a:srgbClr val="000000"/>
    <a:srgbClr val="161E2D"/>
    <a:srgbClr val="232F3E"/>
    <a:srgbClr val="1117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600"/>
    <p:restoredTop sz="97708"/>
  </p:normalViewPr>
  <p:slideViewPr>
    <p:cSldViewPr snapToGrid="0">
      <p:cViewPr varScale="1">
        <p:scale>
          <a:sx n="138" d="100"/>
          <a:sy n="138" d="100"/>
        </p:scale>
        <p:origin x="5416" y="3072"/>
      </p:cViewPr>
      <p:guideLst/>
    </p:cSldViewPr>
  </p:slideViewPr>
  <p:notesTextViewPr>
    <p:cViewPr>
      <p:scale>
        <a:sx n="1" d="1"/>
        <a:sy n="1" d="1"/>
      </p:scale>
      <p:origin x="0" y="0"/>
    </p:cViewPr>
  </p:notesTextViewPr>
  <p:sorterViewPr>
    <p:cViewPr>
      <p:scale>
        <a:sx n="100" d="100"/>
        <a:sy n="100" d="100"/>
      </p:scale>
      <p:origin x="0" y="-4194"/>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4.xml"/><Relationship Id="rId39" Type="http://schemas.openxmlformats.org/officeDocument/2006/relationships/slide" Target="slides/slide30.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5" Type="http://schemas.openxmlformats.org/officeDocument/2006/relationships/notesMaster" Target="notesMasters/notesMaster1.xml"/><Relationship Id="rId7" Type="http://schemas.openxmlformats.org/officeDocument/2006/relationships/slideMaster" Target="slideMasters/slideMaster4.xml"/><Relationship Id="rId2" Type="http://schemas.openxmlformats.org/officeDocument/2006/relationships/customXml" Target="../customXml/item2.xml"/><Relationship Id="rId11" Type="http://schemas.openxmlformats.org/officeDocument/2006/relationships/slide" Target="slides/slide2.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58" Type="http://schemas.openxmlformats.org/officeDocument/2006/relationships/viewProps" Target="viewProps.xml"/><Relationship Id="rId5" Type="http://schemas.openxmlformats.org/officeDocument/2006/relationships/slideMaster" Target="slideMasters/slideMaster2.xml"/><Relationship Id="rId61" Type="http://schemas.microsoft.com/office/2018/10/relationships/authors" Target="authors.xml"/><Relationship Id="rId14" Type="http://schemas.openxmlformats.org/officeDocument/2006/relationships/slide" Target="slides/slide5.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56" Type="http://schemas.openxmlformats.org/officeDocument/2006/relationships/handoutMaster" Target="handoutMasters/handoutMaster1.xml"/><Relationship Id="rId8" Type="http://schemas.openxmlformats.org/officeDocument/2006/relationships/slideMaster" Target="slideMasters/slideMaster5.xml"/><Relationship Id="rId3" Type="http://schemas.openxmlformats.org/officeDocument/2006/relationships/customXml" Target="../customXml/item3.xml"/><Relationship Id="rId12" Type="http://schemas.openxmlformats.org/officeDocument/2006/relationships/slide" Target="slides/slide3.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59" Type="http://schemas.openxmlformats.org/officeDocument/2006/relationships/theme" Target="theme/theme1.xml"/><Relationship Id="rId41" Type="http://schemas.openxmlformats.org/officeDocument/2006/relationships/slide" Target="slides/slide32.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8" Type="http://schemas.openxmlformats.org/officeDocument/2006/relationships/slide" Target="slides/slide19.xml"/><Relationship Id="rId49" Type="http://schemas.openxmlformats.org/officeDocument/2006/relationships/slide" Target="slides/slide40.xml"/><Relationship Id="rId57" Type="http://schemas.openxmlformats.org/officeDocument/2006/relationships/presProps" Target="presProps.xml"/><Relationship Id="rId10" Type="http://schemas.openxmlformats.org/officeDocument/2006/relationships/slide" Target="slides/slide1.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slide" Target="slides/slide43.xml"/><Relationship Id="rId6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Master" Target="slideMasters/slideMaster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109889A-270F-B6E5-3972-50E5E524726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1028168-7E2B-F626-57B5-32EE17174CD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4264C6C-A75F-4F4B-983B-561CAC384A89}" type="datetimeFigureOut">
              <a:rPr lang="en-US" smtClean="0"/>
              <a:t>5/31/26</a:t>
            </a:fld>
            <a:endParaRPr lang="en-US"/>
          </a:p>
        </p:txBody>
      </p:sp>
      <p:sp>
        <p:nvSpPr>
          <p:cNvPr id="4" name="Footer Placeholder 3">
            <a:extLst>
              <a:ext uri="{FF2B5EF4-FFF2-40B4-BE49-F238E27FC236}">
                <a16:creationId xmlns:a16="http://schemas.microsoft.com/office/drawing/2014/main" id="{4B2EDBBA-8B98-DADA-0E7B-B3B8BA50DD0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C6926BD-6BEF-4459-AB9E-AA5FEF3EA66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748BA5-07AE-424D-88E6-9F6246581C75}" type="slidenum">
              <a:rPr lang="en-US" smtClean="0"/>
              <a:t>‹#›</a:t>
            </a:fld>
            <a:endParaRPr lang="en-US"/>
          </a:p>
        </p:txBody>
      </p:sp>
    </p:spTree>
    <p:extLst>
      <p:ext uri="{BB962C8B-B14F-4D97-AF65-F5344CB8AC3E}">
        <p14:creationId xmlns:p14="http://schemas.microsoft.com/office/powerpoint/2010/main" val="181577697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ECC8E03-5825-4C42-8DC2-B65F04B88FE7}" type="datetimeFigureOut">
              <a:rPr lang="en-US" smtClean="0"/>
              <a:t>5/31/26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4F0C1F-993A-6847-8031-A71E46B1E58F}" type="slidenum">
              <a:rPr lang="en-US" smtClean="0"/>
              <a:t>‹#›</a:t>
            </a:fld>
            <a:endParaRPr lang="en-US"/>
          </a:p>
        </p:txBody>
      </p:sp>
    </p:spTree>
    <p:extLst>
      <p:ext uri="{BB962C8B-B14F-4D97-AF65-F5344CB8AC3E}">
        <p14:creationId xmlns:p14="http://schemas.microsoft.com/office/powerpoint/2010/main" val="2518635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01.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02.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03.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04.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05.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06.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19.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21.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22.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23.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24.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25.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26.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28.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29.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30.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31.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32.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033.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34.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35.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37.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038.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40.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43.xml.rel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0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0:00–0:30. Updated from the user-approved DAT301-R Toronto deck. 60-minute slot: 40-minute core plus 20 minutes discussion/flex. No re:Invent session code has been assigned in this source. Demo inventory is fictional. Central takeaway: persist context, workflow progress and business records at distinct boundaries.</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2:00–4:00. Whiteboard three stores and three boundaries. Timing checkpoints: leave SQL/MCP/retrieval at minute 12; begin recovery at 20; evidence at 32; takeaways at 37. Reserve 20 minutes for audience discussion and service latency. Estimates are a delivery plan, not a timed rehearsal.</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0:30–2:00. Describe Alex as a fictional traveler; this is not a production customer scale story. The original 500K trips/day and 10,000x claims were illustrative and have been removed. Point to the returned traveler brief. Package reservations affect Meridian Aurora rows only: no flight seat, supplier contact or payment. Screenshot is dated evidence of the local build, not a live slide or hosted parity claim.</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27:00–29:00. A timeout is ambiguous about whether a write committed. Do not send a fresh business request blindly. Browser Stop waiting stops the wait, not the server action. scripts/lost_response_demo.py deliberately drops a real committed reply; scripts/kill_and_resume_demo.py SIGKILLs its own worker. Both clean only their unique records. Distinguish these fault injections from the ordinary UI pause.</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4:00. These are configured teaching paths, not universal limits of SQL, MCP or Strands.</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4:30–6:00. Capability ladder → SQL → City trips under $2,000. Open SQL trace and point to bound parameters. This fast demo route uses deterministic parameterized SQL in backend/routers/chat.py; the separate Strands SQLAgent is reference code. SQL is capable of more than this configured exercise. Stretch: Compare trips in euros; expect the switch-to-MCP message and no invented conversions. SQL response measured 53 ms in the browser validation; timing is environment-specific.</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6:00–8:00. MCP → Compare trips in euros. The comparison/currency prompt invokes meridian-concierge, not two servers. postgres-mcp-server 1.0.9 supports the separate SQL path. Currency conversion uses the configured demonstration rates; do not call it a live market quote. loyalty_balance now uses the workload grant and RLS scope. Evidence: named tool inputs/results. Live HTTP comparison measured 2.756 seconds in this review.</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approximately 8:00. Limit retrieval detail to the visible rank change and live duration check.</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29:00–32:00. Inspect migration 008 create_courtesy_hold and hold_requests unique identity. Terms are normalized and fingerprinted; a mismatched replay fails. The inventory row lock prevents overselling and the execution lease prevents a stale worker writing. Checkpoints and the hold are separate transactions; the stable intent bridges the failure window. No payment or supplier side effect is included in this guarantee. Current live suite exercises concurrency, rollback, capacity and replay.</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10:00–12:00. The Retrieval supervisor dispatches read-only specialists. The legacy BookingAgent name is a read-only availability role; it is not permission to book. The revised diagram removes the old process_booking_tool write claim. Ask for saved preferences: this configured phase must say to switch to Production. Booking writes require the managed Runtime/Gateway path.</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8:00–10:00. Retrieval → Romantic wine-country villa. Show scores and observed order; animation is a replay of returned data, not a measured execution timeline. Do not claim a fixed precision improvement or universal top-K count. Live review: 21.659 seconds, valid rerank metadata. Safe fallback returns hybrid ordering with a visible disclosure; it must not claim reranking ran. Inspect backend/routers/chat.py and backend/search_utils.py.</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32:00–35:00. System evidence has Checkpoint, Authorization and Business result tabs. Source records drive the claims; absence must say unavailable. Current separate fault proof: jrn_65911cce9cac, thread demo-d8dbd1a5b5, first worker worker-fd9a1f4e SIGKILL exit -9, new worker resumed, hold_c863973e50c2 retained exactly once and original expiry. Those rows were cleaned; the log is dated execution evidence, not a currently live saved journey. Browser handoff separately confirmed hold_276e428b4950, $3,898. Screenshots and logs are dated local-build proof, not hosted parity.</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12:00. Transition from finding a trip to who can act on it.</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15:00–17:00. HTTP bearer/basic viewer access, AWS workload identity, Cedar and RLS are separate boundaries. The demo uses IAM workload grants; AgentCore Identity is not enabled as an end-user identity service. Runtime hooks overwrite model-provided identity, confirmation and budget fields. Gateway IAM callers remain a trusted boundary: Cedar cannot know whether an arbitrary privileged caller lied about application-supplied confirmation. See backend/http_auth.py, turn_trace.py and gateway Lambda _authorize.</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12:30–15:00. Phase 4 owns its AgentCore Memory session; backend persist_turn mirrors permitted turns to Aurora. Conversation recall is not a LangGraph checkpoint. The single-presenter sample binds its shared browser principal to Alex; it is not a multi-user sign-in product. Inspect backend/memory/store.py and runtime main.py. Recall JFK, shellfish exclusion and budget; turn memory off and verify no profile recall.</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17:00–20:00. Policy mode must be ENFORCE, not LOG_ONLY. Show one unconfirmed or over-budget refusal, then use the recovery hold for the positive permit. Workflow holds last 15 minutes; direct Concierge holds last 12 hours. Confirmation books catalog inventory only. Never reduce the party size or budget merely to retry a denial secretly. Source: agentcore/agentcore.json, migrations 008 and 010. Official policy permissions: https://docs.aws.amazon.com/bedrock-agentcore/latest/devguide/policy-permissions.html</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20:00. The recovery and transaction boundary is the central payoff; cut optional branches before compressing this section.</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35:00–37:00. Static IAM inspection does not prove new deployment permissions. Existing Aurora was observed unencrypted with deletion protection off; this review did not migrate it. New provisioning source now requests encryption, but a fresh infrastructure deployment and end-to-end teardown were not authorized. Hosted CloudFront/App Runner remain older than this source. Cfn-lint reports nonmaterial generated dependency warnings separately. Do not state that clean local tests prove fresh environment or room readiness.</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20:00–23:00. Workflow runs in the FastAPI worker, not inside AgentCore Runtime. Default demo path is AuroraDataApiSaver over RDS Data API, not PostgresSaver over a live TCP session. Checkpoints use checkpoints, checkpoint_blobs and checkpoint_writes. Lease heartbeat fences stale workers; the Lambda checks an executionId before a hold. Walk source execution.py → workflow.py → hold_intent.py. Do not claim arbitrary long-lived checkpoints imply all external effects are exactly once.</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23:00–27:00. Exact input: My JFK-to-Tokyo flight was canceled. Rework the trip, then check duration availability for the best three options. Start recovery; read the durable checkpoint; reload; resume. API measured pause 7.505 seconds and resume 17.773 seconds in this review. Preserve the thread URL. Browser run jrn_cddc6e6b1e7f resumed on the same worker; its screenshot does not prove replacement. Required browser verification: one hold receipt, original expiry and saved checkpoint.</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39:00–40:00. Source: https://github.com/aws-samples/sample-stateful-agentic-ai-workflows-aurora-mcp-agentcore . Official docs: https://docs.aws.amazon.com/bedrock-agentcore/latest/devguide/policy-core-concepts.html and https://docs.aws.amazon.com/AmazonRDS/latest/AuroraUserGuide/data-api.html . The expired June hackathon and unrelated workshop QR were removed. Refer to the tracked readiness report for tested identities and unresolved gates. No Workshop Studio publication applies to this chalk talk.</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closes at minute 40. Ask: where will you put the authorization check, checkpoint and business transaction? The following two slides are optional discussion material. Automated tests do not establish timed human delivery or physical room readiness.</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CORE: 37:00–39:00. Ask the room to place a checkpoint and a business transaction in their own architecture. Repeat: state belongs to the journey; decisions stay inspectable. The next resource slide is brief, then thank the room and use the remaining 20 minutes for Q&amp;A. Optional direct hold/confirmation and the second fault are cuttable, not required inside the 40-minute core.</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OPTIONAL Q&amp;A. Exact commands and reset instructions are in docs/PRESENTER_RUNBOOK_2026-09-19.md. Never run initialization or a full seed against the existing demo database. A targeted release_demo_bookings.py --booking-id is available after dry-run. Fallback: label a dated capture or source walkthrough explicitly. Human checks still required: timed 40-minute delivery, 20-minute discussion reserve, projector contrast/zoom, back-row readability, keyboard/fullscreen, audio if used and network fallback.</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notesSlides/notesSlide10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OPTIONAL Q&amp;A. Dogwood is discussed in the source briefing as an assessment, not enabled in this application. Do not present a roadmap possibility as shipped. Keep dynamic service feature claims grounded in current official documentation at delivery time. See https://docs.aws.amazon.com/bedrock-agentcore/latest/devguide/policy-core-concepts.html . This source does not deploy temporal policy or online model-judge evaluators.</a:t>
            </a:r>
          </a:p>
        </p:txBody>
      </p:sp>
      <p:sp>
        <p:nvSpPr>
          <p:cNvPr id="4" name="Slide Number Placeholder 3"/>
          <p:cNvSpPr>
            <a:spLocks noGrp="1"/>
          </p:cNvSpPr>
          <p:nvPr>
            <p:ph type="sldNum" sz="quarter" idx="5"/>
          </p:nvPr>
        </p:nvSpPr>
        <p:spPr/>
        <p:txBody>
          <a:bodyPr/>
          <a:lstStyle/>
          <a:p>
            <a:fld id="{614F0C1F-993A-6847-8031-A71E46B1E58F}" type="slidenum">
              <a:rPr lang="en-US" smtClean="0"/>
              <a:t>1</a:t>
            </a:fld>
            <a:endParaRPr lang="en-US"/>
          </a:p>
        </p:txBody>
      </p:sp>
    </p:spTree>
    <p:extLst>
      <p:ext uri="{BB962C8B-B14F-4D97-AF65-F5344CB8AC3E}">
        <p14:creationId xmlns:p14="http://schemas.microsoft.com/office/powerpoint/2010/main" val="65895680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jpe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5.jpe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14.sv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4.jpe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jp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jpg"/><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jp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jpeg"/><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14.svg"/><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4.jpeg"/><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jpg"/><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jpg"/><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jpg"/><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jpeg"/><Relationship Id="rId1" Type="http://schemas.openxmlformats.org/officeDocument/2006/relationships/slideMaster" Target="../slideMasters/slideMaster4.xml"/></Relationships>
</file>

<file path=ppt/slideLayouts/_rels/slideLayout12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4.xml"/></Relationships>
</file>

<file path=ppt/slideLayouts/_rels/slideLayout12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4.xml"/></Relationships>
</file>

<file path=ppt/slideLayouts/_rels/slideLayout12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5.jpeg"/><Relationship Id="rId1" Type="http://schemas.openxmlformats.org/officeDocument/2006/relationships/slideMaster" Target="../slideMasters/slideMaster4.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4.xml"/></Relationships>
</file>

<file path=ppt/slideLayouts/_rels/slideLayout12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14.svg"/><Relationship Id="rId1" Type="http://schemas.openxmlformats.org/officeDocument/2006/relationships/slideMaster" Target="../slideMasters/slideMaster4.xml"/></Relationships>
</file>

<file path=ppt/slideLayouts/_rels/slideLayout12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4.jpeg"/><Relationship Id="rId1" Type="http://schemas.openxmlformats.org/officeDocument/2006/relationships/slideMaster" Target="../slideMasters/slideMaster4.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4.xml"/></Relationships>
</file>

<file path=ppt/slideLayouts/_rels/slideLayout148.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4.xml"/></Relationships>
</file>

<file path=ppt/slideLayouts/_rels/slideLayout14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jpg"/><Relationship Id="rId1" Type="http://schemas.openxmlformats.org/officeDocument/2006/relationships/slideMaster" Target="../slideMasters/slideMaster4.xml"/></Relationships>
</file>

<file path=ppt/slideLayouts/_rels/slideLayout15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4.xml"/></Relationships>
</file>

<file path=ppt/slideLayouts/_rels/slideLayout15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jpg"/><Relationship Id="rId1" Type="http://schemas.openxmlformats.org/officeDocument/2006/relationships/slideMaster" Target="../slideMasters/slideMaster4.xml"/></Relationships>
</file>

<file path=ppt/slideLayouts/_rels/slideLayout15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2.jpeg"/><Relationship Id="rId1" Type="http://schemas.openxmlformats.org/officeDocument/2006/relationships/slideMaster" Target="../slideMasters/slideMaster4.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4.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Master" Target="../slideMasters/slideMaster4.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7.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jpeg"/><Relationship Id="rId1" Type="http://schemas.openxmlformats.org/officeDocument/2006/relationships/slideMaster" Target="../slideMasters/slideMaster6.xml"/></Relationships>
</file>

<file path=ppt/slideLayouts/_rels/slideLayout158.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6.xml"/></Relationships>
</file>

<file path=ppt/slideLayouts/_rels/slideLayout159.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2.jpeg"/><Relationship Id="rId1" Type="http://schemas.openxmlformats.org/officeDocument/2006/relationships/slideMaster" Target="../slideMasters/slideMaster6.xml"/></Relationships>
</file>

<file path=ppt/slideLayouts/_rels/slideLayout160.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15.jpeg"/><Relationship Id="rId1" Type="http://schemas.openxmlformats.org/officeDocument/2006/relationships/slideMaster" Target="../slideMasters/slideMaster6.xml"/></Relationships>
</file>

<file path=ppt/slideLayouts/_rels/slideLayout161.xml.rels><?xml version="1.0" encoding="UTF-8" standalone="yes"?>
<Relationships xmlns="http://schemas.openxmlformats.org/package/2006/relationships"><Relationship Id="rId2" Type="http://schemas.openxmlformats.org/officeDocument/2006/relationships/image" Target="../media/image30.svg"/><Relationship Id="rId1" Type="http://schemas.openxmlformats.org/officeDocument/2006/relationships/slideMaster" Target="../slideMasters/slideMaster6.xml"/></Relationships>
</file>

<file path=ppt/slideLayouts/_rels/slideLayout16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14.svg"/><Relationship Id="rId1" Type="http://schemas.openxmlformats.org/officeDocument/2006/relationships/slideMaster" Target="../slideMasters/slideMaster6.xml"/></Relationships>
</file>

<file path=ppt/slideLayouts/_rels/slideLayout16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Master" Target="../slideMasters/slideMaster6.xml"/></Relationships>
</file>

<file path=ppt/slideLayouts/_rels/slideLayout164.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6.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6.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2.jpeg"/><Relationship Id="rId1" Type="http://schemas.openxmlformats.org/officeDocument/2006/relationships/slideMaster" Target="../slideMasters/slideMaster6.xml"/></Relationships>
</file>

<file path=ppt/slideLayouts/_rels/slideLayout197.xml.rels><?xml version="1.0" encoding="UTF-8" standalone="yes"?>
<Relationships xmlns="http://schemas.openxmlformats.org/package/2006/relationships"><Relationship Id="rId2" Type="http://schemas.openxmlformats.org/officeDocument/2006/relationships/image" Target="../media/image30.svg"/><Relationship Id="rId1" Type="http://schemas.openxmlformats.org/officeDocument/2006/relationships/slideMaster" Target="../slideMasters/slideMaster6.xml"/></Relationships>
</file>

<file path=ppt/slideLayouts/_rels/slideLayout198.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5.jpg"/><Relationship Id="rId1" Type="http://schemas.openxmlformats.org/officeDocument/2006/relationships/slideMaster" Target="../slideMasters/slideMaster6.xml"/></Relationships>
</file>

<file path=ppt/slideLayouts/_rels/slideLayout199.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2.jpeg"/><Relationship Id="rId1" Type="http://schemas.openxmlformats.org/officeDocument/2006/relationships/slideMaster" Target="../slideMasters/slideMaster6.xml"/></Relationships>
</file>

<file path=ppt/slideLayouts/_rels/slideLayout200.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5.jpg"/><Relationship Id="rId1" Type="http://schemas.openxmlformats.org/officeDocument/2006/relationships/slideMaster" Target="../slideMasters/slideMaster6.xml"/></Relationships>
</file>

<file path=ppt/slideLayouts/_rels/slideLayout201.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2.jpe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Walk In_Event Title">
    <p:bg>
      <p:bgPr>
        <a:solidFill>
          <a:schemeClr val="bg1"/>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51D4A9EF-39A9-88DE-E1CB-1F5F6DD95004}"/>
              </a:ext>
            </a:extLst>
          </p:cNvPr>
          <p:cNvSpPr txBox="1">
            <a:spLocks noChangeArrowheads="1"/>
          </p:cNvSpPr>
          <p:nvPr userDrawn="1"/>
        </p:nvSpPr>
        <p:spPr bwMode="white">
          <a:xfrm>
            <a:off x="419101"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2" name="Picture 1">
            <a:extLst>
              <a:ext uri="{FF2B5EF4-FFF2-40B4-BE49-F238E27FC236}">
                <a16:creationId xmlns:a16="http://schemas.microsoft.com/office/drawing/2014/main" id="{2FC9EB7C-8C08-E38A-FABD-6D57EC17934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pic>
        <p:nvPicPr>
          <p:cNvPr id="5" name="Picture 4">
            <a:extLst>
              <a:ext uri="{FF2B5EF4-FFF2-40B4-BE49-F238E27FC236}">
                <a16:creationId xmlns:a16="http://schemas.microsoft.com/office/drawing/2014/main" id="{5FC3149A-0B9F-A140-0717-F8AFD7C5055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600" y="2214366"/>
            <a:ext cx="4075134" cy="409627"/>
          </a:xfrm>
          <a:prstGeom prst="rect">
            <a:avLst/>
          </a:prstGeom>
        </p:spPr>
      </p:pic>
      <p:sp>
        <p:nvSpPr>
          <p:cNvPr id="6" name="Text Placeholder 9">
            <a:extLst>
              <a:ext uri="{FF2B5EF4-FFF2-40B4-BE49-F238E27FC236}">
                <a16:creationId xmlns:a16="http://schemas.microsoft.com/office/drawing/2014/main" id="{6E9B519D-E4DC-2DC9-10F9-89D5A47EC039}"/>
              </a:ext>
            </a:extLst>
          </p:cNvPr>
          <p:cNvSpPr>
            <a:spLocks noGrp="1"/>
          </p:cNvSpPr>
          <p:nvPr>
            <p:ph type="body" sz="quarter" idx="12" hasCustomPrompt="1"/>
          </p:nvPr>
        </p:nvSpPr>
        <p:spPr>
          <a:xfrm>
            <a:off x="609600" y="1668779"/>
            <a:ext cx="5486400" cy="272161"/>
          </a:xfrm>
        </p:spPr>
        <p:txBody>
          <a:bodyPr/>
          <a:lstStyle>
            <a:lvl1pPr marL="0" indent="0">
              <a:buNone/>
              <a:defRPr sz="1200" b="0" spc="300" baseline="0">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LOCATION | MONTH DD, 2026</a:t>
            </a:r>
          </a:p>
        </p:txBody>
      </p:sp>
      <p:sp>
        <p:nvSpPr>
          <p:cNvPr id="10" name="TextBox 3">
            <a:extLst>
              <a:ext uri="{FF2B5EF4-FFF2-40B4-BE49-F238E27FC236}">
                <a16:creationId xmlns:a16="http://schemas.microsoft.com/office/drawing/2014/main" id="{2597C28D-FBCC-2424-D102-6210C5A11516}"/>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426499743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360">
          <p15:clr>
            <a:srgbClr val="FBAE40"/>
          </p15:clr>
        </p15:guide>
        <p15:guide id="4" pos="7320">
          <p15:clr>
            <a:srgbClr val="FBAE40"/>
          </p15:clr>
        </p15:guide>
        <p15:guide id="7" orient="horz" pos="360">
          <p15:clr>
            <a:srgbClr val="FBAE40"/>
          </p15:clr>
        </p15:guide>
        <p15:guide id="8"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ssion Title -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6FF57E-BB3A-AEC0-B696-7B4C1F7E05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flipH="1">
            <a:off x="-1" y="0"/>
            <a:ext cx="12191999" cy="6857999"/>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1878571"/>
            <a:ext cx="10511618" cy="1393191"/>
          </a:xfrm>
          <a:prstGeom prst="rect">
            <a:avLst/>
          </a:prstGeom>
        </p:spPr>
        <p:txBody>
          <a:bodyPr/>
          <a:lstStyle>
            <a:lvl1pPr marL="0" indent="0">
              <a:buNone/>
              <a:defRPr kumimoji="0" lang="en-US" sz="4400" b="0" i="0" u="none" strike="noStrike" kern="1200" cap="none" spc="0" normalizeH="0" baseline="0" dirty="0">
                <a:ln>
                  <a:noFill/>
                </a:ln>
                <a:solidFill>
                  <a:schemeClr val="bg1"/>
                </a:solidFill>
                <a:effectLst/>
                <a:uLnTx/>
                <a:uFillTx/>
                <a:latin typeface="Amazon Ember Display"/>
                <a:ea typeface="+mj-ea"/>
                <a:cs typeface="+mj-cs"/>
              </a:defRPr>
            </a:lvl1pPr>
          </a:lstStyle>
          <a:p>
            <a:pPr lvl="0"/>
            <a:r>
              <a:rPr lang="en-US"/>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br>
              <a:rPr lang="en-US" dirty="0"/>
            </a:br>
            <a:r>
              <a:rPr lang="en-US" dirty="0"/>
              <a:t>Job Title</a:t>
            </a:r>
            <a:br>
              <a:rPr lang="en-US" dirty="0"/>
            </a:b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a:t>Pronouns</a:t>
            </a:r>
            <a:br>
              <a:rPr lang="en-US"/>
            </a:br>
            <a:r>
              <a:rPr lang="en-US"/>
              <a:t>Job Title</a:t>
            </a:r>
            <a:br>
              <a:rPr lang="en-US"/>
            </a:br>
            <a:r>
              <a:rPr lang="en-US"/>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a:t>Pronouns</a:t>
            </a:r>
            <a:br>
              <a:rPr lang="en-US"/>
            </a:br>
            <a:r>
              <a:rPr lang="en-US"/>
              <a:t>Job Title</a:t>
            </a:r>
            <a:br>
              <a:rPr lang="en-US"/>
            </a:br>
            <a:r>
              <a:rPr lang="en-US"/>
              <a:t>Company</a:t>
            </a:r>
          </a:p>
        </p:txBody>
      </p:sp>
      <p:sp>
        <p:nvSpPr>
          <p:cNvPr id="2" name="Title Placeholder 1">
            <a:extLst>
              <a:ext uri="{FF2B5EF4-FFF2-40B4-BE49-F238E27FC236}">
                <a16:creationId xmlns:a16="http://schemas.microsoft.com/office/drawing/2014/main" id="{AC661883-D459-B07D-7C91-7B85F653C1E1}"/>
              </a:ext>
            </a:extLst>
          </p:cNvPr>
          <p:cNvSpPr>
            <a:spLocks noGrp="1"/>
          </p:cNvSpPr>
          <p:nvPr>
            <p:ph type="title" hasCustomPrompt="1"/>
          </p:nvPr>
        </p:nvSpPr>
        <p:spPr>
          <a:xfrm>
            <a:off x="471539" y="2597342"/>
            <a:ext cx="10515600" cy="1325563"/>
          </a:xfrm>
          <a:prstGeom prst="rect">
            <a:avLst/>
          </a:prstGeom>
        </p:spPr>
        <p:txBody>
          <a:bodyPr vert="horz" lIns="91440" tIns="45720" rIns="91440" bIns="45720" rtlCol="0" anchor="t">
            <a:normAutofit/>
          </a:bodyPr>
          <a:lstStyle>
            <a:lvl1pPr>
              <a:defRPr>
                <a:solidFill>
                  <a:schemeClr val="bg1"/>
                </a:solidFill>
              </a:defRPr>
            </a:lvl1pPr>
          </a:lstStyle>
          <a:p>
            <a:r>
              <a:rPr lang="en-GB" dirty="0"/>
              <a:t>Enter session title</a:t>
            </a:r>
            <a:endParaRPr lang="en-US" dirty="0"/>
          </a:p>
        </p:txBody>
      </p:sp>
      <p:sp>
        <p:nvSpPr>
          <p:cNvPr id="4" name="Text Placeholder 21">
            <a:extLst>
              <a:ext uri="{FF2B5EF4-FFF2-40B4-BE49-F238E27FC236}">
                <a16:creationId xmlns:a16="http://schemas.microsoft.com/office/drawing/2014/main" id="{01005EE7-BEE9-8A9E-65D0-EDF125F45BF3}"/>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pic>
        <p:nvPicPr>
          <p:cNvPr id="5" name="Graphic 4">
            <a:extLst>
              <a:ext uri="{FF2B5EF4-FFF2-40B4-BE49-F238E27FC236}">
                <a16:creationId xmlns:a16="http://schemas.microsoft.com/office/drawing/2014/main" id="{0E2EAF72-2D3F-93E1-D03F-34DB08B56B5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7" name="TextBox 3">
            <a:extLst>
              <a:ext uri="{FF2B5EF4-FFF2-40B4-BE49-F238E27FC236}">
                <a16:creationId xmlns:a16="http://schemas.microsoft.com/office/drawing/2014/main" id="{048E8E07-E21A-4B47-DF28-DDD92933877A}"/>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280055304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Session Title - 1">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99E3731-32D7-5941-5B9C-330235042D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dirty="0"/>
              <a:t>Speaker 1 name</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2 name</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3 name</a:t>
            </a:r>
          </a:p>
        </p:txBody>
      </p:sp>
      <p:sp>
        <p:nvSpPr>
          <p:cNvPr id="2" name="Title Placeholder 1">
            <a:extLst>
              <a:ext uri="{FF2B5EF4-FFF2-40B4-BE49-F238E27FC236}">
                <a16:creationId xmlns:a16="http://schemas.microsoft.com/office/drawing/2014/main" id="{8C6F3716-61A2-F3CA-F24E-DE267987ACC0}"/>
              </a:ext>
            </a:extLst>
          </p:cNvPr>
          <p:cNvSpPr>
            <a:spLocks noGrp="1"/>
          </p:cNvSpPr>
          <p:nvPr>
            <p:ph type="title" hasCustomPrompt="1"/>
          </p:nvPr>
        </p:nvSpPr>
        <p:spPr>
          <a:xfrm>
            <a:off x="471539" y="2597342"/>
            <a:ext cx="10515600" cy="1325563"/>
          </a:xfrm>
          <a:prstGeom prst="rect">
            <a:avLst/>
          </a:prstGeom>
        </p:spPr>
        <p:txBody>
          <a:bodyPr vert="horz" lIns="91440" tIns="45720" rIns="91440" bIns="45720" rtlCol="0" anchor="t">
            <a:normAutofit/>
          </a:bodyPr>
          <a:lstStyle>
            <a:lvl1pPr>
              <a:defRPr>
                <a:solidFill>
                  <a:schemeClr val="bg1"/>
                </a:solidFill>
              </a:defRPr>
            </a:lvl1pPr>
          </a:lstStyle>
          <a:p>
            <a:r>
              <a:rPr lang="en-GB" dirty="0"/>
              <a:t>Enter session title</a:t>
            </a:r>
            <a:endParaRPr lang="en-US" dirty="0"/>
          </a:p>
        </p:txBody>
      </p:sp>
      <p:sp>
        <p:nvSpPr>
          <p:cNvPr id="3" name="Text Placeholder 21">
            <a:extLst>
              <a:ext uri="{FF2B5EF4-FFF2-40B4-BE49-F238E27FC236}">
                <a16:creationId xmlns:a16="http://schemas.microsoft.com/office/drawing/2014/main" id="{736F04DF-3AC5-EBD3-58F9-4C43D87A191C}"/>
              </a:ext>
            </a:extLst>
          </p:cNvPr>
          <p:cNvSpPr>
            <a:spLocks noGrp="1"/>
          </p:cNvSpPr>
          <p:nvPr>
            <p:ph type="body" sz="quarter" idx="13" hasCustomPrompt="1"/>
          </p:nvPr>
        </p:nvSpPr>
        <p:spPr>
          <a:xfrm>
            <a:off x="471539"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br>
              <a:rPr lang="en-US" dirty="0"/>
            </a:br>
            <a:r>
              <a:rPr lang="en-US" dirty="0"/>
              <a:t>Job Title</a:t>
            </a:r>
            <a:br>
              <a:rPr lang="en-US" dirty="0"/>
            </a:br>
            <a:r>
              <a:rPr lang="en-US" dirty="0"/>
              <a:t>Company</a:t>
            </a:r>
          </a:p>
        </p:txBody>
      </p:sp>
      <p:sp>
        <p:nvSpPr>
          <p:cNvPr id="4" name="Text Placeholder 21">
            <a:extLst>
              <a:ext uri="{FF2B5EF4-FFF2-40B4-BE49-F238E27FC236}">
                <a16:creationId xmlns:a16="http://schemas.microsoft.com/office/drawing/2014/main" id="{B4E42576-352C-2BD6-1207-1E421B7326A9}"/>
              </a:ext>
            </a:extLst>
          </p:cNvPr>
          <p:cNvSpPr>
            <a:spLocks noGrp="1"/>
          </p:cNvSpPr>
          <p:nvPr>
            <p:ph type="body" sz="quarter" idx="15" hasCustomPrompt="1"/>
          </p:nvPr>
        </p:nvSpPr>
        <p:spPr>
          <a:xfrm>
            <a:off x="4087915"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a:t>Pronouns</a:t>
            </a:r>
            <a:br>
              <a:rPr lang="en-US"/>
            </a:br>
            <a:r>
              <a:rPr lang="en-US"/>
              <a:t>Job Title</a:t>
            </a:r>
            <a:br>
              <a:rPr lang="en-US"/>
            </a:br>
            <a:r>
              <a:rPr lang="en-US"/>
              <a:t>Company</a:t>
            </a:r>
          </a:p>
        </p:txBody>
      </p:sp>
      <p:sp>
        <p:nvSpPr>
          <p:cNvPr id="5" name="Text Placeholder 21">
            <a:extLst>
              <a:ext uri="{FF2B5EF4-FFF2-40B4-BE49-F238E27FC236}">
                <a16:creationId xmlns:a16="http://schemas.microsoft.com/office/drawing/2014/main" id="{9769752D-808F-28AE-B5B1-75AC72BBFDA5}"/>
              </a:ext>
            </a:extLst>
          </p:cNvPr>
          <p:cNvSpPr>
            <a:spLocks noGrp="1"/>
          </p:cNvSpPr>
          <p:nvPr>
            <p:ph type="body" sz="quarter" idx="17" hasCustomPrompt="1"/>
          </p:nvPr>
        </p:nvSpPr>
        <p:spPr>
          <a:xfrm>
            <a:off x="7634339"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a:t>Pronouns</a:t>
            </a:r>
            <a:br>
              <a:rPr lang="en-US"/>
            </a:br>
            <a:r>
              <a:rPr lang="en-US"/>
              <a:t>Job Title</a:t>
            </a:r>
            <a:br>
              <a:rPr lang="en-US"/>
            </a:br>
            <a:r>
              <a:rPr lang="en-US"/>
              <a:t>Company</a:t>
            </a:r>
          </a:p>
        </p:txBody>
      </p:sp>
      <p:sp>
        <p:nvSpPr>
          <p:cNvPr id="7" name="TextBox 3">
            <a:extLst>
              <a:ext uri="{FF2B5EF4-FFF2-40B4-BE49-F238E27FC236}">
                <a16:creationId xmlns:a16="http://schemas.microsoft.com/office/drawing/2014/main" id="{C3C547C9-6474-5F18-CEB2-C4159E7FB119}"/>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3778038436"/>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ssion Title - 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EDC71F3-75B6-9C0E-8A09-19F38A64F4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1 name</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2 name</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3 name</a:t>
            </a:r>
          </a:p>
        </p:txBody>
      </p:sp>
      <p:sp>
        <p:nvSpPr>
          <p:cNvPr id="3" name="Title Placeholder 1">
            <a:extLst>
              <a:ext uri="{FF2B5EF4-FFF2-40B4-BE49-F238E27FC236}">
                <a16:creationId xmlns:a16="http://schemas.microsoft.com/office/drawing/2014/main" id="{292B449A-5416-CD19-55E6-716FCEBA0A32}"/>
              </a:ext>
            </a:extLst>
          </p:cNvPr>
          <p:cNvSpPr>
            <a:spLocks noGrp="1"/>
          </p:cNvSpPr>
          <p:nvPr>
            <p:ph type="title" hasCustomPrompt="1"/>
          </p:nvPr>
        </p:nvSpPr>
        <p:spPr>
          <a:xfrm>
            <a:off x="471539" y="2597342"/>
            <a:ext cx="10515600" cy="1325563"/>
          </a:xfrm>
          <a:prstGeom prst="rect">
            <a:avLst/>
          </a:prstGeom>
        </p:spPr>
        <p:txBody>
          <a:bodyPr vert="horz" lIns="91440" tIns="45720" rIns="91440" bIns="45720" rtlCol="0" anchor="t">
            <a:normAutofit/>
          </a:bodyPr>
          <a:lstStyle>
            <a:lvl1pPr>
              <a:defRPr>
                <a:solidFill>
                  <a:schemeClr val="bg1"/>
                </a:solidFill>
              </a:defRPr>
            </a:lvl1pPr>
          </a:lstStyle>
          <a:p>
            <a:r>
              <a:rPr lang="en-GB" dirty="0"/>
              <a:t>Enter session title</a:t>
            </a:r>
            <a:endParaRPr lang="en-US" dirty="0"/>
          </a:p>
        </p:txBody>
      </p:sp>
      <p:sp>
        <p:nvSpPr>
          <p:cNvPr id="4" name="Text Placeholder 21">
            <a:extLst>
              <a:ext uri="{FF2B5EF4-FFF2-40B4-BE49-F238E27FC236}">
                <a16:creationId xmlns:a16="http://schemas.microsoft.com/office/drawing/2014/main" id="{56C37542-82BD-A8E3-AF9C-BC610B67CCCB}"/>
              </a:ext>
            </a:extLst>
          </p:cNvPr>
          <p:cNvSpPr>
            <a:spLocks noGrp="1"/>
          </p:cNvSpPr>
          <p:nvPr>
            <p:ph type="body" sz="quarter" idx="13" hasCustomPrompt="1"/>
          </p:nvPr>
        </p:nvSpPr>
        <p:spPr>
          <a:xfrm>
            <a:off x="471539"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br>
              <a:rPr lang="en-US" dirty="0"/>
            </a:br>
            <a:r>
              <a:rPr lang="en-US" dirty="0"/>
              <a:t>Job Title</a:t>
            </a:r>
            <a:br>
              <a:rPr lang="en-US" dirty="0"/>
            </a:br>
            <a:r>
              <a:rPr lang="en-US" dirty="0"/>
              <a:t>Company</a:t>
            </a:r>
          </a:p>
        </p:txBody>
      </p:sp>
      <p:sp>
        <p:nvSpPr>
          <p:cNvPr id="5" name="Text Placeholder 21">
            <a:extLst>
              <a:ext uri="{FF2B5EF4-FFF2-40B4-BE49-F238E27FC236}">
                <a16:creationId xmlns:a16="http://schemas.microsoft.com/office/drawing/2014/main" id="{46E40AEC-4583-06BB-4BD3-7538EF4DF028}"/>
              </a:ext>
            </a:extLst>
          </p:cNvPr>
          <p:cNvSpPr>
            <a:spLocks noGrp="1"/>
          </p:cNvSpPr>
          <p:nvPr>
            <p:ph type="body" sz="quarter" idx="15" hasCustomPrompt="1"/>
          </p:nvPr>
        </p:nvSpPr>
        <p:spPr>
          <a:xfrm>
            <a:off x="4087915"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a:t>Pronouns</a:t>
            </a:r>
            <a:br>
              <a:rPr lang="en-US"/>
            </a:br>
            <a:r>
              <a:rPr lang="en-US"/>
              <a:t>Job Title</a:t>
            </a:r>
            <a:br>
              <a:rPr lang="en-US"/>
            </a:br>
            <a:r>
              <a:rPr lang="en-US"/>
              <a:t>Company</a:t>
            </a:r>
          </a:p>
        </p:txBody>
      </p:sp>
      <p:sp>
        <p:nvSpPr>
          <p:cNvPr id="6" name="Text Placeholder 21">
            <a:extLst>
              <a:ext uri="{FF2B5EF4-FFF2-40B4-BE49-F238E27FC236}">
                <a16:creationId xmlns:a16="http://schemas.microsoft.com/office/drawing/2014/main" id="{D54F0366-B101-27F7-91AE-44638E627FAB}"/>
              </a:ext>
            </a:extLst>
          </p:cNvPr>
          <p:cNvSpPr>
            <a:spLocks noGrp="1"/>
          </p:cNvSpPr>
          <p:nvPr>
            <p:ph type="body" sz="quarter" idx="17" hasCustomPrompt="1"/>
          </p:nvPr>
        </p:nvSpPr>
        <p:spPr>
          <a:xfrm>
            <a:off x="7634339"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a:t>Pronouns</a:t>
            </a:r>
            <a:br>
              <a:rPr lang="en-US"/>
            </a:br>
            <a:r>
              <a:rPr lang="en-US"/>
              <a:t>Job Title</a:t>
            </a:r>
            <a:br>
              <a:rPr lang="en-US"/>
            </a:br>
            <a:r>
              <a:rPr lang="en-US"/>
              <a:t>Company</a:t>
            </a:r>
          </a:p>
        </p:txBody>
      </p:sp>
      <p:sp>
        <p:nvSpPr>
          <p:cNvPr id="7" name="TextBox 3">
            <a:extLst>
              <a:ext uri="{FF2B5EF4-FFF2-40B4-BE49-F238E27FC236}">
                <a16:creationId xmlns:a16="http://schemas.microsoft.com/office/drawing/2014/main" id="{31153ED5-0F25-AB68-21F6-BB5F2B94ED4D}"/>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38762263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ssion Title - 3">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9688E7E-560D-1F85-60AE-F11B53EB181C}"/>
              </a:ext>
            </a:extLst>
          </p:cNvPr>
          <p:cNvSpPr/>
          <p:nvPr userDrawn="1"/>
        </p:nvSpPr>
        <p:spPr>
          <a:xfrm>
            <a:off x="0" y="0"/>
            <a:ext cx="12192000" cy="6858000"/>
          </a:xfrm>
          <a:prstGeom prst="rect">
            <a:avLst/>
          </a:prstGeom>
          <a:solidFill>
            <a:srgbClr val="151D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solidFill>
                <a:schemeClr val="bg1"/>
              </a:solidFill>
            </a:endParaRPr>
          </a:p>
        </p:txBody>
      </p:sp>
      <p:pic>
        <p:nvPicPr>
          <p:cNvPr id="2" name="Graphic 1">
            <a:extLst>
              <a:ext uri="{FF2B5EF4-FFF2-40B4-BE49-F238E27FC236}">
                <a16:creationId xmlns:a16="http://schemas.microsoft.com/office/drawing/2014/main" id="{1EF57A0F-E278-CD58-9703-2C36EBEE4F7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53304" y="537277"/>
            <a:ext cx="835752" cy="499786"/>
          </a:xfrm>
          <a:prstGeom prst="rect">
            <a:avLst/>
          </a:prstGeom>
        </p:spPr>
      </p:pic>
      <p:sp>
        <p:nvSpPr>
          <p:cNvPr id="3" name="Text Placeholder 21">
            <a:extLst>
              <a:ext uri="{FF2B5EF4-FFF2-40B4-BE49-F238E27FC236}">
                <a16:creationId xmlns:a16="http://schemas.microsoft.com/office/drawing/2014/main" id="{75964A49-4B15-7572-0B46-92FB64D1679B}"/>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5" name="Text Placeholder 21">
            <a:extLst>
              <a:ext uri="{FF2B5EF4-FFF2-40B4-BE49-F238E27FC236}">
                <a16:creationId xmlns:a16="http://schemas.microsoft.com/office/drawing/2014/main" id="{4A7E3313-4259-1997-ED9D-5C3D97E23092}"/>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1 name</a:t>
            </a:r>
          </a:p>
        </p:txBody>
      </p:sp>
      <p:sp>
        <p:nvSpPr>
          <p:cNvPr id="7" name="Text Placeholder 21">
            <a:extLst>
              <a:ext uri="{FF2B5EF4-FFF2-40B4-BE49-F238E27FC236}">
                <a16:creationId xmlns:a16="http://schemas.microsoft.com/office/drawing/2014/main" id="{A473B96F-ACDC-834E-D803-FE0EDB6F6B42}"/>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2 name</a:t>
            </a:r>
          </a:p>
        </p:txBody>
      </p:sp>
      <p:sp>
        <p:nvSpPr>
          <p:cNvPr id="9" name="Text Placeholder 21">
            <a:extLst>
              <a:ext uri="{FF2B5EF4-FFF2-40B4-BE49-F238E27FC236}">
                <a16:creationId xmlns:a16="http://schemas.microsoft.com/office/drawing/2014/main" id="{9FD6071B-2B55-3490-FBFF-04599195AC7D}"/>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Speaker 3 name</a:t>
            </a:r>
          </a:p>
        </p:txBody>
      </p:sp>
      <p:sp>
        <p:nvSpPr>
          <p:cNvPr id="12" name="Title Placeholder 1">
            <a:extLst>
              <a:ext uri="{FF2B5EF4-FFF2-40B4-BE49-F238E27FC236}">
                <a16:creationId xmlns:a16="http://schemas.microsoft.com/office/drawing/2014/main" id="{8053E7BB-5481-BFB7-918F-461F372C25BD}"/>
              </a:ext>
            </a:extLst>
          </p:cNvPr>
          <p:cNvSpPr>
            <a:spLocks noGrp="1"/>
          </p:cNvSpPr>
          <p:nvPr>
            <p:ph type="title" hasCustomPrompt="1"/>
          </p:nvPr>
        </p:nvSpPr>
        <p:spPr>
          <a:xfrm>
            <a:off x="471539" y="2597342"/>
            <a:ext cx="10515600" cy="1325563"/>
          </a:xfrm>
          <a:prstGeom prst="rect">
            <a:avLst/>
          </a:prstGeom>
        </p:spPr>
        <p:txBody>
          <a:bodyPr vert="horz" lIns="91440" tIns="45720" rIns="91440" bIns="45720" rtlCol="0" anchor="t">
            <a:normAutofit/>
          </a:bodyPr>
          <a:lstStyle>
            <a:lvl1pPr>
              <a:defRPr>
                <a:solidFill>
                  <a:schemeClr val="bg1"/>
                </a:solidFill>
              </a:defRPr>
            </a:lvl1pPr>
          </a:lstStyle>
          <a:p>
            <a:r>
              <a:rPr lang="en-GB" dirty="0"/>
              <a:t>Enter session title</a:t>
            </a:r>
            <a:endParaRPr lang="en-US" dirty="0"/>
          </a:p>
        </p:txBody>
      </p:sp>
      <p:sp>
        <p:nvSpPr>
          <p:cNvPr id="4" name="Text Placeholder 21">
            <a:extLst>
              <a:ext uri="{FF2B5EF4-FFF2-40B4-BE49-F238E27FC236}">
                <a16:creationId xmlns:a16="http://schemas.microsoft.com/office/drawing/2014/main" id="{371E0D03-F992-9A06-6CD0-5B6B2B522B0A}"/>
              </a:ext>
            </a:extLst>
          </p:cNvPr>
          <p:cNvSpPr>
            <a:spLocks noGrp="1"/>
          </p:cNvSpPr>
          <p:nvPr>
            <p:ph type="body" sz="quarter" idx="13" hasCustomPrompt="1"/>
          </p:nvPr>
        </p:nvSpPr>
        <p:spPr>
          <a:xfrm>
            <a:off x="471539"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br>
              <a:rPr lang="en-US" dirty="0"/>
            </a:br>
            <a:r>
              <a:rPr lang="en-US" dirty="0"/>
              <a:t>Job Title</a:t>
            </a:r>
            <a:br>
              <a:rPr lang="en-US" dirty="0"/>
            </a:br>
            <a:r>
              <a:rPr lang="en-US" dirty="0"/>
              <a:t>Company</a:t>
            </a:r>
          </a:p>
        </p:txBody>
      </p:sp>
      <p:sp>
        <p:nvSpPr>
          <p:cNvPr id="13" name="Text Placeholder 21">
            <a:extLst>
              <a:ext uri="{FF2B5EF4-FFF2-40B4-BE49-F238E27FC236}">
                <a16:creationId xmlns:a16="http://schemas.microsoft.com/office/drawing/2014/main" id="{30928163-28E6-5991-C1A6-E1CA2449A3D5}"/>
              </a:ext>
            </a:extLst>
          </p:cNvPr>
          <p:cNvSpPr>
            <a:spLocks noGrp="1"/>
          </p:cNvSpPr>
          <p:nvPr>
            <p:ph type="body" sz="quarter" idx="15" hasCustomPrompt="1"/>
          </p:nvPr>
        </p:nvSpPr>
        <p:spPr>
          <a:xfrm>
            <a:off x="4087915"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a:t>Pronouns</a:t>
            </a:r>
            <a:br>
              <a:rPr lang="en-US"/>
            </a:br>
            <a:r>
              <a:rPr lang="en-US"/>
              <a:t>Job Title</a:t>
            </a:r>
            <a:br>
              <a:rPr lang="en-US"/>
            </a:br>
            <a:r>
              <a:rPr lang="en-US"/>
              <a:t>Company</a:t>
            </a:r>
          </a:p>
        </p:txBody>
      </p:sp>
      <p:sp>
        <p:nvSpPr>
          <p:cNvPr id="14" name="Text Placeholder 21">
            <a:extLst>
              <a:ext uri="{FF2B5EF4-FFF2-40B4-BE49-F238E27FC236}">
                <a16:creationId xmlns:a16="http://schemas.microsoft.com/office/drawing/2014/main" id="{2F835719-9E79-F671-33DC-8067BC0155D0}"/>
              </a:ext>
            </a:extLst>
          </p:cNvPr>
          <p:cNvSpPr>
            <a:spLocks noGrp="1"/>
          </p:cNvSpPr>
          <p:nvPr>
            <p:ph type="body" sz="quarter" idx="17" hasCustomPrompt="1"/>
          </p:nvPr>
        </p:nvSpPr>
        <p:spPr>
          <a:xfrm>
            <a:off x="7634339" y="4627756"/>
            <a:ext cx="3336188" cy="1163444"/>
          </a:xfrm>
          <a:prstGeom prst="rect">
            <a:avLst/>
          </a:prstGeom>
        </p:spPr>
        <p:txBody>
          <a:bodyPr/>
          <a:lstStyle>
            <a:lvl1pPr marL="0" marR="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kumimoji="0" lang="en-US" sz="1200" b="0" i="0" u="none" strike="noStrike" kern="1200" cap="none" spc="0" normalizeH="0" baseline="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a:t>Pronouns</a:t>
            </a:r>
            <a:br>
              <a:rPr lang="en-US"/>
            </a:br>
            <a:r>
              <a:rPr lang="en-US"/>
              <a:t>Job Title</a:t>
            </a:r>
            <a:br>
              <a:rPr lang="en-US"/>
            </a:br>
            <a:r>
              <a:rPr lang="en-US"/>
              <a:t>Company</a:t>
            </a:r>
          </a:p>
        </p:txBody>
      </p:sp>
      <p:sp>
        <p:nvSpPr>
          <p:cNvPr id="15" name="TextBox 3">
            <a:extLst>
              <a:ext uri="{FF2B5EF4-FFF2-40B4-BE49-F238E27FC236}">
                <a16:creationId xmlns:a16="http://schemas.microsoft.com/office/drawing/2014/main" id="{BB2AB6A1-7FFB-2307-C367-4FDE413079EB}"/>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1095310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Walk on">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0DBD4F4-C352-6225-1A9A-7D96ED8F78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3">
            <a:extLst>
              <a:ext uri="{FF2B5EF4-FFF2-40B4-BE49-F238E27FC236}">
                <a16:creationId xmlns:a16="http://schemas.microsoft.com/office/drawing/2014/main" id="{51D4A9EF-39A9-88DE-E1CB-1F5F6DD95004}"/>
              </a:ext>
            </a:extLst>
          </p:cNvPr>
          <p:cNvSpPr txBox="1">
            <a:spLocks noChangeArrowheads="1"/>
          </p:cNvSpPr>
          <p:nvPr userDrawn="1"/>
        </p:nvSpPr>
        <p:spPr bwMode="white">
          <a:xfrm>
            <a:off x="419101"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
        <p:nvSpPr>
          <p:cNvPr id="7" name="Text Placeholder 21">
            <a:extLst>
              <a:ext uri="{FF2B5EF4-FFF2-40B4-BE49-F238E27FC236}">
                <a16:creationId xmlns:a16="http://schemas.microsoft.com/office/drawing/2014/main" id="{867C0016-2E0A-2B2E-A75E-E17CF5B59D26}"/>
              </a:ext>
            </a:extLst>
          </p:cNvPr>
          <p:cNvSpPr>
            <a:spLocks noGrp="1"/>
          </p:cNvSpPr>
          <p:nvPr>
            <p:ph type="body" sz="quarter" idx="11" hasCustomPrompt="1"/>
          </p:nvPr>
        </p:nvSpPr>
        <p:spPr>
          <a:xfrm>
            <a:off x="460666" y="2955755"/>
            <a:ext cx="10511618" cy="930445"/>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Speaker name</a:t>
            </a:r>
          </a:p>
        </p:txBody>
      </p:sp>
      <p:sp>
        <p:nvSpPr>
          <p:cNvPr id="9" name="Text Placeholder 21">
            <a:extLst>
              <a:ext uri="{FF2B5EF4-FFF2-40B4-BE49-F238E27FC236}">
                <a16:creationId xmlns:a16="http://schemas.microsoft.com/office/drawing/2014/main" id="{4F013C85-7FDD-B4DD-0D68-9E77ED6EEBDA}"/>
              </a:ext>
            </a:extLst>
          </p:cNvPr>
          <p:cNvSpPr>
            <a:spLocks noGrp="1"/>
          </p:cNvSpPr>
          <p:nvPr>
            <p:ph type="body" sz="quarter" idx="12" hasCustomPrompt="1"/>
          </p:nvPr>
        </p:nvSpPr>
        <p:spPr>
          <a:xfrm>
            <a:off x="460666" y="4327355"/>
            <a:ext cx="10511618" cy="758995"/>
          </a:xfrm>
          <a:prstGeom prst="rect">
            <a:avLst/>
          </a:prstGeom>
        </p:spPr>
        <p:txBody>
          <a:bodyPr/>
          <a:lstStyle>
            <a:lvl1pPr marL="0" indent="0">
              <a:buNone/>
              <a:defRPr kumimoji="0" lang="en-US" sz="16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Job title</a:t>
            </a:r>
          </a:p>
          <a:p>
            <a:pPr lvl="0"/>
            <a:r>
              <a:rPr lang="en-US" dirty="0"/>
              <a:t>Company</a:t>
            </a:r>
          </a:p>
        </p:txBody>
      </p:sp>
    </p:spTree>
    <p:extLst>
      <p:ext uri="{BB962C8B-B14F-4D97-AF65-F5344CB8AC3E}">
        <p14:creationId xmlns:p14="http://schemas.microsoft.com/office/powerpoint/2010/main" val="267872394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360">
          <p15:clr>
            <a:srgbClr val="FBAE40"/>
          </p15:clr>
        </p15:guide>
        <p15:guide id="4" pos="7320">
          <p15:clr>
            <a:srgbClr val="FBAE40"/>
          </p15:clr>
        </p15:guide>
        <p15:guide id="7" orient="horz" pos="360">
          <p15:clr>
            <a:srgbClr val="FBAE40"/>
          </p15:clr>
        </p15:guide>
        <p15:guide id="8" orient="horz" pos="396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divider">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646BA7-1A49-CCF3-A0BE-342BB194C3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6428661"/>
            <a:ext cx="388818" cy="232516"/>
          </a:xfrm>
          <a:prstGeom prst="rect">
            <a:avLst/>
          </a:prstGeom>
        </p:spPr>
      </p:pic>
      <p:sp>
        <p:nvSpPr>
          <p:cNvPr id="4" name="Title Placeholder 1">
            <a:extLst>
              <a:ext uri="{FF2B5EF4-FFF2-40B4-BE49-F238E27FC236}">
                <a16:creationId xmlns:a16="http://schemas.microsoft.com/office/drawing/2014/main" id="{38B7A5E5-C62C-053C-1585-C3CD715A20BE}"/>
              </a:ext>
            </a:extLst>
          </p:cNvPr>
          <p:cNvSpPr>
            <a:spLocks noGrp="1"/>
          </p:cNvSpPr>
          <p:nvPr>
            <p:ph type="title" hasCustomPrompt="1"/>
          </p:nvPr>
        </p:nvSpPr>
        <p:spPr>
          <a:xfrm>
            <a:off x="471539" y="2597342"/>
            <a:ext cx="10515600" cy="1325563"/>
          </a:xfrm>
          <a:prstGeom prst="rect">
            <a:avLst/>
          </a:prstGeom>
        </p:spPr>
        <p:txBody>
          <a:bodyPr vert="horz" lIns="91440" tIns="45720" rIns="91440" bIns="45720" rtlCol="0" anchor="ctr">
            <a:normAutofit/>
          </a:bodyPr>
          <a:lstStyle>
            <a:lvl1pPr>
              <a:defRPr>
                <a:solidFill>
                  <a:schemeClr val="bg1"/>
                </a:solidFill>
              </a:defRPr>
            </a:lvl1pPr>
          </a:lstStyle>
          <a:p>
            <a:r>
              <a:rPr lang="en-GB"/>
              <a:t>Section divider</a:t>
            </a:r>
            <a:endParaRPr lang="en-US"/>
          </a:p>
        </p:txBody>
      </p:sp>
    </p:spTree>
    <p:extLst>
      <p:ext uri="{BB962C8B-B14F-4D97-AF65-F5344CB8AC3E}">
        <p14:creationId xmlns:p14="http://schemas.microsoft.com/office/powerpoint/2010/main" val="3660348668"/>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Section divider">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DCCBC6B-D110-CBDD-54ED-405A5EDDB6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1999" cy="6857999"/>
          </a:xfrm>
          <a:prstGeom prst="rect">
            <a:avLst/>
          </a:prstGeom>
        </p:spPr>
      </p:pic>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6428661"/>
            <a:ext cx="388818" cy="232516"/>
          </a:xfrm>
          <a:prstGeom prst="rect">
            <a:avLst/>
          </a:prstGeom>
        </p:spPr>
      </p:pic>
      <p:sp>
        <p:nvSpPr>
          <p:cNvPr id="4" name="Title Placeholder 1">
            <a:extLst>
              <a:ext uri="{FF2B5EF4-FFF2-40B4-BE49-F238E27FC236}">
                <a16:creationId xmlns:a16="http://schemas.microsoft.com/office/drawing/2014/main" id="{38B7A5E5-C62C-053C-1585-C3CD715A20BE}"/>
              </a:ext>
            </a:extLst>
          </p:cNvPr>
          <p:cNvSpPr>
            <a:spLocks noGrp="1"/>
          </p:cNvSpPr>
          <p:nvPr>
            <p:ph type="title" hasCustomPrompt="1"/>
          </p:nvPr>
        </p:nvSpPr>
        <p:spPr>
          <a:xfrm>
            <a:off x="471539" y="2597342"/>
            <a:ext cx="10515600" cy="1325563"/>
          </a:xfrm>
          <a:prstGeom prst="rect">
            <a:avLst/>
          </a:prstGeom>
        </p:spPr>
        <p:txBody>
          <a:bodyPr vert="horz" lIns="91440" tIns="45720" rIns="91440" bIns="45720" rtlCol="0" anchor="ctr">
            <a:normAutofit/>
          </a:bodyPr>
          <a:lstStyle>
            <a:lvl1pPr>
              <a:defRPr>
                <a:solidFill>
                  <a:schemeClr val="bg1"/>
                </a:solidFill>
              </a:defRPr>
            </a:lvl1pPr>
          </a:lstStyle>
          <a:p>
            <a:r>
              <a:rPr lang="en-GB"/>
              <a:t>Section divider</a:t>
            </a:r>
            <a:endParaRPr lang="en-US"/>
          </a:p>
        </p:txBody>
      </p:sp>
    </p:spTree>
    <p:extLst>
      <p:ext uri="{BB962C8B-B14F-4D97-AF65-F5344CB8AC3E}">
        <p14:creationId xmlns:p14="http://schemas.microsoft.com/office/powerpoint/2010/main" val="2157544523"/>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Section divider">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8977E33-840C-F399-D2EE-3D01D153CC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5240"/>
            <a:ext cx="12219214" cy="6842760"/>
          </a:xfrm>
          <a:prstGeom prst="rect">
            <a:avLst/>
          </a:prstGeom>
        </p:spPr>
      </p:pic>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6428661"/>
            <a:ext cx="388818" cy="232516"/>
          </a:xfrm>
          <a:prstGeom prst="rect">
            <a:avLst/>
          </a:prstGeom>
        </p:spPr>
      </p:pic>
      <p:sp>
        <p:nvSpPr>
          <p:cNvPr id="4" name="Title Placeholder 1">
            <a:extLst>
              <a:ext uri="{FF2B5EF4-FFF2-40B4-BE49-F238E27FC236}">
                <a16:creationId xmlns:a16="http://schemas.microsoft.com/office/drawing/2014/main" id="{38B7A5E5-C62C-053C-1585-C3CD715A20BE}"/>
              </a:ext>
            </a:extLst>
          </p:cNvPr>
          <p:cNvSpPr>
            <a:spLocks noGrp="1"/>
          </p:cNvSpPr>
          <p:nvPr>
            <p:ph type="title" hasCustomPrompt="1"/>
          </p:nvPr>
        </p:nvSpPr>
        <p:spPr>
          <a:xfrm>
            <a:off x="471539" y="2597342"/>
            <a:ext cx="10515600" cy="1325563"/>
          </a:xfrm>
          <a:prstGeom prst="rect">
            <a:avLst/>
          </a:prstGeom>
        </p:spPr>
        <p:txBody>
          <a:bodyPr vert="horz" lIns="91440" tIns="45720" rIns="91440" bIns="45720" rtlCol="0" anchor="ctr">
            <a:normAutofit/>
          </a:bodyPr>
          <a:lstStyle>
            <a:lvl1pPr>
              <a:defRPr>
                <a:solidFill>
                  <a:schemeClr val="bg1"/>
                </a:solidFill>
              </a:defRPr>
            </a:lvl1pPr>
          </a:lstStyle>
          <a:p>
            <a:r>
              <a:rPr lang="en-GB"/>
              <a:t>Section divider</a:t>
            </a:r>
            <a:endParaRPr lang="en-US"/>
          </a:p>
        </p:txBody>
      </p:sp>
    </p:spTree>
    <p:extLst>
      <p:ext uri="{BB962C8B-B14F-4D97-AF65-F5344CB8AC3E}">
        <p14:creationId xmlns:p14="http://schemas.microsoft.com/office/powerpoint/2010/main" val="3471199656"/>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61D26"/>
        </a:solidFill>
        <a:effectLst/>
      </p:bgPr>
    </p:bg>
    <p:spTree>
      <p:nvGrpSpPr>
        <p:cNvPr id="1" name=""/>
        <p:cNvGrpSpPr/>
        <p:nvPr/>
      </p:nvGrpSpPr>
      <p:grpSpPr>
        <a:xfrm>
          <a:off x="0" y="0"/>
          <a:ext cx="0" cy="0"/>
          <a:chOff x="0" y="0"/>
          <a:chExt cx="0" cy="0"/>
        </a:xfrm>
      </p:grpSpPr>
      <p:sp>
        <p:nvSpPr>
          <p:cNvPr id="6" name="Text Placeholder 21">
            <a:extLst>
              <a:ext uri="{FF2B5EF4-FFF2-40B4-BE49-F238E27FC236}">
                <a16:creationId xmlns:a16="http://schemas.microsoft.com/office/drawing/2014/main" id="{C2614ABB-5806-776E-27EA-3AA282A6B581}"/>
              </a:ext>
            </a:extLst>
          </p:cNvPr>
          <p:cNvSpPr>
            <a:spLocks noGrp="1"/>
          </p:cNvSpPr>
          <p:nvPr>
            <p:ph type="body" sz="quarter" idx="12" hasCustomPrompt="1"/>
          </p:nvPr>
        </p:nvSpPr>
        <p:spPr>
          <a:xfrm>
            <a:off x="4004447" y="1422541"/>
            <a:ext cx="6178623" cy="4376307"/>
          </a:xfrm>
          <a:prstGeom prst="rect">
            <a:avLst/>
          </a:prstGeom>
        </p:spPr>
        <p:txBody>
          <a:bodyPr/>
          <a:lstStyle>
            <a:lvl1pPr marL="342900" marR="0" indent="-342900" algn="l" defTabSz="914400" rtl="0" eaLnBrk="1" fontAlgn="auto" latinLnBrk="0" hangingPunct="1">
              <a:lnSpc>
                <a:spcPct val="100000"/>
              </a:lnSpc>
              <a:spcBef>
                <a:spcPts val="0"/>
              </a:spcBef>
              <a:spcAft>
                <a:spcPts val="3000"/>
              </a:spcAft>
              <a:buClrTx/>
              <a:buSzTx/>
              <a:buFont typeface="Arial" panose="020B0604020202020204" pitchFamily="34" charset="0"/>
              <a:buChar char="•"/>
              <a:tabLst/>
              <a:defRPr kumimoji="0" lang="en-US" sz="2000" b="0" i="0" u="none" strike="noStrike" kern="1200" cap="none" spc="0" normalizeH="0" baseline="0" dirty="0" smtClean="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Agenda item 1</a:t>
            </a:r>
          </a:p>
          <a:p>
            <a:pPr lvl="0"/>
            <a:r>
              <a:rPr lang="en-US" dirty="0"/>
              <a:t>Agenda item 2</a:t>
            </a:r>
          </a:p>
          <a:p>
            <a:pPr lvl="0"/>
            <a:r>
              <a:rPr lang="en-US" dirty="0"/>
              <a:t>Agenda item 3</a:t>
            </a:r>
          </a:p>
          <a:p>
            <a:pPr lvl="0"/>
            <a:r>
              <a:rPr lang="en-US" dirty="0"/>
              <a:t>Agenda item 4</a:t>
            </a:r>
          </a:p>
          <a:p>
            <a:pPr lvl="0"/>
            <a:r>
              <a:rPr lang="en-US" dirty="0"/>
              <a:t>Agenda item 5</a:t>
            </a:r>
          </a:p>
          <a:p>
            <a:pPr lvl="0"/>
            <a:r>
              <a:rPr lang="en-US" dirty="0"/>
              <a:t>Agenda item 6</a:t>
            </a:r>
          </a:p>
          <a:p>
            <a:pPr lvl="0"/>
            <a:endParaRPr lang="en-US" dirty="0"/>
          </a:p>
        </p:txBody>
      </p:sp>
      <p:sp>
        <p:nvSpPr>
          <p:cNvPr id="7" name="Title Placeholder 1">
            <a:extLst>
              <a:ext uri="{FF2B5EF4-FFF2-40B4-BE49-F238E27FC236}">
                <a16:creationId xmlns:a16="http://schemas.microsoft.com/office/drawing/2014/main" id="{A9CD6638-D819-A534-1F0B-DCE42AE13CFD}"/>
              </a:ext>
            </a:extLst>
          </p:cNvPr>
          <p:cNvSpPr>
            <a:spLocks noGrp="1"/>
          </p:cNvSpPr>
          <p:nvPr>
            <p:ph type="title" hasCustomPrompt="1"/>
          </p:nvPr>
        </p:nvSpPr>
        <p:spPr>
          <a:xfrm>
            <a:off x="471539" y="1422541"/>
            <a:ext cx="2807684" cy="1354548"/>
          </a:xfrm>
          <a:prstGeom prst="rect">
            <a:avLst/>
          </a:prstGeom>
        </p:spPr>
        <p:txBody>
          <a:bodyPr vert="horz" lIns="91440" tIns="45720" rIns="91440" bIns="45720" rtlCol="0" anchor="t">
            <a:normAutofit/>
          </a:bodyPr>
          <a:lstStyle>
            <a:lvl1pPr>
              <a:defRPr>
                <a:solidFill>
                  <a:schemeClr val="bg1"/>
                </a:solidFill>
              </a:defRPr>
            </a:lvl1pPr>
          </a:lstStyle>
          <a:p>
            <a:r>
              <a:rPr lang="en-GB"/>
              <a:t>Agenda</a:t>
            </a:r>
            <a:endParaRPr lang="en-US"/>
          </a:p>
        </p:txBody>
      </p:sp>
      <p:cxnSp>
        <p:nvCxnSpPr>
          <p:cNvPr id="3" name="Straight Connector 2">
            <a:extLst>
              <a:ext uri="{FF2B5EF4-FFF2-40B4-BE49-F238E27FC236}">
                <a16:creationId xmlns:a16="http://schemas.microsoft.com/office/drawing/2014/main" id="{0D68EC56-3574-289C-69AD-B11250A1CB65}"/>
              </a:ext>
            </a:extLst>
          </p:cNvPr>
          <p:cNvCxnSpPr>
            <a:cxnSpLocks/>
          </p:cNvCxnSpPr>
          <p:nvPr userDrawn="1"/>
        </p:nvCxnSpPr>
        <p:spPr>
          <a:xfrm>
            <a:off x="3443706" y="1349224"/>
            <a:ext cx="0" cy="4546609"/>
          </a:xfrm>
          <a:prstGeom prst="line">
            <a:avLst/>
          </a:prstGeom>
          <a:noFill/>
          <a:ln w="25400" cap="flat" cmpd="sng" algn="ctr">
            <a:gradFill>
              <a:gsLst>
                <a:gs pos="0">
                  <a:srgbClr val="43004C"/>
                </a:gs>
                <a:gs pos="21000">
                  <a:srgbClr val="AB0071"/>
                </a:gs>
                <a:gs pos="100000">
                  <a:srgbClr val="00D6C7"/>
                </a:gs>
                <a:gs pos="85000">
                  <a:srgbClr val="007DFF"/>
                </a:gs>
                <a:gs pos="64000">
                  <a:srgbClr val="952EFF"/>
                </a:gs>
                <a:gs pos="40000">
                  <a:srgbClr val="E433FF"/>
                </a:gs>
              </a:gsLst>
              <a:lin ang="5400000" scaled="1"/>
            </a:gradFill>
            <a:prstDash val="solid"/>
            <a:miter lim="800000"/>
          </a:ln>
          <a:effectLst/>
        </p:spPr>
      </p:cxnSp>
    </p:spTree>
    <p:extLst>
      <p:ext uri="{BB962C8B-B14F-4D97-AF65-F5344CB8AC3E}">
        <p14:creationId xmlns:p14="http://schemas.microsoft.com/office/powerpoint/2010/main" val="25513819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rgbClr val="161D26"/>
        </a:solidFill>
        <a:effectLst/>
      </p:bgPr>
    </p:bg>
    <p:spTree>
      <p:nvGrpSpPr>
        <p:cNvPr id="1" name=""/>
        <p:cNvGrpSpPr/>
        <p:nvPr/>
      </p:nvGrpSpPr>
      <p:grpSpPr>
        <a:xfrm>
          <a:off x="0" y="0"/>
          <a:ext cx="0" cy="0"/>
          <a:chOff x="0" y="0"/>
          <a:chExt cx="0" cy="0"/>
        </a:xfrm>
      </p:grpSpPr>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3043524"/>
            <a:ext cx="7300863"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Pellentesque</a:t>
            </a:r>
            <a:r>
              <a:rPr lang="en-US"/>
              <a:t> </a:t>
            </a:r>
            <a:r>
              <a:rPr lang="en-US" err="1"/>
              <a:t>vulputate</a:t>
            </a:r>
            <a:r>
              <a:rPr lang="en-US"/>
              <a:t> </a:t>
            </a:r>
            <a:r>
              <a:rPr lang="en-US" err="1"/>
              <a:t>elit</a:t>
            </a:r>
            <a:r>
              <a:rPr lang="en-US"/>
              <a:t> </a:t>
            </a:r>
            <a:r>
              <a:rPr lang="en-US" err="1"/>
              <a:t>eu</a:t>
            </a:r>
            <a:r>
              <a:rPr lang="en-US"/>
              <a:t> ligula </a:t>
            </a:r>
            <a:r>
              <a:rPr lang="en-US" err="1"/>
              <a:t>ultrices</a:t>
            </a:r>
            <a:r>
              <a:rPr lang="en-US"/>
              <a:t>, non </a:t>
            </a:r>
            <a:r>
              <a:rPr lang="en-US" err="1"/>
              <a:t>ullamcorper</a:t>
            </a:r>
            <a:r>
              <a:rPr lang="en-US"/>
              <a:t> </a:t>
            </a:r>
            <a:r>
              <a:rPr lang="en-US" err="1"/>
              <a:t>arcu</a:t>
            </a:r>
            <a:r>
              <a:rPr lang="en-US"/>
              <a:t> </a:t>
            </a:r>
            <a:r>
              <a:rPr lang="en-US" err="1"/>
              <a:t>mattis</a:t>
            </a:r>
            <a:r>
              <a:rPr lang="en-US"/>
              <a:t>. In non </a:t>
            </a:r>
            <a:r>
              <a:rPr lang="en-US" err="1"/>
              <a:t>nisl</a:t>
            </a:r>
            <a:r>
              <a:rPr lang="en-US"/>
              <a:t> a </a:t>
            </a:r>
            <a:r>
              <a:rPr lang="en-US" err="1"/>
              <a:t>elit</a:t>
            </a:r>
            <a:r>
              <a:rPr lang="en-US"/>
              <a:t> </a:t>
            </a:r>
            <a:r>
              <a:rPr lang="en-US" err="1"/>
              <a:t>dapibus</a:t>
            </a:r>
            <a:r>
              <a:rPr lang="en-US"/>
              <a:t> dictum ac vitae </a:t>
            </a:r>
            <a:r>
              <a:rPr lang="en-US" err="1"/>
              <a:t>mauris</a:t>
            </a:r>
            <a:r>
              <a:rPr lang="en-US"/>
              <a:t>. </a:t>
            </a:r>
            <a:r>
              <a:rPr lang="en-US" err="1"/>
              <a:t>Praesent</a:t>
            </a:r>
            <a:r>
              <a:rPr lang="en-US"/>
              <a:t> </a:t>
            </a:r>
            <a:r>
              <a:rPr lang="en-US" err="1"/>
              <a:t>consequat</a:t>
            </a:r>
            <a:r>
              <a:rPr lang="en-US"/>
              <a:t> </a:t>
            </a:r>
            <a:r>
              <a:rPr lang="en-US" err="1"/>
              <a:t>metus</a:t>
            </a:r>
            <a:r>
              <a:rPr lang="en-US"/>
              <a:t> id </a:t>
            </a:r>
            <a:r>
              <a:rPr lang="en-US" err="1"/>
              <a:t>imperdiet</a:t>
            </a:r>
            <a:r>
              <a:rPr lang="en-US"/>
              <a:t> semper. In </a:t>
            </a:r>
            <a:r>
              <a:rPr lang="en-US" err="1"/>
              <a:t>hendrerit</a:t>
            </a:r>
            <a:r>
              <a:rPr lang="en-US"/>
              <a:t> </a:t>
            </a:r>
            <a:r>
              <a:rPr lang="en-US" err="1"/>
              <a:t>neque</a:t>
            </a:r>
            <a:r>
              <a:rPr lang="en-US"/>
              <a:t> </a:t>
            </a:r>
            <a:r>
              <a:rPr lang="en-US" err="1"/>
              <a:t>est</a:t>
            </a:r>
            <a:r>
              <a:rPr lang="en-US"/>
              <a:t>, at </a:t>
            </a:r>
            <a:r>
              <a:rPr lang="en-US" err="1"/>
              <a:t>mollis</a:t>
            </a:r>
            <a:r>
              <a:rPr lang="en-US"/>
              <a:t> nisi lacinia non. </a:t>
            </a:r>
            <a:r>
              <a:rPr lang="en-US" err="1"/>
              <a:t>Fusce</a:t>
            </a:r>
            <a:r>
              <a:rPr lang="en-US"/>
              <a:t> auctor </a:t>
            </a:r>
            <a:r>
              <a:rPr lang="en-US" err="1"/>
              <a:t>interdum</a:t>
            </a:r>
            <a:r>
              <a:rPr lang="en-US"/>
              <a:t> </a:t>
            </a:r>
            <a:r>
              <a:rPr lang="en-US" err="1"/>
              <a:t>facilisis</a:t>
            </a:r>
            <a:r>
              <a:rPr lang="en-US"/>
              <a:t>. </a:t>
            </a:r>
          </a:p>
          <a:p>
            <a:pPr lvl="0"/>
            <a:endParaRPr lang="en-US"/>
          </a:p>
        </p:txBody>
      </p:sp>
      <p:sp>
        <p:nvSpPr>
          <p:cNvPr id="2" name="Title Placeholder 1">
            <a:extLst>
              <a:ext uri="{FF2B5EF4-FFF2-40B4-BE49-F238E27FC236}">
                <a16:creationId xmlns:a16="http://schemas.microsoft.com/office/drawing/2014/main" id="{C74431A9-02A8-1CEF-BDF5-B421C3CFABC0}"/>
              </a:ext>
            </a:extLst>
          </p:cNvPr>
          <p:cNvSpPr>
            <a:spLocks noGrp="1"/>
          </p:cNvSpPr>
          <p:nvPr>
            <p:ph type="title" hasCustomPrompt="1"/>
          </p:nvPr>
        </p:nvSpPr>
        <p:spPr>
          <a:xfrm>
            <a:off x="471539" y="1962021"/>
            <a:ext cx="10532792" cy="602503"/>
          </a:xfrm>
          <a:prstGeom prst="rect">
            <a:avLst/>
          </a:prstGeom>
        </p:spPr>
        <p:txBody>
          <a:bodyPr vert="horz" lIns="91440" tIns="45720" rIns="91440" bIns="45720" rtlCol="0" anchor="t">
            <a:normAutofit/>
          </a:bodyPr>
          <a:lstStyle>
            <a:lvl1pPr>
              <a:defRPr>
                <a:solidFill>
                  <a:schemeClr val="bg1"/>
                </a:solidFill>
              </a:defRPr>
            </a:lvl1pPr>
          </a:lstStyle>
          <a:p>
            <a:r>
              <a:rPr lang="en-GB"/>
              <a:t>Title and text</a:t>
            </a:r>
            <a:endParaRPr lang="en-US"/>
          </a:p>
        </p:txBody>
      </p:sp>
    </p:spTree>
    <p:extLst>
      <p:ext uri="{BB962C8B-B14F-4D97-AF65-F5344CB8AC3E}">
        <p14:creationId xmlns:p14="http://schemas.microsoft.com/office/powerpoint/2010/main" val="11958318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Bulleted Content">
    <p:bg>
      <p:bgPr>
        <a:solidFill>
          <a:srgbClr val="161D26"/>
        </a:solidFill>
        <a:effectLst/>
      </p:bgPr>
    </p:bg>
    <p:spTree>
      <p:nvGrpSpPr>
        <p:cNvPr id="1" name=""/>
        <p:cNvGrpSpPr/>
        <p:nvPr/>
      </p:nvGrpSpPr>
      <p:grpSpPr>
        <a:xfrm>
          <a:off x="0" y="0"/>
          <a:ext cx="0" cy="0"/>
          <a:chOff x="0" y="0"/>
          <a:chExt cx="0" cy="0"/>
        </a:xfrm>
      </p:grpSpPr>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1566402"/>
            <a:ext cx="10532792" cy="4258101"/>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dirty="0"/>
              <a:t>Enter bulleted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C74431A9-02A8-1CEF-BDF5-B421C3CFABC0}"/>
              </a:ext>
            </a:extLst>
          </p:cNvPr>
          <p:cNvSpPr>
            <a:spLocks noGrp="1"/>
          </p:cNvSpPr>
          <p:nvPr>
            <p:ph type="title" hasCustomPrompt="1"/>
          </p:nvPr>
        </p:nvSpPr>
        <p:spPr>
          <a:xfrm>
            <a:off x="502225" y="378881"/>
            <a:ext cx="10532792" cy="602503"/>
          </a:xfrm>
          <a:prstGeom prst="rect">
            <a:avLst/>
          </a:prstGeom>
        </p:spPr>
        <p:txBody>
          <a:bodyPr vert="horz" lIns="91440" tIns="45720" rIns="91440" bIns="45720" rtlCol="0" anchor="t">
            <a:normAutofit/>
          </a:bodyPr>
          <a:lstStyle>
            <a:lvl1pPr>
              <a:defRPr>
                <a:solidFill>
                  <a:schemeClr val="bg1"/>
                </a:solidFill>
              </a:defRPr>
            </a:lvl1pPr>
          </a:lstStyle>
          <a:p>
            <a:r>
              <a:rPr lang="en-GB" dirty="0"/>
              <a:t>Title, and bulleted content</a:t>
            </a:r>
            <a:endParaRPr lang="en-US" dirty="0"/>
          </a:p>
        </p:txBody>
      </p:sp>
    </p:spTree>
    <p:extLst>
      <p:ext uri="{BB962C8B-B14F-4D97-AF65-F5344CB8AC3E}">
        <p14:creationId xmlns:p14="http://schemas.microsoft.com/office/powerpoint/2010/main" val="3811157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Title, Subtitle, and Content">
    <p:bg>
      <p:bgPr>
        <a:solidFill>
          <a:srgbClr val="161D26"/>
        </a:solidFill>
        <a:effectLst/>
      </p:bgPr>
    </p:bg>
    <p:spTree>
      <p:nvGrpSpPr>
        <p:cNvPr id="1" name=""/>
        <p:cNvGrpSpPr/>
        <p:nvPr/>
      </p:nvGrpSpPr>
      <p:grpSpPr>
        <a:xfrm>
          <a:off x="0" y="0"/>
          <a:ext cx="0" cy="0"/>
          <a:chOff x="0" y="0"/>
          <a:chExt cx="0" cy="0"/>
        </a:xfrm>
      </p:grpSpPr>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1842447"/>
            <a:ext cx="10532792" cy="4258101"/>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
        <p:nvSpPr>
          <p:cNvPr id="2" name="Title Placeholder 1">
            <a:extLst>
              <a:ext uri="{FF2B5EF4-FFF2-40B4-BE49-F238E27FC236}">
                <a16:creationId xmlns:a16="http://schemas.microsoft.com/office/drawing/2014/main" id="{C74431A9-02A8-1CEF-BDF5-B421C3CFABC0}"/>
              </a:ext>
            </a:extLst>
          </p:cNvPr>
          <p:cNvSpPr>
            <a:spLocks noGrp="1"/>
          </p:cNvSpPr>
          <p:nvPr>
            <p:ph type="title" hasCustomPrompt="1"/>
          </p:nvPr>
        </p:nvSpPr>
        <p:spPr>
          <a:xfrm>
            <a:off x="502225" y="378881"/>
            <a:ext cx="10532792" cy="602503"/>
          </a:xfrm>
          <a:prstGeom prst="rect">
            <a:avLst/>
          </a:prstGeom>
        </p:spPr>
        <p:txBody>
          <a:bodyPr vert="horz" lIns="91440" tIns="45720" rIns="91440" bIns="45720" rtlCol="0" anchor="t">
            <a:normAutofit/>
          </a:bodyPr>
          <a:lstStyle>
            <a:lvl1pPr>
              <a:defRPr>
                <a:solidFill>
                  <a:schemeClr val="bg1"/>
                </a:solidFill>
              </a:defRPr>
            </a:lvl1pPr>
          </a:lstStyle>
          <a:p>
            <a:r>
              <a:rPr lang="en-GB" dirty="0"/>
              <a:t>Title, subtitle, and content</a:t>
            </a:r>
            <a:endParaRPr lang="en-US" dirty="0"/>
          </a:p>
        </p:txBody>
      </p:sp>
      <p:sp>
        <p:nvSpPr>
          <p:cNvPr id="3" name="Text Placeholder 21">
            <a:extLst>
              <a:ext uri="{FF2B5EF4-FFF2-40B4-BE49-F238E27FC236}">
                <a16:creationId xmlns:a16="http://schemas.microsoft.com/office/drawing/2014/main" id="{FEF61C1D-9F0D-1627-6470-0253436BB09B}"/>
              </a:ext>
            </a:extLst>
          </p:cNvPr>
          <p:cNvSpPr>
            <a:spLocks noGrp="1"/>
          </p:cNvSpPr>
          <p:nvPr>
            <p:ph type="body" sz="quarter" idx="13" hasCustomPrompt="1"/>
          </p:nvPr>
        </p:nvSpPr>
        <p:spPr>
          <a:xfrm>
            <a:off x="502225" y="1148344"/>
            <a:ext cx="10532792" cy="366557"/>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dirty="0"/>
              <a:t>Subtitle</a:t>
            </a:r>
          </a:p>
        </p:txBody>
      </p:sp>
    </p:spTree>
    <p:extLst>
      <p:ext uri="{BB962C8B-B14F-4D97-AF65-F5344CB8AC3E}">
        <p14:creationId xmlns:p14="http://schemas.microsoft.com/office/powerpoint/2010/main" val="31918790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and Bulleted Content">
    <p:bg>
      <p:bgPr>
        <a:solidFill>
          <a:srgbClr val="161D26"/>
        </a:solidFill>
        <a:effectLst/>
      </p:bgPr>
    </p:bg>
    <p:spTree>
      <p:nvGrpSpPr>
        <p:cNvPr id="1" name=""/>
        <p:cNvGrpSpPr/>
        <p:nvPr/>
      </p:nvGrpSpPr>
      <p:grpSpPr>
        <a:xfrm>
          <a:off x="0" y="0"/>
          <a:ext cx="0" cy="0"/>
          <a:chOff x="0" y="0"/>
          <a:chExt cx="0" cy="0"/>
        </a:xfrm>
      </p:grpSpPr>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1842447"/>
            <a:ext cx="10532792" cy="4258101"/>
          </a:xfrm>
          <a:prstGeom prst="rect">
            <a:avLst/>
          </a:prstGeom>
        </p:spPr>
        <p:txBody>
          <a:bodyPr/>
          <a:lstStyle>
            <a:lvl1pPr marL="285750" marR="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dirty="0"/>
              <a:t>Enter bulleted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C74431A9-02A8-1CEF-BDF5-B421C3CFABC0}"/>
              </a:ext>
            </a:extLst>
          </p:cNvPr>
          <p:cNvSpPr>
            <a:spLocks noGrp="1"/>
          </p:cNvSpPr>
          <p:nvPr>
            <p:ph type="title" hasCustomPrompt="1"/>
          </p:nvPr>
        </p:nvSpPr>
        <p:spPr>
          <a:xfrm>
            <a:off x="502225" y="378881"/>
            <a:ext cx="10532792" cy="602503"/>
          </a:xfrm>
          <a:prstGeom prst="rect">
            <a:avLst/>
          </a:prstGeom>
        </p:spPr>
        <p:txBody>
          <a:bodyPr vert="horz" lIns="91440" tIns="45720" rIns="91440" bIns="45720" rtlCol="0" anchor="t">
            <a:normAutofit/>
          </a:bodyPr>
          <a:lstStyle>
            <a:lvl1pPr>
              <a:defRPr>
                <a:solidFill>
                  <a:schemeClr val="bg1"/>
                </a:solidFill>
              </a:defRPr>
            </a:lvl1pPr>
          </a:lstStyle>
          <a:p>
            <a:r>
              <a:rPr lang="en-GB" dirty="0"/>
              <a:t>Title, subtitle, and bulleted content</a:t>
            </a:r>
            <a:endParaRPr lang="en-US" dirty="0"/>
          </a:p>
        </p:txBody>
      </p:sp>
      <p:sp>
        <p:nvSpPr>
          <p:cNvPr id="3" name="Text Placeholder 21">
            <a:extLst>
              <a:ext uri="{FF2B5EF4-FFF2-40B4-BE49-F238E27FC236}">
                <a16:creationId xmlns:a16="http://schemas.microsoft.com/office/drawing/2014/main" id="{FEF61C1D-9F0D-1627-6470-0253436BB09B}"/>
              </a:ext>
            </a:extLst>
          </p:cNvPr>
          <p:cNvSpPr>
            <a:spLocks noGrp="1"/>
          </p:cNvSpPr>
          <p:nvPr>
            <p:ph type="body" sz="quarter" idx="13" hasCustomPrompt="1"/>
          </p:nvPr>
        </p:nvSpPr>
        <p:spPr>
          <a:xfrm>
            <a:off x="502225" y="1148344"/>
            <a:ext cx="10532792" cy="366557"/>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dirty="0"/>
              <a:t>Subtitle</a:t>
            </a:r>
          </a:p>
        </p:txBody>
      </p:sp>
    </p:spTree>
    <p:extLst>
      <p:ext uri="{BB962C8B-B14F-4D97-AF65-F5344CB8AC3E}">
        <p14:creationId xmlns:p14="http://schemas.microsoft.com/office/powerpoint/2010/main" val="370307490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Subtitle">
    <p:bg>
      <p:bgPr>
        <a:solidFill>
          <a:srgbClr val="161D26"/>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74431A9-02A8-1CEF-BDF5-B421C3CFABC0}"/>
              </a:ext>
            </a:extLst>
          </p:cNvPr>
          <p:cNvSpPr>
            <a:spLocks noGrp="1"/>
          </p:cNvSpPr>
          <p:nvPr>
            <p:ph type="title" hasCustomPrompt="1"/>
          </p:nvPr>
        </p:nvSpPr>
        <p:spPr>
          <a:xfrm>
            <a:off x="502225" y="378881"/>
            <a:ext cx="10532792" cy="602503"/>
          </a:xfrm>
          <a:prstGeom prst="rect">
            <a:avLst/>
          </a:prstGeom>
        </p:spPr>
        <p:txBody>
          <a:bodyPr vert="horz" lIns="91440" tIns="45720" rIns="91440" bIns="45720" rtlCol="0" anchor="t">
            <a:normAutofit/>
          </a:bodyPr>
          <a:lstStyle>
            <a:lvl1pPr>
              <a:defRPr>
                <a:solidFill>
                  <a:schemeClr val="bg1"/>
                </a:solidFill>
              </a:defRPr>
            </a:lvl1pPr>
          </a:lstStyle>
          <a:p>
            <a:r>
              <a:rPr lang="en-GB" dirty="0"/>
              <a:t>Title and subtitle</a:t>
            </a:r>
            <a:endParaRPr lang="en-US" dirty="0"/>
          </a:p>
        </p:txBody>
      </p:sp>
      <p:sp>
        <p:nvSpPr>
          <p:cNvPr id="3" name="Text Placeholder 21">
            <a:extLst>
              <a:ext uri="{FF2B5EF4-FFF2-40B4-BE49-F238E27FC236}">
                <a16:creationId xmlns:a16="http://schemas.microsoft.com/office/drawing/2014/main" id="{FEF61C1D-9F0D-1627-6470-0253436BB09B}"/>
              </a:ext>
            </a:extLst>
          </p:cNvPr>
          <p:cNvSpPr>
            <a:spLocks noGrp="1"/>
          </p:cNvSpPr>
          <p:nvPr>
            <p:ph type="body" sz="quarter" idx="13" hasCustomPrompt="1"/>
          </p:nvPr>
        </p:nvSpPr>
        <p:spPr>
          <a:xfrm>
            <a:off x="502225" y="1148344"/>
            <a:ext cx="10532792" cy="366557"/>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dirty="0"/>
              <a:t>Subtitle</a:t>
            </a:r>
          </a:p>
        </p:txBody>
      </p:sp>
    </p:spTree>
    <p:extLst>
      <p:ext uri="{BB962C8B-B14F-4D97-AF65-F5344CB8AC3E}">
        <p14:creationId xmlns:p14="http://schemas.microsoft.com/office/powerpoint/2010/main" val="7562324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 1">
    <p:bg>
      <p:bgPr>
        <a:solidFill>
          <a:srgbClr val="161D26"/>
        </a:solidFill>
        <a:effectLst/>
      </p:bgPr>
    </p:bg>
    <p:spTree>
      <p:nvGrpSpPr>
        <p:cNvPr id="1" name=""/>
        <p:cNvGrpSpPr/>
        <p:nvPr/>
      </p:nvGrpSpPr>
      <p:grpSpPr>
        <a:xfrm>
          <a:off x="0" y="0"/>
          <a:ext cx="0" cy="0"/>
          <a:chOff x="0" y="0"/>
          <a:chExt cx="0" cy="0"/>
        </a:xfrm>
      </p:grpSpPr>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88265"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a:t>EYEBROW</a:t>
            </a:r>
          </a:p>
        </p:txBody>
      </p:sp>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5155159" y="2214070"/>
            <a:ext cx="6396066"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Pellentesque</a:t>
            </a:r>
            <a:r>
              <a:rPr lang="en-US"/>
              <a:t> </a:t>
            </a:r>
            <a:r>
              <a:rPr lang="en-US" err="1"/>
              <a:t>vulputate</a:t>
            </a:r>
            <a:r>
              <a:rPr lang="en-US"/>
              <a:t> </a:t>
            </a:r>
            <a:r>
              <a:rPr lang="en-US" err="1"/>
              <a:t>elit</a:t>
            </a:r>
            <a:r>
              <a:rPr lang="en-US"/>
              <a:t> </a:t>
            </a:r>
            <a:r>
              <a:rPr lang="en-US" err="1"/>
              <a:t>eu</a:t>
            </a:r>
            <a:r>
              <a:rPr lang="en-US"/>
              <a:t> ligula </a:t>
            </a:r>
            <a:r>
              <a:rPr lang="en-US" err="1"/>
              <a:t>ultrices</a:t>
            </a:r>
            <a:r>
              <a:rPr lang="en-US"/>
              <a:t>, non </a:t>
            </a:r>
            <a:r>
              <a:rPr lang="en-US" err="1"/>
              <a:t>ullamcorper</a:t>
            </a:r>
            <a:r>
              <a:rPr lang="en-US"/>
              <a:t> </a:t>
            </a:r>
            <a:r>
              <a:rPr lang="en-US" err="1"/>
              <a:t>arcu</a:t>
            </a:r>
            <a:r>
              <a:rPr lang="en-US"/>
              <a:t> </a:t>
            </a:r>
            <a:r>
              <a:rPr lang="en-US" err="1"/>
              <a:t>mattis</a:t>
            </a:r>
            <a:r>
              <a:rPr lang="en-US"/>
              <a:t>. In non </a:t>
            </a:r>
            <a:r>
              <a:rPr lang="en-US" err="1"/>
              <a:t>nisl</a:t>
            </a:r>
            <a:r>
              <a:rPr lang="en-US"/>
              <a:t> a </a:t>
            </a:r>
            <a:r>
              <a:rPr lang="en-US" err="1"/>
              <a:t>elit</a:t>
            </a:r>
            <a:r>
              <a:rPr lang="en-US"/>
              <a:t> </a:t>
            </a:r>
            <a:r>
              <a:rPr lang="en-US" err="1"/>
              <a:t>dapibus</a:t>
            </a:r>
            <a:r>
              <a:rPr lang="en-US"/>
              <a:t> dictum ac vitae </a:t>
            </a:r>
            <a:r>
              <a:rPr lang="en-US" err="1"/>
              <a:t>mauris</a:t>
            </a:r>
            <a:r>
              <a:rPr lang="en-US"/>
              <a:t>. </a:t>
            </a:r>
            <a:r>
              <a:rPr lang="en-US" err="1"/>
              <a:t>Praesent</a:t>
            </a:r>
            <a:r>
              <a:rPr lang="en-US"/>
              <a:t> </a:t>
            </a:r>
            <a:r>
              <a:rPr lang="en-US" err="1"/>
              <a:t>consequat</a:t>
            </a:r>
            <a:r>
              <a:rPr lang="en-US"/>
              <a:t> </a:t>
            </a:r>
            <a:r>
              <a:rPr lang="en-US" err="1"/>
              <a:t>metus</a:t>
            </a:r>
            <a:r>
              <a:rPr lang="en-US"/>
              <a:t> id </a:t>
            </a:r>
            <a:r>
              <a:rPr lang="en-US" err="1"/>
              <a:t>imperdiet</a:t>
            </a:r>
            <a:r>
              <a:rPr lang="en-US"/>
              <a:t> semper. In </a:t>
            </a:r>
            <a:r>
              <a:rPr lang="en-US" err="1"/>
              <a:t>hendrerit</a:t>
            </a:r>
            <a:r>
              <a:rPr lang="en-US"/>
              <a:t> </a:t>
            </a:r>
            <a:r>
              <a:rPr lang="en-US" err="1"/>
              <a:t>neque</a:t>
            </a:r>
            <a:r>
              <a:rPr lang="en-US"/>
              <a:t> </a:t>
            </a:r>
            <a:r>
              <a:rPr lang="en-US" err="1"/>
              <a:t>est</a:t>
            </a:r>
            <a:r>
              <a:rPr lang="en-US"/>
              <a:t>, at </a:t>
            </a:r>
            <a:r>
              <a:rPr lang="en-US" err="1"/>
              <a:t>mollis</a:t>
            </a:r>
            <a:r>
              <a:rPr lang="en-US"/>
              <a:t> nisi lacinia non. </a:t>
            </a:r>
            <a:r>
              <a:rPr lang="en-US" err="1"/>
              <a:t>Fusce</a:t>
            </a:r>
            <a:r>
              <a:rPr lang="en-US"/>
              <a:t> auctor </a:t>
            </a:r>
            <a:r>
              <a:rPr lang="en-US" err="1"/>
              <a:t>interdum</a:t>
            </a:r>
            <a:r>
              <a:rPr lang="en-US"/>
              <a:t> </a:t>
            </a:r>
            <a:r>
              <a:rPr lang="en-US" err="1"/>
              <a:t>facilisis</a:t>
            </a:r>
            <a:r>
              <a:rPr lang="en-US"/>
              <a:t>. </a:t>
            </a:r>
          </a:p>
          <a:p>
            <a:pPr lvl="0"/>
            <a:endParaRPr lang="en-US"/>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75636"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2" name="Title Placeholder 1">
            <a:extLst>
              <a:ext uri="{FF2B5EF4-FFF2-40B4-BE49-F238E27FC236}">
                <a16:creationId xmlns:a16="http://schemas.microsoft.com/office/drawing/2014/main" id="{F661D85D-5DC9-C06E-F026-12C2EF9D2BEB}"/>
              </a:ext>
            </a:extLst>
          </p:cNvPr>
          <p:cNvSpPr>
            <a:spLocks noGrp="1"/>
          </p:cNvSpPr>
          <p:nvPr>
            <p:ph type="title" hasCustomPrompt="1"/>
          </p:nvPr>
        </p:nvSpPr>
        <p:spPr>
          <a:xfrm>
            <a:off x="471539" y="2049517"/>
            <a:ext cx="3591179" cy="1640724"/>
          </a:xfrm>
          <a:prstGeom prst="rect">
            <a:avLst/>
          </a:prstGeom>
        </p:spPr>
        <p:txBody>
          <a:bodyPr vert="horz" lIns="91440" tIns="45720" rIns="91440" bIns="45720" rtlCol="0" anchor="t">
            <a:normAutofit/>
          </a:bodyPr>
          <a:lstStyle>
            <a:lvl1pPr>
              <a:defRPr>
                <a:solidFill>
                  <a:schemeClr val="bg1"/>
                </a:solidFill>
              </a:defRPr>
            </a:lvl1pPr>
          </a:lstStyle>
          <a:p>
            <a:r>
              <a:rPr lang="en-GB"/>
              <a:t>Title and text</a:t>
            </a:r>
            <a:endParaRPr lang="en-US"/>
          </a:p>
        </p:txBody>
      </p:sp>
      <p:cxnSp>
        <p:nvCxnSpPr>
          <p:cNvPr id="3" name="Straight Connector 2">
            <a:extLst>
              <a:ext uri="{FF2B5EF4-FFF2-40B4-BE49-F238E27FC236}">
                <a16:creationId xmlns:a16="http://schemas.microsoft.com/office/drawing/2014/main" id="{DDA9EDFC-6F60-B8D1-2895-DA3164A7CE7C}"/>
              </a:ext>
            </a:extLst>
          </p:cNvPr>
          <p:cNvCxnSpPr>
            <a:cxnSpLocks/>
          </p:cNvCxnSpPr>
          <p:nvPr userDrawn="1"/>
        </p:nvCxnSpPr>
        <p:spPr>
          <a:xfrm>
            <a:off x="4711707" y="1586429"/>
            <a:ext cx="0" cy="4018274"/>
          </a:xfrm>
          <a:prstGeom prst="line">
            <a:avLst/>
          </a:prstGeom>
          <a:noFill/>
          <a:ln w="25400" cap="flat" cmpd="sng" algn="ctr">
            <a:gradFill>
              <a:gsLst>
                <a:gs pos="0">
                  <a:srgbClr val="43004C"/>
                </a:gs>
                <a:gs pos="21000">
                  <a:srgbClr val="AB0071"/>
                </a:gs>
                <a:gs pos="100000">
                  <a:srgbClr val="00D6C7"/>
                </a:gs>
                <a:gs pos="85000">
                  <a:srgbClr val="007DFF"/>
                </a:gs>
                <a:gs pos="64000">
                  <a:srgbClr val="952EFF"/>
                </a:gs>
                <a:gs pos="40000">
                  <a:srgbClr val="E433FF"/>
                </a:gs>
              </a:gsLst>
              <a:lin ang="5400000" scaled="1"/>
            </a:gradFill>
            <a:prstDash val="solid"/>
            <a:miter lim="800000"/>
          </a:ln>
          <a:effectLst/>
        </p:spPr>
      </p:cxnSp>
    </p:spTree>
    <p:extLst>
      <p:ext uri="{BB962C8B-B14F-4D97-AF65-F5344CB8AC3E}">
        <p14:creationId xmlns:p14="http://schemas.microsoft.com/office/powerpoint/2010/main" val="4450765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3 row content">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4782056" y="1106577"/>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a:t>Subtitle 1</a:t>
            </a:r>
          </a:p>
        </p:txBody>
      </p:sp>
      <p:sp>
        <p:nvSpPr>
          <p:cNvPr id="18" name="Text Placeholder 21">
            <a:extLst>
              <a:ext uri="{FF2B5EF4-FFF2-40B4-BE49-F238E27FC236}">
                <a16:creationId xmlns:a16="http://schemas.microsoft.com/office/drawing/2014/main" id="{634A4CAF-90EC-E954-3BFB-6E43FD445519}"/>
              </a:ext>
            </a:extLst>
          </p:cNvPr>
          <p:cNvSpPr>
            <a:spLocks noGrp="1"/>
          </p:cNvSpPr>
          <p:nvPr>
            <p:ph type="body" sz="quarter" idx="13" hasCustomPrompt="1"/>
          </p:nvPr>
        </p:nvSpPr>
        <p:spPr>
          <a:xfrm>
            <a:off x="4782056" y="1700906"/>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a:ln>
                <a:noFill/>
              </a:ln>
              <a:solidFill>
                <a:srgbClr val="FFFFFF"/>
              </a:solidFill>
              <a:effectLst/>
              <a:uLnTx/>
              <a:uFillTx/>
              <a:latin typeface="Amazon Ember Display"/>
              <a:ea typeface="+mn-ea"/>
              <a:cs typeface="+mn-cs"/>
            </a:endParaRPr>
          </a:p>
          <a:p>
            <a:pPr lvl="0"/>
            <a:endParaRPr lang="en-US"/>
          </a:p>
        </p:txBody>
      </p:sp>
      <p:sp>
        <p:nvSpPr>
          <p:cNvPr id="19" name="Text Placeholder 21">
            <a:extLst>
              <a:ext uri="{FF2B5EF4-FFF2-40B4-BE49-F238E27FC236}">
                <a16:creationId xmlns:a16="http://schemas.microsoft.com/office/drawing/2014/main" id="{37F65AD8-E4FD-4984-5FBA-EC5F6A685D9A}"/>
              </a:ext>
            </a:extLst>
          </p:cNvPr>
          <p:cNvSpPr>
            <a:spLocks noGrp="1"/>
          </p:cNvSpPr>
          <p:nvPr>
            <p:ph type="body" sz="quarter" idx="14" hasCustomPrompt="1"/>
          </p:nvPr>
        </p:nvSpPr>
        <p:spPr>
          <a:xfrm>
            <a:off x="4782056" y="2890611"/>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a:t>Subtitle 2</a:t>
            </a:r>
          </a:p>
        </p:txBody>
      </p:sp>
      <p:sp>
        <p:nvSpPr>
          <p:cNvPr id="20" name="Text Placeholder 21">
            <a:extLst>
              <a:ext uri="{FF2B5EF4-FFF2-40B4-BE49-F238E27FC236}">
                <a16:creationId xmlns:a16="http://schemas.microsoft.com/office/drawing/2014/main" id="{DCE340B5-AF30-C9FD-EA84-87B943FC7B83}"/>
              </a:ext>
            </a:extLst>
          </p:cNvPr>
          <p:cNvSpPr>
            <a:spLocks noGrp="1"/>
          </p:cNvSpPr>
          <p:nvPr>
            <p:ph type="body" sz="quarter" idx="15" hasCustomPrompt="1"/>
          </p:nvPr>
        </p:nvSpPr>
        <p:spPr>
          <a:xfrm>
            <a:off x="4782056" y="3484940"/>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a:ln>
                <a:noFill/>
              </a:ln>
              <a:solidFill>
                <a:srgbClr val="FFFFFF"/>
              </a:solidFill>
              <a:effectLst/>
              <a:uLnTx/>
              <a:uFillTx/>
              <a:latin typeface="Amazon Ember Display"/>
              <a:ea typeface="+mn-ea"/>
              <a:cs typeface="+mn-cs"/>
            </a:endParaRPr>
          </a:p>
          <a:p>
            <a:pPr lvl="0"/>
            <a:endParaRPr lang="en-US"/>
          </a:p>
        </p:txBody>
      </p:sp>
      <p:sp>
        <p:nvSpPr>
          <p:cNvPr id="21" name="Text Placeholder 21">
            <a:extLst>
              <a:ext uri="{FF2B5EF4-FFF2-40B4-BE49-F238E27FC236}">
                <a16:creationId xmlns:a16="http://schemas.microsoft.com/office/drawing/2014/main" id="{1344ABFA-783F-F7DE-C825-0026F5EB31A5}"/>
              </a:ext>
            </a:extLst>
          </p:cNvPr>
          <p:cNvSpPr>
            <a:spLocks noGrp="1"/>
          </p:cNvSpPr>
          <p:nvPr>
            <p:ph type="body" sz="quarter" idx="16" hasCustomPrompt="1"/>
          </p:nvPr>
        </p:nvSpPr>
        <p:spPr>
          <a:xfrm>
            <a:off x="4782056" y="4653183"/>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a:t>Subtitle 3</a:t>
            </a:r>
          </a:p>
        </p:txBody>
      </p:sp>
      <p:sp>
        <p:nvSpPr>
          <p:cNvPr id="22" name="Text Placeholder 21">
            <a:extLst>
              <a:ext uri="{FF2B5EF4-FFF2-40B4-BE49-F238E27FC236}">
                <a16:creationId xmlns:a16="http://schemas.microsoft.com/office/drawing/2014/main" id="{C3D4EB6E-2D83-811D-C211-5CA9EC0D0890}"/>
              </a:ext>
            </a:extLst>
          </p:cNvPr>
          <p:cNvSpPr>
            <a:spLocks noGrp="1"/>
          </p:cNvSpPr>
          <p:nvPr>
            <p:ph type="body" sz="quarter" idx="17" hasCustomPrompt="1"/>
          </p:nvPr>
        </p:nvSpPr>
        <p:spPr>
          <a:xfrm>
            <a:off x="4782056" y="5247512"/>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chemeClr val="bg1"/>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a:ln>
                  <a:noFill/>
                </a:ln>
                <a:solidFill>
                  <a:srgbClr val="FFFFFF"/>
                </a:solidFill>
                <a:effectLst/>
                <a:uLnTx/>
                <a:uFillTx/>
                <a:latin typeface="Amazon Ember Display"/>
                <a:ea typeface="+mn-ea"/>
                <a:cs typeface="+mn-cs"/>
              </a:rPr>
              <a:t>, </a:t>
            </a:r>
            <a:r>
              <a:rPr kumimoji="0" lang="en-US" b="0" i="0" u="none" strike="noStrike" kern="1200" cap="none" spc="0" normalizeH="0" baseline="0" noProof="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a:ln>
                <a:noFill/>
              </a:ln>
              <a:solidFill>
                <a:srgbClr val="FFFFFF"/>
              </a:solidFill>
              <a:effectLst/>
              <a:uLnTx/>
              <a:uFillTx/>
              <a:latin typeface="Amazon Ember Display"/>
              <a:ea typeface="+mn-ea"/>
              <a:cs typeface="+mn-cs"/>
            </a:endParaRPr>
          </a:p>
          <a:p>
            <a:pPr lvl="0"/>
            <a:endParaRPr lang="en-US"/>
          </a:p>
        </p:txBody>
      </p:sp>
      <p:sp>
        <p:nvSpPr>
          <p:cNvPr id="2" name="Title Placeholder 1">
            <a:extLst>
              <a:ext uri="{FF2B5EF4-FFF2-40B4-BE49-F238E27FC236}">
                <a16:creationId xmlns:a16="http://schemas.microsoft.com/office/drawing/2014/main" id="{C72185E1-613C-FCB0-89FC-C3529FC254DF}"/>
              </a:ext>
            </a:extLst>
          </p:cNvPr>
          <p:cNvSpPr>
            <a:spLocks noGrp="1"/>
          </p:cNvSpPr>
          <p:nvPr>
            <p:ph type="title" hasCustomPrompt="1"/>
          </p:nvPr>
        </p:nvSpPr>
        <p:spPr>
          <a:xfrm>
            <a:off x="471539" y="1106577"/>
            <a:ext cx="3591179" cy="1640724"/>
          </a:xfrm>
          <a:prstGeom prst="rect">
            <a:avLst/>
          </a:prstGeom>
        </p:spPr>
        <p:txBody>
          <a:bodyPr vert="horz" lIns="91440" tIns="45720" rIns="91440" bIns="45720" rtlCol="0" anchor="t">
            <a:normAutofit/>
          </a:bodyPr>
          <a:lstStyle>
            <a:lvl1pPr>
              <a:defRPr>
                <a:solidFill>
                  <a:schemeClr val="bg1"/>
                </a:solidFill>
              </a:defRPr>
            </a:lvl1pPr>
          </a:lstStyle>
          <a:p>
            <a:r>
              <a:rPr lang="en-GB"/>
              <a:t>Title and text</a:t>
            </a:r>
            <a:endParaRPr lang="en-US"/>
          </a:p>
        </p:txBody>
      </p:sp>
      <p:cxnSp>
        <p:nvCxnSpPr>
          <p:cNvPr id="4" name="Straight Connector 3">
            <a:extLst>
              <a:ext uri="{FF2B5EF4-FFF2-40B4-BE49-F238E27FC236}">
                <a16:creationId xmlns:a16="http://schemas.microsoft.com/office/drawing/2014/main" id="{029306D2-2A2C-2752-8628-E478821D9BEE}"/>
              </a:ext>
            </a:extLst>
          </p:cNvPr>
          <p:cNvCxnSpPr>
            <a:cxnSpLocks/>
          </p:cNvCxnSpPr>
          <p:nvPr userDrawn="1"/>
        </p:nvCxnSpPr>
        <p:spPr>
          <a:xfrm>
            <a:off x="4185978" y="1212574"/>
            <a:ext cx="0" cy="4721087"/>
          </a:xfrm>
          <a:prstGeom prst="line">
            <a:avLst/>
          </a:prstGeom>
          <a:noFill/>
          <a:ln w="25400" cap="flat" cmpd="sng" algn="ctr">
            <a:gradFill>
              <a:gsLst>
                <a:gs pos="0">
                  <a:srgbClr val="43004C"/>
                </a:gs>
                <a:gs pos="21000">
                  <a:srgbClr val="AB0071"/>
                </a:gs>
                <a:gs pos="100000">
                  <a:srgbClr val="00D6C7"/>
                </a:gs>
                <a:gs pos="85000">
                  <a:srgbClr val="007DFF"/>
                </a:gs>
                <a:gs pos="64000">
                  <a:srgbClr val="952EFF"/>
                </a:gs>
                <a:gs pos="40000">
                  <a:srgbClr val="E433FF"/>
                </a:gs>
              </a:gsLst>
              <a:lin ang="5400000" scaled="1"/>
            </a:gradFill>
            <a:prstDash val="solid"/>
            <a:miter lim="800000"/>
          </a:ln>
          <a:effectLst/>
        </p:spPr>
      </p:cxnSp>
    </p:spTree>
    <p:extLst>
      <p:ext uri="{BB962C8B-B14F-4D97-AF65-F5344CB8AC3E}">
        <p14:creationId xmlns:p14="http://schemas.microsoft.com/office/powerpoint/2010/main" val="11839801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content - 2">
    <p:bg>
      <p:bgPr>
        <a:solidFill>
          <a:srgbClr val="161D26"/>
        </a:solidFill>
        <a:effectLst/>
      </p:bgPr>
    </p:bg>
    <p:spTree>
      <p:nvGrpSpPr>
        <p:cNvPr id="1" name=""/>
        <p:cNvGrpSpPr/>
        <p:nvPr/>
      </p:nvGrpSpPr>
      <p:grpSpPr>
        <a:xfrm>
          <a:off x="0" y="0"/>
          <a:ext cx="0" cy="0"/>
          <a:chOff x="0" y="0"/>
          <a:chExt cx="0" cy="0"/>
        </a:xfrm>
      </p:grpSpPr>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99250"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a:t>EYEBROW</a:t>
            </a:r>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86621"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3" name="Text Placeholder 21">
            <a:extLst>
              <a:ext uri="{FF2B5EF4-FFF2-40B4-BE49-F238E27FC236}">
                <a16:creationId xmlns:a16="http://schemas.microsoft.com/office/drawing/2014/main" id="{EFE7A93F-D4FC-8E79-7A97-3BD5405D783D}"/>
              </a:ext>
            </a:extLst>
          </p:cNvPr>
          <p:cNvSpPr>
            <a:spLocks noGrp="1"/>
          </p:cNvSpPr>
          <p:nvPr>
            <p:ph type="body" sz="quarter" idx="12" hasCustomPrompt="1"/>
          </p:nvPr>
        </p:nvSpPr>
        <p:spPr>
          <a:xfrm>
            <a:off x="5166144" y="1726451"/>
            <a:ext cx="6396066" cy="3878252"/>
          </a:xfrm>
          <a:prstGeom prst="rect">
            <a:avLst/>
          </a:prstGeom>
        </p:spPr>
        <p:txBody>
          <a:bodyPr/>
          <a:lstStyle>
            <a:lvl1pPr marL="342900" marR="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kumimoji="0" lang="en-US" sz="2000" b="0" u="none" strike="noStrike" kern="1200" cap="none" spc="0" normalizeH="0" baseline="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342900" marR="0" lvl="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a:pPr>
            <a:r>
              <a:rPr kumimoji="0" lang="en-US" sz="2000" b="0" u="none" strike="noStrike" kern="1200" cap="none" spc="0" normalizeH="0" baseline="0" noProof="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kumimoji="0" lang="en-US" sz="2000" b="0" u="none" strike="noStrike" kern="1200" cap="none" spc="0" normalizeH="0" baseline="0" noProof="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amet</a:t>
            </a:r>
            <a:r>
              <a:rPr kumimoji="0" lang="en-US" sz="2000" b="0" u="none" strike="noStrike" kern="1200" cap="none" spc="0" normalizeH="0" baseline="0" noProof="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kumimoji="0" lang="en-US" sz="2000" b="0" u="none" strike="noStrike" kern="1200" cap="none" spc="0" normalizeH="0" baseline="0" noProof="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kumimoji="0" lang="en-US" sz="2000" b="0" u="none" strike="noStrike" kern="1200" cap="none" spc="0" normalizeH="0" baseline="0" noProof="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elit</a:t>
            </a:r>
            <a:r>
              <a:rPr kumimoji="0" lang="en-US" sz="2000" b="0" u="none" strike="noStrike" kern="1200" cap="none" spc="0" normalizeH="0" baseline="0" noProof="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kumimoji="0" lang="en-US" sz="2000" b="0" u="none" strike="noStrike" kern="1200" cap="none" spc="0" normalizeH="0" baseline="0" noProof="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kumimoji="0" lang="en-US" sz="2000" b="0" u="none" strike="noStrike" kern="1200" cap="none" spc="0" normalizeH="0" baseline="0" noProof="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kumimoji="0" lang="en-US" sz="2000" b="0" u="none" strike="noStrike" kern="1200" cap="none" spc="0" normalizeH="0" baseline="0" noProof="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endParaRPr lang="en-US"/>
          </a:p>
        </p:txBody>
      </p:sp>
      <p:sp>
        <p:nvSpPr>
          <p:cNvPr id="2" name="Title Placeholder 1">
            <a:extLst>
              <a:ext uri="{FF2B5EF4-FFF2-40B4-BE49-F238E27FC236}">
                <a16:creationId xmlns:a16="http://schemas.microsoft.com/office/drawing/2014/main" id="{8D7FB630-9BEB-632E-FF46-39EDD9136D8A}"/>
              </a:ext>
            </a:extLst>
          </p:cNvPr>
          <p:cNvSpPr>
            <a:spLocks noGrp="1"/>
          </p:cNvSpPr>
          <p:nvPr>
            <p:ph type="title" hasCustomPrompt="1"/>
          </p:nvPr>
        </p:nvSpPr>
        <p:spPr>
          <a:xfrm>
            <a:off x="471539" y="2049517"/>
            <a:ext cx="3591179" cy="1640724"/>
          </a:xfrm>
          <a:prstGeom prst="rect">
            <a:avLst/>
          </a:prstGeom>
        </p:spPr>
        <p:txBody>
          <a:bodyPr vert="horz" lIns="91440" tIns="45720" rIns="91440" bIns="45720" rtlCol="0" anchor="t">
            <a:normAutofit/>
          </a:bodyPr>
          <a:lstStyle>
            <a:lvl1pPr>
              <a:defRPr>
                <a:solidFill>
                  <a:schemeClr val="bg1"/>
                </a:solidFill>
              </a:defRPr>
            </a:lvl1pPr>
          </a:lstStyle>
          <a:p>
            <a:r>
              <a:rPr lang="en-GB"/>
              <a:t>Title and text</a:t>
            </a:r>
            <a:endParaRPr lang="en-US"/>
          </a:p>
        </p:txBody>
      </p:sp>
      <p:cxnSp>
        <p:nvCxnSpPr>
          <p:cNvPr id="4" name="Straight Connector 3">
            <a:extLst>
              <a:ext uri="{FF2B5EF4-FFF2-40B4-BE49-F238E27FC236}">
                <a16:creationId xmlns:a16="http://schemas.microsoft.com/office/drawing/2014/main" id="{A0FEC57B-EBC3-8BC7-BD68-066721DD0A55}"/>
              </a:ext>
            </a:extLst>
          </p:cNvPr>
          <p:cNvCxnSpPr>
            <a:cxnSpLocks/>
          </p:cNvCxnSpPr>
          <p:nvPr userDrawn="1"/>
        </p:nvCxnSpPr>
        <p:spPr>
          <a:xfrm>
            <a:off x="4722692" y="1586429"/>
            <a:ext cx="0" cy="4018274"/>
          </a:xfrm>
          <a:prstGeom prst="line">
            <a:avLst/>
          </a:prstGeom>
          <a:noFill/>
          <a:ln w="25400" cap="flat" cmpd="sng" algn="ctr">
            <a:gradFill>
              <a:gsLst>
                <a:gs pos="0">
                  <a:srgbClr val="43004C"/>
                </a:gs>
                <a:gs pos="21000">
                  <a:srgbClr val="AB0071"/>
                </a:gs>
                <a:gs pos="100000">
                  <a:srgbClr val="00D6C7"/>
                </a:gs>
                <a:gs pos="85000">
                  <a:srgbClr val="007DFF"/>
                </a:gs>
                <a:gs pos="64000">
                  <a:srgbClr val="952EFF"/>
                </a:gs>
                <a:gs pos="40000">
                  <a:srgbClr val="E433FF"/>
                </a:gs>
              </a:gsLst>
              <a:lin ang="5400000" scaled="1"/>
            </a:gradFill>
            <a:prstDash val="solid"/>
            <a:miter lim="800000"/>
          </a:ln>
          <a:effectLst/>
        </p:spPr>
      </p:cxnSp>
    </p:spTree>
    <p:extLst>
      <p:ext uri="{BB962C8B-B14F-4D97-AF65-F5344CB8AC3E}">
        <p14:creationId xmlns:p14="http://schemas.microsoft.com/office/powerpoint/2010/main" val="35805401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and 3 points">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8401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456567"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2</a:t>
            </a:r>
          </a:p>
        </p:txBody>
      </p:sp>
      <p:sp>
        <p:nvSpPr>
          <p:cNvPr id="18" name="Text Placeholder 21">
            <a:extLst>
              <a:ext uri="{FF2B5EF4-FFF2-40B4-BE49-F238E27FC236}">
                <a16:creationId xmlns:a16="http://schemas.microsoft.com/office/drawing/2014/main" id="{4D93B6E7-8048-C338-5C72-FE30BD6E56A6}"/>
              </a:ext>
            </a:extLst>
          </p:cNvPr>
          <p:cNvSpPr>
            <a:spLocks noGrp="1"/>
          </p:cNvSpPr>
          <p:nvPr>
            <p:ph type="body" sz="quarter" idx="16" hasCustomPrompt="1"/>
          </p:nvPr>
        </p:nvSpPr>
        <p:spPr>
          <a:xfrm>
            <a:off x="80029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3</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839788"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456567"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26" name="Text Placeholder 23">
            <a:extLst>
              <a:ext uri="{FF2B5EF4-FFF2-40B4-BE49-F238E27FC236}">
                <a16:creationId xmlns:a16="http://schemas.microsoft.com/office/drawing/2014/main" id="{D0238D2F-7794-48FD-5C85-A87C72E7AD96}"/>
              </a:ext>
            </a:extLst>
          </p:cNvPr>
          <p:cNvSpPr>
            <a:spLocks noGrp="1"/>
          </p:cNvSpPr>
          <p:nvPr>
            <p:ph type="body" sz="quarter" idx="22" hasCustomPrompt="1"/>
          </p:nvPr>
        </p:nvSpPr>
        <p:spPr>
          <a:xfrm>
            <a:off x="8002991"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3" name="Title Placeholder 1">
            <a:extLst>
              <a:ext uri="{FF2B5EF4-FFF2-40B4-BE49-F238E27FC236}">
                <a16:creationId xmlns:a16="http://schemas.microsoft.com/office/drawing/2014/main" id="{20CA0403-D8D3-E480-D085-45EEF8BD3D6D}"/>
              </a:ext>
            </a:extLst>
          </p:cNvPr>
          <p:cNvSpPr>
            <a:spLocks noGrp="1"/>
          </p:cNvSpPr>
          <p:nvPr>
            <p:ph type="title" hasCustomPrompt="1"/>
          </p:nvPr>
        </p:nvSpPr>
        <p:spPr>
          <a:xfrm>
            <a:off x="819807" y="1550105"/>
            <a:ext cx="10551578" cy="530944"/>
          </a:xfrm>
          <a:prstGeom prst="rect">
            <a:avLst/>
          </a:prstGeom>
        </p:spPr>
        <p:txBody>
          <a:bodyPr vert="horz" lIns="91440" tIns="45720" rIns="91440" bIns="45720" rtlCol="0" anchor="t">
            <a:normAutofit/>
          </a:bodyPr>
          <a:lstStyle>
            <a:lvl1pPr algn="ctr">
              <a:defRPr>
                <a:solidFill>
                  <a:schemeClr val="bg1"/>
                </a:solidFill>
              </a:defRPr>
            </a:lvl1pPr>
          </a:lstStyle>
          <a:p>
            <a:r>
              <a:rPr lang="en-GB"/>
              <a:t>Title and 3 points content</a:t>
            </a:r>
            <a:endParaRPr lang="en-US"/>
          </a:p>
        </p:txBody>
      </p:sp>
    </p:spTree>
    <p:extLst>
      <p:ext uri="{BB962C8B-B14F-4D97-AF65-F5344CB8AC3E}">
        <p14:creationId xmlns:p14="http://schemas.microsoft.com/office/powerpoint/2010/main" val="19668471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2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67426"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648637"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2</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67426" y="3624191"/>
            <a:ext cx="3336925"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647900" y="3624191"/>
            <a:ext cx="3336925"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2" name="Title Placeholder 1">
            <a:extLst>
              <a:ext uri="{FF2B5EF4-FFF2-40B4-BE49-F238E27FC236}">
                <a16:creationId xmlns:a16="http://schemas.microsoft.com/office/drawing/2014/main" id="{92F4508C-2F0D-27E2-2A69-699F49E2667B}"/>
              </a:ext>
            </a:extLst>
          </p:cNvPr>
          <p:cNvSpPr>
            <a:spLocks noGrp="1"/>
          </p:cNvSpPr>
          <p:nvPr>
            <p:ph type="title" hasCustomPrompt="1"/>
          </p:nvPr>
        </p:nvSpPr>
        <p:spPr>
          <a:xfrm>
            <a:off x="471539" y="1550104"/>
            <a:ext cx="10017785" cy="717713"/>
          </a:xfrm>
          <a:prstGeom prst="rect">
            <a:avLst/>
          </a:prstGeom>
        </p:spPr>
        <p:txBody>
          <a:bodyPr vert="horz" lIns="91440" tIns="45720" rIns="91440" bIns="45720" rtlCol="0" anchor="t">
            <a:normAutofit/>
          </a:bodyPr>
          <a:lstStyle>
            <a:lvl1pPr>
              <a:defRPr>
                <a:solidFill>
                  <a:schemeClr val="bg1"/>
                </a:solidFill>
              </a:defRPr>
            </a:lvl1pPr>
          </a:lstStyle>
          <a:p>
            <a:r>
              <a:rPr lang="en-GB"/>
              <a:t>Title and 2 column content</a:t>
            </a:r>
            <a:endParaRPr lang="en-US"/>
          </a:p>
        </p:txBody>
      </p:sp>
    </p:spTree>
    <p:extLst>
      <p:ext uri="{BB962C8B-B14F-4D97-AF65-F5344CB8AC3E}">
        <p14:creationId xmlns:p14="http://schemas.microsoft.com/office/powerpoint/2010/main" val="357990400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wo Content with Subtitle">
    <p:bg>
      <p:bgPr>
        <a:solidFill>
          <a:srgbClr val="161D26"/>
        </a:solidFill>
        <a:effectLst/>
      </p:bgPr>
    </p:bg>
    <p:spTree>
      <p:nvGrpSpPr>
        <p:cNvPr id="1" name=""/>
        <p:cNvGrpSpPr/>
        <p:nvPr/>
      </p:nvGrpSpPr>
      <p:grpSpPr>
        <a:xfrm>
          <a:off x="0" y="0"/>
          <a:ext cx="0" cy="0"/>
          <a:chOff x="0" y="0"/>
          <a:chExt cx="0" cy="0"/>
        </a:xfrm>
      </p:grpSpPr>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1842447"/>
            <a:ext cx="5038766" cy="4258101"/>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
        <p:nvSpPr>
          <p:cNvPr id="2" name="Title Placeholder 1">
            <a:extLst>
              <a:ext uri="{FF2B5EF4-FFF2-40B4-BE49-F238E27FC236}">
                <a16:creationId xmlns:a16="http://schemas.microsoft.com/office/drawing/2014/main" id="{C74431A9-02A8-1CEF-BDF5-B421C3CFABC0}"/>
              </a:ext>
            </a:extLst>
          </p:cNvPr>
          <p:cNvSpPr>
            <a:spLocks noGrp="1"/>
          </p:cNvSpPr>
          <p:nvPr>
            <p:ph type="title" hasCustomPrompt="1"/>
          </p:nvPr>
        </p:nvSpPr>
        <p:spPr>
          <a:xfrm>
            <a:off x="502225" y="378881"/>
            <a:ext cx="10532792" cy="602503"/>
          </a:xfrm>
          <a:prstGeom prst="rect">
            <a:avLst/>
          </a:prstGeom>
        </p:spPr>
        <p:txBody>
          <a:bodyPr vert="horz" lIns="91440" tIns="45720" rIns="91440" bIns="45720" rtlCol="0" anchor="t">
            <a:normAutofit/>
          </a:bodyPr>
          <a:lstStyle>
            <a:lvl1pPr>
              <a:defRPr>
                <a:solidFill>
                  <a:schemeClr val="bg1"/>
                </a:solidFill>
              </a:defRPr>
            </a:lvl1pPr>
          </a:lstStyle>
          <a:p>
            <a:r>
              <a:rPr lang="en-GB" dirty="0"/>
              <a:t>Title, subtitle, and two column</a:t>
            </a:r>
            <a:endParaRPr lang="en-US" dirty="0"/>
          </a:p>
        </p:txBody>
      </p:sp>
      <p:sp>
        <p:nvSpPr>
          <p:cNvPr id="3" name="Text Placeholder 21">
            <a:extLst>
              <a:ext uri="{FF2B5EF4-FFF2-40B4-BE49-F238E27FC236}">
                <a16:creationId xmlns:a16="http://schemas.microsoft.com/office/drawing/2014/main" id="{FEF61C1D-9F0D-1627-6470-0253436BB09B}"/>
              </a:ext>
            </a:extLst>
          </p:cNvPr>
          <p:cNvSpPr>
            <a:spLocks noGrp="1"/>
          </p:cNvSpPr>
          <p:nvPr>
            <p:ph type="body" sz="quarter" idx="13" hasCustomPrompt="1"/>
          </p:nvPr>
        </p:nvSpPr>
        <p:spPr>
          <a:xfrm>
            <a:off x="502225" y="1148344"/>
            <a:ext cx="10532792" cy="366557"/>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dirty="0"/>
              <a:t>Subtitle</a:t>
            </a:r>
          </a:p>
        </p:txBody>
      </p:sp>
      <p:sp>
        <p:nvSpPr>
          <p:cNvPr id="4" name="Text Placeholder 21">
            <a:extLst>
              <a:ext uri="{FF2B5EF4-FFF2-40B4-BE49-F238E27FC236}">
                <a16:creationId xmlns:a16="http://schemas.microsoft.com/office/drawing/2014/main" id="{63D7A478-413F-B07E-5E47-FB558DF84E79}"/>
              </a:ext>
            </a:extLst>
          </p:cNvPr>
          <p:cNvSpPr>
            <a:spLocks noGrp="1"/>
          </p:cNvSpPr>
          <p:nvPr>
            <p:ph type="body" sz="quarter" idx="14" hasCustomPrompt="1"/>
          </p:nvPr>
        </p:nvSpPr>
        <p:spPr>
          <a:xfrm>
            <a:off x="5996251" y="1842447"/>
            <a:ext cx="5038766" cy="4258101"/>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Tree>
    <p:extLst>
      <p:ext uri="{BB962C8B-B14F-4D97-AF65-F5344CB8AC3E}">
        <p14:creationId xmlns:p14="http://schemas.microsoft.com/office/powerpoint/2010/main" val="18774487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3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76109" y="2788213"/>
            <a:ext cx="2863866"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13296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2</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76110" y="3624191"/>
            <a:ext cx="2863866"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132968" y="3624191"/>
            <a:ext cx="2863866"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12" name="Text Placeholder 21">
            <a:extLst>
              <a:ext uri="{FF2B5EF4-FFF2-40B4-BE49-F238E27FC236}">
                <a16:creationId xmlns:a16="http://schemas.microsoft.com/office/drawing/2014/main" id="{0011CB6F-3F94-DC6A-29BB-1B7A0F3B8C71}"/>
              </a:ext>
            </a:extLst>
          </p:cNvPr>
          <p:cNvSpPr>
            <a:spLocks noGrp="1"/>
          </p:cNvSpPr>
          <p:nvPr>
            <p:ph type="body" sz="quarter" idx="22" hasCustomPrompt="1"/>
          </p:nvPr>
        </p:nvSpPr>
        <p:spPr>
          <a:xfrm>
            <a:off x="775165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3</a:t>
            </a:r>
          </a:p>
        </p:txBody>
      </p:sp>
      <p:sp>
        <p:nvSpPr>
          <p:cNvPr id="13" name="Text Placeholder 23">
            <a:extLst>
              <a:ext uri="{FF2B5EF4-FFF2-40B4-BE49-F238E27FC236}">
                <a16:creationId xmlns:a16="http://schemas.microsoft.com/office/drawing/2014/main" id="{D42DB03B-CCC9-C3A9-0E68-734ED9FAE2D3}"/>
              </a:ext>
            </a:extLst>
          </p:cNvPr>
          <p:cNvSpPr>
            <a:spLocks noGrp="1"/>
          </p:cNvSpPr>
          <p:nvPr>
            <p:ph type="body" sz="quarter" idx="23" hasCustomPrompt="1"/>
          </p:nvPr>
        </p:nvSpPr>
        <p:spPr>
          <a:xfrm>
            <a:off x="7751657" y="3624191"/>
            <a:ext cx="286386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2" name="Title Placeholder 1">
            <a:extLst>
              <a:ext uri="{FF2B5EF4-FFF2-40B4-BE49-F238E27FC236}">
                <a16:creationId xmlns:a16="http://schemas.microsoft.com/office/drawing/2014/main" id="{40722561-B1E0-285A-4037-20636C591696}"/>
              </a:ext>
            </a:extLst>
          </p:cNvPr>
          <p:cNvSpPr>
            <a:spLocks noGrp="1"/>
          </p:cNvSpPr>
          <p:nvPr>
            <p:ph type="title" hasCustomPrompt="1"/>
          </p:nvPr>
        </p:nvSpPr>
        <p:spPr>
          <a:xfrm>
            <a:off x="471539" y="1550104"/>
            <a:ext cx="10017785" cy="717713"/>
          </a:xfrm>
          <a:prstGeom prst="rect">
            <a:avLst/>
          </a:prstGeom>
        </p:spPr>
        <p:txBody>
          <a:bodyPr vert="horz" lIns="91440" tIns="45720" rIns="91440" bIns="45720" rtlCol="0" anchor="t">
            <a:normAutofit/>
          </a:bodyPr>
          <a:lstStyle>
            <a:lvl1pPr>
              <a:defRPr>
                <a:solidFill>
                  <a:schemeClr val="bg1"/>
                </a:solidFill>
              </a:defRPr>
            </a:lvl1pPr>
          </a:lstStyle>
          <a:p>
            <a:r>
              <a:rPr lang="en-GB"/>
              <a:t>Title and 3 column content</a:t>
            </a:r>
            <a:endParaRPr lang="en-US"/>
          </a:p>
        </p:txBody>
      </p:sp>
    </p:spTree>
    <p:extLst>
      <p:ext uri="{BB962C8B-B14F-4D97-AF65-F5344CB8AC3E}">
        <p14:creationId xmlns:p14="http://schemas.microsoft.com/office/powerpoint/2010/main" val="189795661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2x2 column">
    <p:bg>
      <p:bgPr>
        <a:solidFill>
          <a:srgbClr val="161D26"/>
        </a:solidFill>
        <a:effectLst/>
      </p:bgPr>
    </p:bg>
    <p:spTree>
      <p:nvGrpSpPr>
        <p:cNvPr id="1" name=""/>
        <p:cNvGrpSpPr/>
        <p:nvPr/>
      </p:nvGrpSpPr>
      <p:grpSpPr>
        <a:xfrm>
          <a:off x="0" y="0"/>
          <a:ext cx="0" cy="0"/>
          <a:chOff x="0" y="0"/>
          <a:chExt cx="0" cy="0"/>
        </a:xfrm>
      </p:grpSpPr>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700356"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1</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700358" y="2233382"/>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2" name="Text Placeholder 21">
            <a:extLst>
              <a:ext uri="{FF2B5EF4-FFF2-40B4-BE49-F238E27FC236}">
                <a16:creationId xmlns:a16="http://schemas.microsoft.com/office/drawing/2014/main" id="{D7738712-33DD-CFDE-10D7-31F3F70DC871}"/>
              </a:ext>
            </a:extLst>
          </p:cNvPr>
          <p:cNvSpPr>
            <a:spLocks noGrp="1"/>
          </p:cNvSpPr>
          <p:nvPr>
            <p:ph type="body" sz="quarter" idx="24" hasCustomPrompt="1"/>
          </p:nvPr>
        </p:nvSpPr>
        <p:spPr>
          <a:xfrm>
            <a:off x="8108574"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2</a:t>
            </a:r>
          </a:p>
        </p:txBody>
      </p:sp>
      <p:sp>
        <p:nvSpPr>
          <p:cNvPr id="23" name="Text Placeholder 23">
            <a:extLst>
              <a:ext uri="{FF2B5EF4-FFF2-40B4-BE49-F238E27FC236}">
                <a16:creationId xmlns:a16="http://schemas.microsoft.com/office/drawing/2014/main" id="{C1F1EE16-B454-545C-69BE-7C3321C83F79}"/>
              </a:ext>
            </a:extLst>
          </p:cNvPr>
          <p:cNvSpPr>
            <a:spLocks noGrp="1"/>
          </p:cNvSpPr>
          <p:nvPr>
            <p:ph type="body" sz="quarter" idx="25" hasCustomPrompt="1"/>
          </p:nvPr>
        </p:nvSpPr>
        <p:spPr>
          <a:xfrm>
            <a:off x="8108576" y="2233382"/>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26" name="Text Placeholder 21">
            <a:extLst>
              <a:ext uri="{FF2B5EF4-FFF2-40B4-BE49-F238E27FC236}">
                <a16:creationId xmlns:a16="http://schemas.microsoft.com/office/drawing/2014/main" id="{6663C62C-AC24-84F5-051D-738253F7948C}"/>
              </a:ext>
            </a:extLst>
          </p:cNvPr>
          <p:cNvSpPr>
            <a:spLocks noGrp="1"/>
          </p:cNvSpPr>
          <p:nvPr>
            <p:ph type="body" sz="quarter" idx="26" hasCustomPrompt="1"/>
          </p:nvPr>
        </p:nvSpPr>
        <p:spPr>
          <a:xfrm>
            <a:off x="4700356"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3</a:t>
            </a:r>
          </a:p>
        </p:txBody>
      </p:sp>
      <p:sp>
        <p:nvSpPr>
          <p:cNvPr id="27" name="Text Placeholder 23">
            <a:extLst>
              <a:ext uri="{FF2B5EF4-FFF2-40B4-BE49-F238E27FC236}">
                <a16:creationId xmlns:a16="http://schemas.microsoft.com/office/drawing/2014/main" id="{A2C5E56C-1A90-63E7-1531-1E93392952D3}"/>
              </a:ext>
            </a:extLst>
          </p:cNvPr>
          <p:cNvSpPr>
            <a:spLocks noGrp="1"/>
          </p:cNvSpPr>
          <p:nvPr>
            <p:ph type="body" sz="quarter" idx="27" hasCustomPrompt="1"/>
          </p:nvPr>
        </p:nvSpPr>
        <p:spPr>
          <a:xfrm>
            <a:off x="4700358" y="4608446"/>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28" name="Text Placeholder 21">
            <a:extLst>
              <a:ext uri="{FF2B5EF4-FFF2-40B4-BE49-F238E27FC236}">
                <a16:creationId xmlns:a16="http://schemas.microsoft.com/office/drawing/2014/main" id="{6D94D881-186D-3B8B-5FE6-0629728AFA36}"/>
              </a:ext>
            </a:extLst>
          </p:cNvPr>
          <p:cNvSpPr>
            <a:spLocks noGrp="1"/>
          </p:cNvSpPr>
          <p:nvPr>
            <p:ph type="body" sz="quarter" idx="28" hasCustomPrompt="1"/>
          </p:nvPr>
        </p:nvSpPr>
        <p:spPr>
          <a:xfrm>
            <a:off x="8108574"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4</a:t>
            </a:r>
          </a:p>
        </p:txBody>
      </p:sp>
      <p:sp>
        <p:nvSpPr>
          <p:cNvPr id="29" name="Text Placeholder 23">
            <a:extLst>
              <a:ext uri="{FF2B5EF4-FFF2-40B4-BE49-F238E27FC236}">
                <a16:creationId xmlns:a16="http://schemas.microsoft.com/office/drawing/2014/main" id="{0714E946-886B-5901-56E0-B56EF06122E9}"/>
              </a:ext>
            </a:extLst>
          </p:cNvPr>
          <p:cNvSpPr>
            <a:spLocks noGrp="1"/>
          </p:cNvSpPr>
          <p:nvPr>
            <p:ph type="body" sz="quarter" idx="29" hasCustomPrompt="1"/>
          </p:nvPr>
        </p:nvSpPr>
        <p:spPr>
          <a:xfrm>
            <a:off x="8108576" y="4608446"/>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2" name="Title Placeholder 1">
            <a:extLst>
              <a:ext uri="{FF2B5EF4-FFF2-40B4-BE49-F238E27FC236}">
                <a16:creationId xmlns:a16="http://schemas.microsoft.com/office/drawing/2014/main" id="{119BCE08-0ACB-1BED-327E-0D06457FB99B}"/>
              </a:ext>
            </a:extLst>
          </p:cNvPr>
          <p:cNvSpPr>
            <a:spLocks noGrp="1"/>
          </p:cNvSpPr>
          <p:nvPr>
            <p:ph type="title" hasCustomPrompt="1"/>
          </p:nvPr>
        </p:nvSpPr>
        <p:spPr>
          <a:xfrm>
            <a:off x="483200" y="1550104"/>
            <a:ext cx="3167943" cy="2780525"/>
          </a:xfrm>
          <a:prstGeom prst="rect">
            <a:avLst/>
          </a:prstGeom>
        </p:spPr>
        <p:txBody>
          <a:bodyPr vert="horz" lIns="91440" tIns="45720" rIns="91440" bIns="45720" rtlCol="0" anchor="t">
            <a:normAutofit/>
          </a:bodyPr>
          <a:lstStyle>
            <a:lvl1pPr>
              <a:defRPr>
                <a:solidFill>
                  <a:schemeClr val="bg1"/>
                </a:solidFill>
              </a:defRPr>
            </a:lvl1pPr>
          </a:lstStyle>
          <a:p>
            <a:r>
              <a:rPr lang="en-GB"/>
              <a:t>Title and 2x2 column content</a:t>
            </a:r>
            <a:endParaRPr lang="en-US"/>
          </a:p>
        </p:txBody>
      </p:sp>
    </p:spTree>
    <p:extLst>
      <p:ext uri="{BB962C8B-B14F-4D97-AF65-F5344CB8AC3E}">
        <p14:creationId xmlns:p14="http://schemas.microsoft.com/office/powerpoint/2010/main" val="427189528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2x2 column w boxes">
    <p:bg>
      <p:bgPr>
        <a:solidFill>
          <a:srgbClr val="161D26"/>
        </a:solidFill>
        <a:effectLst/>
      </p:bgPr>
    </p:bg>
    <p:spTree>
      <p:nvGrpSpPr>
        <p:cNvPr id="1" name=""/>
        <p:cNvGrpSpPr/>
        <p:nvPr/>
      </p:nvGrpSpPr>
      <p:grpSpPr>
        <a:xfrm>
          <a:off x="0" y="0"/>
          <a:ext cx="0" cy="0"/>
          <a:chOff x="0" y="0"/>
          <a:chExt cx="0" cy="0"/>
        </a:xfrm>
      </p:grpSpPr>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884862"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1</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884864" y="2114629"/>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1" name="Text Placeholder 21">
            <a:extLst>
              <a:ext uri="{FF2B5EF4-FFF2-40B4-BE49-F238E27FC236}">
                <a16:creationId xmlns:a16="http://schemas.microsoft.com/office/drawing/2014/main" id="{999EE95E-4EFC-FB7B-14F9-24CAB4FEEF5E}"/>
              </a:ext>
            </a:extLst>
          </p:cNvPr>
          <p:cNvSpPr>
            <a:spLocks noGrp="1"/>
          </p:cNvSpPr>
          <p:nvPr>
            <p:ph type="body" sz="quarter" idx="22" hasCustomPrompt="1"/>
          </p:nvPr>
        </p:nvSpPr>
        <p:spPr>
          <a:xfrm>
            <a:off x="4884862"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3</a:t>
            </a:r>
          </a:p>
        </p:txBody>
      </p:sp>
      <p:sp>
        <p:nvSpPr>
          <p:cNvPr id="24" name="Text Placeholder 23">
            <a:extLst>
              <a:ext uri="{FF2B5EF4-FFF2-40B4-BE49-F238E27FC236}">
                <a16:creationId xmlns:a16="http://schemas.microsoft.com/office/drawing/2014/main" id="{BF0138DD-073B-683F-F960-155017654C2E}"/>
              </a:ext>
            </a:extLst>
          </p:cNvPr>
          <p:cNvSpPr>
            <a:spLocks noGrp="1"/>
          </p:cNvSpPr>
          <p:nvPr>
            <p:ph type="body" sz="quarter" idx="23" hasCustomPrompt="1"/>
          </p:nvPr>
        </p:nvSpPr>
        <p:spPr>
          <a:xfrm>
            <a:off x="4884864" y="471532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31" name="Text Placeholder 21">
            <a:extLst>
              <a:ext uri="{FF2B5EF4-FFF2-40B4-BE49-F238E27FC236}">
                <a16:creationId xmlns:a16="http://schemas.microsoft.com/office/drawing/2014/main" id="{C18FBA74-DAAA-E129-8851-6CB983EB9051}"/>
              </a:ext>
            </a:extLst>
          </p:cNvPr>
          <p:cNvSpPr>
            <a:spLocks noGrp="1"/>
          </p:cNvSpPr>
          <p:nvPr>
            <p:ph type="body" sz="quarter" idx="24" hasCustomPrompt="1"/>
          </p:nvPr>
        </p:nvSpPr>
        <p:spPr>
          <a:xfrm>
            <a:off x="8019948"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2</a:t>
            </a:r>
          </a:p>
        </p:txBody>
      </p:sp>
      <p:sp>
        <p:nvSpPr>
          <p:cNvPr id="32" name="Text Placeholder 23">
            <a:extLst>
              <a:ext uri="{FF2B5EF4-FFF2-40B4-BE49-F238E27FC236}">
                <a16:creationId xmlns:a16="http://schemas.microsoft.com/office/drawing/2014/main" id="{C870C8EF-4B14-2D07-7D95-92D913A6076B}"/>
              </a:ext>
            </a:extLst>
          </p:cNvPr>
          <p:cNvSpPr>
            <a:spLocks noGrp="1"/>
          </p:cNvSpPr>
          <p:nvPr>
            <p:ph type="body" sz="quarter" idx="25" hasCustomPrompt="1"/>
          </p:nvPr>
        </p:nvSpPr>
        <p:spPr>
          <a:xfrm>
            <a:off x="8019950" y="2114629"/>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34" name="Text Placeholder 21">
            <a:extLst>
              <a:ext uri="{FF2B5EF4-FFF2-40B4-BE49-F238E27FC236}">
                <a16:creationId xmlns:a16="http://schemas.microsoft.com/office/drawing/2014/main" id="{183B6973-2CB8-4B71-D683-BC770EC99463}"/>
              </a:ext>
            </a:extLst>
          </p:cNvPr>
          <p:cNvSpPr>
            <a:spLocks noGrp="1"/>
          </p:cNvSpPr>
          <p:nvPr>
            <p:ph type="body" sz="quarter" idx="26" hasCustomPrompt="1"/>
          </p:nvPr>
        </p:nvSpPr>
        <p:spPr>
          <a:xfrm>
            <a:off x="8019948"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4</a:t>
            </a:r>
          </a:p>
        </p:txBody>
      </p:sp>
      <p:sp>
        <p:nvSpPr>
          <p:cNvPr id="35" name="Text Placeholder 23">
            <a:extLst>
              <a:ext uri="{FF2B5EF4-FFF2-40B4-BE49-F238E27FC236}">
                <a16:creationId xmlns:a16="http://schemas.microsoft.com/office/drawing/2014/main" id="{6E51BEE7-3A11-AEB2-1488-A173CF807879}"/>
              </a:ext>
            </a:extLst>
          </p:cNvPr>
          <p:cNvSpPr>
            <a:spLocks noGrp="1"/>
          </p:cNvSpPr>
          <p:nvPr>
            <p:ph type="body" sz="quarter" idx="27" hasCustomPrompt="1"/>
          </p:nvPr>
        </p:nvSpPr>
        <p:spPr>
          <a:xfrm>
            <a:off x="8019950" y="471532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2" name="Title Placeholder 1">
            <a:extLst>
              <a:ext uri="{FF2B5EF4-FFF2-40B4-BE49-F238E27FC236}">
                <a16:creationId xmlns:a16="http://schemas.microsoft.com/office/drawing/2014/main" id="{32BFA4C5-1D61-90E9-CCF0-3D9045D979DC}"/>
              </a:ext>
            </a:extLst>
          </p:cNvPr>
          <p:cNvSpPr>
            <a:spLocks noGrp="1"/>
          </p:cNvSpPr>
          <p:nvPr>
            <p:ph type="title" hasCustomPrompt="1"/>
          </p:nvPr>
        </p:nvSpPr>
        <p:spPr>
          <a:xfrm>
            <a:off x="483200" y="1550104"/>
            <a:ext cx="3167943" cy="2780525"/>
          </a:xfrm>
          <a:prstGeom prst="rect">
            <a:avLst/>
          </a:prstGeom>
        </p:spPr>
        <p:txBody>
          <a:bodyPr vert="horz" lIns="91440" tIns="45720" rIns="91440" bIns="45720" rtlCol="0" anchor="t">
            <a:normAutofit/>
          </a:bodyPr>
          <a:lstStyle>
            <a:lvl1pPr>
              <a:defRPr>
                <a:solidFill>
                  <a:schemeClr val="bg1"/>
                </a:solidFill>
              </a:defRPr>
            </a:lvl1pPr>
          </a:lstStyle>
          <a:p>
            <a:r>
              <a:rPr lang="en-GB"/>
              <a:t>Title and 2x2 column content</a:t>
            </a:r>
            <a:endParaRPr lang="en-US"/>
          </a:p>
        </p:txBody>
      </p:sp>
      <p:sp>
        <p:nvSpPr>
          <p:cNvPr id="7" name="Rounded Rectangle 9">
            <a:extLst>
              <a:ext uri="{FF2B5EF4-FFF2-40B4-BE49-F238E27FC236}">
                <a16:creationId xmlns:a16="http://schemas.microsoft.com/office/drawing/2014/main" id="{E27F884B-5719-F56F-2D78-569DD098A44E}"/>
              </a:ext>
            </a:extLst>
          </p:cNvPr>
          <p:cNvSpPr/>
          <p:nvPr userDrawn="1"/>
        </p:nvSpPr>
        <p:spPr>
          <a:xfrm>
            <a:off x="4700565" y="1128216"/>
            <a:ext cx="2829066" cy="2300784"/>
          </a:xfrm>
          <a:prstGeom prst="roundRect">
            <a:avLst>
              <a:gd name="adj" fmla="val 8982"/>
            </a:avLst>
          </a:prstGeom>
          <a:solidFill>
            <a:srgbClr val="000000">
              <a:alpha val="29688"/>
            </a:srgbClr>
          </a:solidFill>
          <a:ln w="19050" cap="flat" cmpd="sng" algn="ctr">
            <a:gradFill flip="none" rotWithShape="1">
              <a:gsLst>
                <a:gs pos="0">
                  <a:srgbClr val="AB0071"/>
                </a:gs>
                <a:gs pos="100000">
                  <a:srgbClr val="952EFF"/>
                </a:gs>
                <a:gs pos="55000">
                  <a:srgbClr val="E433FF"/>
                </a:gs>
              </a:gsLst>
              <a:lin ang="2700000" scaled="1"/>
              <a:tileRect/>
            </a:gradFill>
            <a:prstDash val="solid"/>
            <a:miter lim="800000"/>
          </a:ln>
          <a:effectLst/>
        </p:spPr>
        <p:txBody>
          <a:bodyPr lIns="182880" tIns="91440" rIns="182880" bIns="91440"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p:txBody>
      </p:sp>
      <p:sp>
        <p:nvSpPr>
          <p:cNvPr id="8" name="Rounded Rectangle 19">
            <a:extLst>
              <a:ext uri="{FF2B5EF4-FFF2-40B4-BE49-F238E27FC236}">
                <a16:creationId xmlns:a16="http://schemas.microsoft.com/office/drawing/2014/main" id="{45697D3A-6CEF-9493-FE77-201A7DA0670D}"/>
              </a:ext>
            </a:extLst>
          </p:cNvPr>
          <p:cNvSpPr/>
          <p:nvPr userDrawn="1"/>
        </p:nvSpPr>
        <p:spPr>
          <a:xfrm>
            <a:off x="4700565" y="3728912"/>
            <a:ext cx="2829066" cy="2300784"/>
          </a:xfrm>
          <a:prstGeom prst="roundRect">
            <a:avLst>
              <a:gd name="adj" fmla="val 8982"/>
            </a:avLst>
          </a:prstGeom>
          <a:solidFill>
            <a:srgbClr val="000000">
              <a:alpha val="29688"/>
            </a:srgbClr>
          </a:solidFill>
          <a:ln w="19050" cap="flat" cmpd="sng" algn="ctr">
            <a:gradFill flip="none" rotWithShape="1">
              <a:gsLst>
                <a:gs pos="0">
                  <a:srgbClr val="AB0071"/>
                </a:gs>
                <a:gs pos="100000">
                  <a:srgbClr val="952EFF"/>
                </a:gs>
                <a:gs pos="55000">
                  <a:srgbClr val="E433FF"/>
                </a:gs>
              </a:gsLst>
              <a:lin ang="2700000" scaled="1"/>
              <a:tileRect/>
            </a:gradFill>
            <a:prstDash val="solid"/>
            <a:miter lim="800000"/>
          </a:ln>
          <a:effectLst/>
        </p:spPr>
        <p:txBody>
          <a:bodyPr lIns="182880" tIns="91440" rIns="182880" bIns="91440"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p:txBody>
      </p:sp>
      <p:sp>
        <p:nvSpPr>
          <p:cNvPr id="9" name="Rounded Rectangle 29">
            <a:extLst>
              <a:ext uri="{FF2B5EF4-FFF2-40B4-BE49-F238E27FC236}">
                <a16:creationId xmlns:a16="http://schemas.microsoft.com/office/drawing/2014/main" id="{3E86F720-3B53-4EB3-1C31-241DE68E3265}"/>
              </a:ext>
            </a:extLst>
          </p:cNvPr>
          <p:cNvSpPr/>
          <p:nvPr userDrawn="1"/>
        </p:nvSpPr>
        <p:spPr>
          <a:xfrm>
            <a:off x="7835651" y="1128216"/>
            <a:ext cx="2829066" cy="2300784"/>
          </a:xfrm>
          <a:prstGeom prst="roundRect">
            <a:avLst>
              <a:gd name="adj" fmla="val 8982"/>
            </a:avLst>
          </a:prstGeom>
          <a:solidFill>
            <a:srgbClr val="000000">
              <a:alpha val="29688"/>
            </a:srgbClr>
          </a:solidFill>
          <a:ln w="19050" cap="flat" cmpd="sng" algn="ctr">
            <a:gradFill flip="none" rotWithShape="1">
              <a:gsLst>
                <a:gs pos="0">
                  <a:srgbClr val="AB0071"/>
                </a:gs>
                <a:gs pos="100000">
                  <a:srgbClr val="952EFF"/>
                </a:gs>
                <a:gs pos="55000">
                  <a:srgbClr val="E433FF"/>
                </a:gs>
              </a:gsLst>
              <a:lin ang="2700000" scaled="1"/>
              <a:tileRect/>
            </a:gradFill>
            <a:prstDash val="solid"/>
            <a:miter lim="800000"/>
          </a:ln>
          <a:effectLst/>
        </p:spPr>
        <p:txBody>
          <a:bodyPr lIns="182880" tIns="91440" rIns="182880" bIns="91440"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p:txBody>
      </p:sp>
      <p:sp>
        <p:nvSpPr>
          <p:cNvPr id="11" name="Rounded Rectangle 32">
            <a:extLst>
              <a:ext uri="{FF2B5EF4-FFF2-40B4-BE49-F238E27FC236}">
                <a16:creationId xmlns:a16="http://schemas.microsoft.com/office/drawing/2014/main" id="{9831651A-47EB-5438-DB75-6D9F9367FD54}"/>
              </a:ext>
            </a:extLst>
          </p:cNvPr>
          <p:cNvSpPr/>
          <p:nvPr userDrawn="1"/>
        </p:nvSpPr>
        <p:spPr>
          <a:xfrm>
            <a:off x="7835651" y="3728912"/>
            <a:ext cx="2829066" cy="2300784"/>
          </a:xfrm>
          <a:prstGeom prst="roundRect">
            <a:avLst>
              <a:gd name="adj" fmla="val 8982"/>
            </a:avLst>
          </a:prstGeom>
          <a:solidFill>
            <a:srgbClr val="000000">
              <a:alpha val="29688"/>
            </a:srgbClr>
          </a:solidFill>
          <a:ln w="19050" cap="flat" cmpd="sng" algn="ctr">
            <a:gradFill flip="none" rotWithShape="1">
              <a:gsLst>
                <a:gs pos="0">
                  <a:srgbClr val="AB0071"/>
                </a:gs>
                <a:gs pos="100000">
                  <a:srgbClr val="952EFF"/>
                </a:gs>
                <a:gs pos="55000">
                  <a:srgbClr val="E433FF"/>
                </a:gs>
              </a:gsLst>
              <a:lin ang="2700000" scaled="1"/>
              <a:tileRect/>
            </a:gradFill>
            <a:prstDash val="solid"/>
            <a:miter lim="800000"/>
          </a:ln>
          <a:effectLst/>
        </p:spPr>
        <p:txBody>
          <a:bodyPr lIns="182880" tIns="91440" rIns="182880" bIns="91440"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mazon Ember Display"/>
              <a:ea typeface="+mn-ea"/>
              <a:cs typeface="+mn-cs"/>
            </a:endParaRPr>
          </a:p>
        </p:txBody>
      </p:sp>
    </p:spTree>
    <p:extLst>
      <p:ext uri="{BB962C8B-B14F-4D97-AF65-F5344CB8AC3E}">
        <p14:creationId xmlns:p14="http://schemas.microsoft.com/office/powerpoint/2010/main" val="147592721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image">
    <p:bg>
      <p:bgPr>
        <a:solidFill>
          <a:srgbClr val="161D26"/>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763656" y="2648239"/>
            <a:ext cx="10664687" cy="3384550"/>
          </a:xfrm>
          <a:prstGeom prst="roundRect">
            <a:avLst>
              <a:gd name="adj" fmla="val 8562"/>
            </a:avLst>
          </a:prstGeom>
          <a:solidFill>
            <a:schemeClr val="bg2"/>
          </a:solidFill>
        </p:spPr>
        <p:txBody>
          <a:bodyPr/>
          <a:lstStyle>
            <a:lvl1pPr>
              <a:defRPr>
                <a:solidFill>
                  <a:schemeClr val="bg1"/>
                </a:solidFill>
              </a:defRPr>
            </a:lvl1pPr>
          </a:lstStyle>
          <a:p>
            <a:endParaRPr lang="en-US"/>
          </a:p>
        </p:txBody>
      </p:sp>
      <p:sp>
        <p:nvSpPr>
          <p:cNvPr id="2" name="Title Placeholder 1">
            <a:extLst>
              <a:ext uri="{FF2B5EF4-FFF2-40B4-BE49-F238E27FC236}">
                <a16:creationId xmlns:a16="http://schemas.microsoft.com/office/drawing/2014/main" id="{6030367B-F2DC-5732-2E15-51B06CBA6DF6}"/>
              </a:ext>
            </a:extLst>
          </p:cNvPr>
          <p:cNvSpPr>
            <a:spLocks noGrp="1"/>
          </p:cNvSpPr>
          <p:nvPr>
            <p:ph type="title" hasCustomPrompt="1"/>
          </p:nvPr>
        </p:nvSpPr>
        <p:spPr>
          <a:xfrm>
            <a:off x="763656" y="1532637"/>
            <a:ext cx="10607729" cy="530944"/>
          </a:xfrm>
          <a:prstGeom prst="rect">
            <a:avLst/>
          </a:prstGeom>
        </p:spPr>
        <p:txBody>
          <a:bodyPr vert="horz" lIns="91440" tIns="45720" rIns="91440" bIns="45720" rtlCol="0" anchor="t">
            <a:normAutofit/>
          </a:bodyPr>
          <a:lstStyle>
            <a:lvl1pPr algn="l">
              <a:defRPr>
                <a:solidFill>
                  <a:schemeClr val="bg1"/>
                </a:solidFill>
              </a:defRPr>
            </a:lvl1pPr>
          </a:lstStyle>
          <a:p>
            <a:r>
              <a:rPr lang="en-GB"/>
              <a:t>Title and image</a:t>
            </a:r>
            <a:endParaRPr lang="en-US"/>
          </a:p>
        </p:txBody>
      </p:sp>
    </p:spTree>
    <p:extLst>
      <p:ext uri="{BB962C8B-B14F-4D97-AF65-F5344CB8AC3E}">
        <p14:creationId xmlns:p14="http://schemas.microsoft.com/office/powerpoint/2010/main" val="420630223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de image">
    <p:bg>
      <p:bgPr>
        <a:solidFill>
          <a:srgbClr val="161D26"/>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763656" y="2606675"/>
            <a:ext cx="10664687" cy="3384550"/>
          </a:xfrm>
          <a:prstGeom prst="roundRect">
            <a:avLst>
              <a:gd name="adj" fmla="val 11870"/>
            </a:avLst>
          </a:prstGeom>
          <a:noFill/>
          <a:ln w="19050">
            <a:solidFill>
              <a:schemeClr val="bg2"/>
            </a:solidFill>
          </a:ln>
        </p:spPr>
        <p:txBody>
          <a:bodyPr/>
          <a:lstStyle>
            <a:lvl1pPr>
              <a:defRPr>
                <a:solidFill>
                  <a:schemeClr val="bg1"/>
                </a:solidFill>
              </a:defRPr>
            </a:lvl1pPr>
          </a:lstStyle>
          <a:p>
            <a:endParaRPr lang="en-US" dirty="0"/>
          </a:p>
        </p:txBody>
      </p:sp>
      <p:sp>
        <p:nvSpPr>
          <p:cNvPr id="5" name="Text Placeholder 21">
            <a:extLst>
              <a:ext uri="{FF2B5EF4-FFF2-40B4-BE49-F238E27FC236}">
                <a16:creationId xmlns:a16="http://schemas.microsoft.com/office/drawing/2014/main" id="{761B93CA-04D6-E74F-91FD-A35FAB4C3701}"/>
              </a:ext>
            </a:extLst>
          </p:cNvPr>
          <p:cNvSpPr>
            <a:spLocks noGrp="1"/>
          </p:cNvSpPr>
          <p:nvPr>
            <p:ph type="body" sz="quarter" idx="10" hasCustomPrompt="1"/>
          </p:nvPr>
        </p:nvSpPr>
        <p:spPr>
          <a:xfrm>
            <a:off x="486561" y="749209"/>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2" name="Title Placeholder 1">
            <a:extLst>
              <a:ext uri="{FF2B5EF4-FFF2-40B4-BE49-F238E27FC236}">
                <a16:creationId xmlns:a16="http://schemas.microsoft.com/office/drawing/2014/main" id="{61E43B64-26E4-91A6-696C-B89B026DC637}"/>
              </a:ext>
            </a:extLst>
          </p:cNvPr>
          <p:cNvSpPr>
            <a:spLocks noGrp="1"/>
          </p:cNvSpPr>
          <p:nvPr>
            <p:ph type="title" hasCustomPrompt="1"/>
          </p:nvPr>
        </p:nvSpPr>
        <p:spPr>
          <a:xfrm>
            <a:off x="486561" y="1112223"/>
            <a:ext cx="10607729" cy="530944"/>
          </a:xfrm>
          <a:prstGeom prst="rect">
            <a:avLst/>
          </a:prstGeom>
        </p:spPr>
        <p:txBody>
          <a:bodyPr vert="horz" lIns="91440" tIns="45720" rIns="91440" bIns="45720" rtlCol="0" anchor="t">
            <a:normAutofit/>
          </a:bodyPr>
          <a:lstStyle>
            <a:lvl1pPr algn="l">
              <a:defRPr>
                <a:solidFill>
                  <a:schemeClr val="bg1"/>
                </a:solidFill>
              </a:defRPr>
            </a:lvl1pPr>
          </a:lstStyle>
          <a:p>
            <a:r>
              <a:rPr lang="en-GB"/>
              <a:t>Title and code</a:t>
            </a:r>
            <a:endParaRPr lang="en-US"/>
          </a:p>
        </p:txBody>
      </p:sp>
    </p:spTree>
    <p:extLst>
      <p:ext uri="{BB962C8B-B14F-4D97-AF65-F5344CB8AC3E}">
        <p14:creationId xmlns:p14="http://schemas.microsoft.com/office/powerpoint/2010/main" val="421418138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de text">
    <p:bg>
      <p:bgPr>
        <a:solidFill>
          <a:srgbClr val="161D26"/>
        </a:solidFill>
        <a:effectLst/>
      </p:bgPr>
    </p:bg>
    <p:spTree>
      <p:nvGrpSpPr>
        <p:cNvPr id="1" name=""/>
        <p:cNvGrpSpPr/>
        <p:nvPr/>
      </p:nvGrpSpPr>
      <p:grpSpPr>
        <a:xfrm>
          <a:off x="0" y="0"/>
          <a:ext cx="0" cy="0"/>
          <a:chOff x="0" y="0"/>
          <a:chExt cx="0" cy="0"/>
        </a:xfrm>
      </p:grpSpPr>
      <p:sp>
        <p:nvSpPr>
          <p:cNvPr id="5" name="Text Placeholder 21">
            <a:extLst>
              <a:ext uri="{FF2B5EF4-FFF2-40B4-BE49-F238E27FC236}">
                <a16:creationId xmlns:a16="http://schemas.microsoft.com/office/drawing/2014/main" id="{761B93CA-04D6-E74F-91FD-A35FAB4C3701}"/>
              </a:ext>
            </a:extLst>
          </p:cNvPr>
          <p:cNvSpPr>
            <a:spLocks noGrp="1"/>
          </p:cNvSpPr>
          <p:nvPr>
            <p:ph type="body" sz="quarter" idx="10" hasCustomPrompt="1"/>
          </p:nvPr>
        </p:nvSpPr>
        <p:spPr>
          <a:xfrm>
            <a:off x="486561" y="749209"/>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2" name="Title Placeholder 1">
            <a:extLst>
              <a:ext uri="{FF2B5EF4-FFF2-40B4-BE49-F238E27FC236}">
                <a16:creationId xmlns:a16="http://schemas.microsoft.com/office/drawing/2014/main" id="{61E43B64-26E4-91A6-696C-B89B026DC637}"/>
              </a:ext>
            </a:extLst>
          </p:cNvPr>
          <p:cNvSpPr>
            <a:spLocks noGrp="1"/>
          </p:cNvSpPr>
          <p:nvPr>
            <p:ph type="title" hasCustomPrompt="1"/>
          </p:nvPr>
        </p:nvSpPr>
        <p:spPr>
          <a:xfrm>
            <a:off x="486561" y="1112223"/>
            <a:ext cx="10607729" cy="530944"/>
          </a:xfrm>
          <a:prstGeom prst="rect">
            <a:avLst/>
          </a:prstGeom>
        </p:spPr>
        <p:txBody>
          <a:bodyPr vert="horz" lIns="91440" tIns="45720" rIns="91440" bIns="45720" rtlCol="0" anchor="t">
            <a:normAutofit/>
          </a:bodyPr>
          <a:lstStyle>
            <a:lvl1pPr algn="l">
              <a:defRPr>
                <a:solidFill>
                  <a:schemeClr val="bg1"/>
                </a:solidFill>
              </a:defRPr>
            </a:lvl1pPr>
          </a:lstStyle>
          <a:p>
            <a:r>
              <a:rPr lang="en-GB" dirty="0"/>
              <a:t>Title and code text</a:t>
            </a:r>
            <a:endParaRPr lang="en-US" dirty="0"/>
          </a:p>
        </p:txBody>
      </p:sp>
      <p:sp>
        <p:nvSpPr>
          <p:cNvPr id="4" name="Content Placeholder 6">
            <a:extLst>
              <a:ext uri="{FF2B5EF4-FFF2-40B4-BE49-F238E27FC236}">
                <a16:creationId xmlns:a16="http://schemas.microsoft.com/office/drawing/2014/main" id="{5EE23111-5AE0-2708-F3C8-79E0410C6C0E}"/>
              </a:ext>
            </a:extLst>
          </p:cNvPr>
          <p:cNvSpPr>
            <a:spLocks noGrp="1"/>
          </p:cNvSpPr>
          <p:nvPr>
            <p:ph sz="quarter" idx="13" hasCustomPrompt="1"/>
          </p:nvPr>
        </p:nvSpPr>
        <p:spPr>
          <a:xfrm>
            <a:off x="763656" y="2614503"/>
            <a:ext cx="10664687" cy="3384550"/>
          </a:xfrm>
          <a:prstGeom prst="roundRect">
            <a:avLst>
              <a:gd name="adj" fmla="val 11705"/>
            </a:avLst>
          </a:prstGeom>
          <a:ln w="19050">
            <a:solidFill>
              <a:schemeClr val="bg2"/>
            </a:solidFill>
          </a:ln>
        </p:spPr>
        <p:txBody>
          <a:bodyPr/>
          <a:lstStyle>
            <a:lvl1pPr marL="0" indent="0">
              <a:spcAft>
                <a:spcPts val="600"/>
              </a:spcAft>
              <a:buNone/>
              <a:defRPr sz="1800">
                <a:latin typeface="Lucida Console" panose="020B0609040504020204" pitchFamily="49" charset="0"/>
              </a:defRPr>
            </a:lvl1pPr>
            <a:lvl2pPr marL="228600" indent="0">
              <a:spcAft>
                <a:spcPts val="600"/>
              </a:spcAft>
              <a:buNone/>
              <a:defRPr sz="1800">
                <a:latin typeface="Lucida Console" panose="020B0609040504020204" pitchFamily="49" charset="0"/>
              </a:defRPr>
            </a:lvl2pPr>
            <a:lvl3pPr marL="457200" indent="0">
              <a:spcAft>
                <a:spcPts val="600"/>
              </a:spcAft>
              <a:buNone/>
              <a:defRPr sz="1800">
                <a:latin typeface="Lucida Console" panose="020B0609040504020204" pitchFamily="49" charset="0"/>
              </a:defRPr>
            </a:lvl3pPr>
            <a:lvl4pPr marL="685800" indent="0">
              <a:spcAft>
                <a:spcPts val="600"/>
              </a:spcAft>
              <a:buNone/>
              <a:defRPr sz="1800">
                <a:latin typeface="Lucida Console" panose="020B0609040504020204" pitchFamily="49" charset="0"/>
              </a:defRPr>
            </a:lvl4pPr>
            <a:lvl5pPr marL="914400" indent="0">
              <a:spcAft>
                <a:spcPts val="600"/>
              </a:spcAft>
              <a:buNone/>
              <a:defRPr sz="1800">
                <a:latin typeface="Lucida Console" panose="020B0609040504020204" pitchFamily="49" charset="0"/>
              </a:defRPr>
            </a:lvl5pPr>
          </a:lstStyle>
          <a:p>
            <a:pPr lvl="0"/>
            <a:r>
              <a:rPr lang="en-US" dirty="0"/>
              <a:t>Code text</a:t>
            </a:r>
          </a:p>
        </p:txBody>
      </p:sp>
    </p:spTree>
    <p:extLst>
      <p:ext uri="{BB962C8B-B14F-4D97-AF65-F5344CB8AC3E}">
        <p14:creationId xmlns:p14="http://schemas.microsoft.com/office/powerpoint/2010/main" val="210277534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content, and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5022" y="694380"/>
            <a:ext cx="5346883" cy="5491468"/>
          </a:xfrm>
          <a:prstGeom prst="roundRect">
            <a:avLst>
              <a:gd name="adj" fmla="val 4675"/>
            </a:avLst>
          </a:prstGeom>
          <a:solidFill>
            <a:schemeClr val="bg2"/>
          </a:solidFill>
        </p:spPr>
        <p:txBody>
          <a:bodyPr/>
          <a:lstStyle>
            <a:lvl1pPr>
              <a:defRPr>
                <a:solidFill>
                  <a:schemeClr val="bg1"/>
                </a:solidFill>
              </a:defRPr>
            </a:lvl1pPr>
          </a:lstStyle>
          <a:p>
            <a:endParaRPr lang="en-US"/>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486061"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p>
          <a:p>
            <a:pPr lvl="0"/>
            <a:endParaRPr lang="en-US"/>
          </a:p>
        </p:txBody>
      </p:sp>
      <p:sp>
        <p:nvSpPr>
          <p:cNvPr id="2" name="Title Placeholder 1">
            <a:extLst>
              <a:ext uri="{FF2B5EF4-FFF2-40B4-BE49-F238E27FC236}">
                <a16:creationId xmlns:a16="http://schemas.microsoft.com/office/drawing/2014/main" id="{F40C62D6-9A76-B11D-63D8-2BAA50FC9538}"/>
              </a:ext>
            </a:extLst>
          </p:cNvPr>
          <p:cNvSpPr>
            <a:spLocks noGrp="1"/>
          </p:cNvSpPr>
          <p:nvPr>
            <p:ph type="title" hasCustomPrompt="1"/>
          </p:nvPr>
        </p:nvSpPr>
        <p:spPr>
          <a:xfrm>
            <a:off x="486060" y="1520848"/>
            <a:ext cx="3903878" cy="1411537"/>
          </a:xfrm>
          <a:prstGeom prst="rect">
            <a:avLst/>
          </a:prstGeom>
        </p:spPr>
        <p:txBody>
          <a:bodyPr vert="horz" lIns="91440" tIns="45720" rIns="91440" bIns="45720" rtlCol="0" anchor="t">
            <a:normAutofit/>
          </a:bodyPr>
          <a:lstStyle>
            <a:lvl1pPr>
              <a:defRPr>
                <a:solidFill>
                  <a:schemeClr val="bg1"/>
                </a:solidFill>
              </a:defRPr>
            </a:lvl1pPr>
          </a:lstStyle>
          <a:p>
            <a:r>
              <a:rPr lang="en-GB"/>
              <a:t>Title, content and image</a:t>
            </a:r>
            <a:endParaRPr lang="en-US"/>
          </a:p>
        </p:txBody>
      </p:sp>
    </p:spTree>
    <p:extLst>
      <p:ext uri="{BB962C8B-B14F-4D97-AF65-F5344CB8AC3E}">
        <p14:creationId xmlns:p14="http://schemas.microsoft.com/office/powerpoint/2010/main" val="10602383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content, and image_02">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lvl1pPr>
              <a:defRPr>
                <a:solidFill>
                  <a:schemeClr val="bg1"/>
                </a:solidFill>
              </a:defRPr>
            </a:lvl1pPr>
          </a:lstStyle>
          <a:p>
            <a:endParaRPr lang="en-US"/>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p>
          <a:p>
            <a:pPr lvl="0"/>
            <a:endParaRPr lang="en-US"/>
          </a:p>
        </p:txBody>
      </p:sp>
      <p:sp>
        <p:nvSpPr>
          <p:cNvPr id="2" name="Title Placeholder 1">
            <a:extLst>
              <a:ext uri="{FF2B5EF4-FFF2-40B4-BE49-F238E27FC236}">
                <a16:creationId xmlns:a16="http://schemas.microsoft.com/office/drawing/2014/main" id="{8D3C2B30-8192-7AAF-341C-09B96ED4DD62}"/>
              </a:ext>
            </a:extLst>
          </p:cNvPr>
          <p:cNvSpPr>
            <a:spLocks noGrp="1"/>
          </p:cNvSpPr>
          <p:nvPr>
            <p:ph type="title" hasCustomPrompt="1"/>
          </p:nvPr>
        </p:nvSpPr>
        <p:spPr>
          <a:xfrm>
            <a:off x="5865022" y="1520848"/>
            <a:ext cx="3903878" cy="1411537"/>
          </a:xfrm>
          <a:prstGeom prst="rect">
            <a:avLst/>
          </a:prstGeom>
        </p:spPr>
        <p:txBody>
          <a:bodyPr vert="horz" lIns="91440" tIns="45720" rIns="91440" bIns="45720" rtlCol="0" anchor="t">
            <a:normAutofit/>
          </a:bodyPr>
          <a:lstStyle>
            <a:lvl1pPr>
              <a:defRPr>
                <a:solidFill>
                  <a:schemeClr val="bg1"/>
                </a:solidFill>
              </a:defRPr>
            </a:lvl1pPr>
          </a:lstStyle>
          <a:p>
            <a:r>
              <a:rPr lang="en-GB"/>
              <a:t>Title, content and image</a:t>
            </a:r>
            <a:endParaRPr lang="en-US"/>
          </a:p>
        </p:txBody>
      </p:sp>
    </p:spTree>
    <p:extLst>
      <p:ext uri="{BB962C8B-B14F-4D97-AF65-F5344CB8AC3E}">
        <p14:creationId xmlns:p14="http://schemas.microsoft.com/office/powerpoint/2010/main" val="29683522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content, two columns, and image_">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lvl1pPr>
              <a:defRPr>
                <a:solidFill>
                  <a:schemeClr val="bg1"/>
                </a:solidFill>
              </a:defRPr>
            </a:lvl1pPr>
          </a:lstStyle>
          <a:p>
            <a:endParaRPr lang="en-US"/>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2458544"/>
            <a:ext cx="5422738" cy="66599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p>
          <a:p>
            <a:pPr lvl="0"/>
            <a:endParaRPr lang="en-US"/>
          </a:p>
        </p:txBody>
      </p:sp>
      <p:sp>
        <p:nvSpPr>
          <p:cNvPr id="3" name="Text Placeholder 21">
            <a:extLst>
              <a:ext uri="{FF2B5EF4-FFF2-40B4-BE49-F238E27FC236}">
                <a16:creationId xmlns:a16="http://schemas.microsoft.com/office/drawing/2014/main" id="{2149FBC2-7683-A9B2-46C5-5B57FB19189E}"/>
              </a:ext>
            </a:extLst>
          </p:cNvPr>
          <p:cNvSpPr>
            <a:spLocks noGrp="1"/>
          </p:cNvSpPr>
          <p:nvPr>
            <p:ph type="body" sz="quarter" idx="22" hasCustomPrompt="1"/>
          </p:nvPr>
        </p:nvSpPr>
        <p:spPr>
          <a:xfrm>
            <a:off x="5865021"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1</a:t>
            </a:r>
          </a:p>
        </p:txBody>
      </p:sp>
      <p:sp>
        <p:nvSpPr>
          <p:cNvPr id="4" name="Text Placeholder 23">
            <a:extLst>
              <a:ext uri="{FF2B5EF4-FFF2-40B4-BE49-F238E27FC236}">
                <a16:creationId xmlns:a16="http://schemas.microsoft.com/office/drawing/2014/main" id="{17EDA63C-3159-CA34-D4B9-9A79B9E9B3E2}"/>
              </a:ext>
            </a:extLst>
          </p:cNvPr>
          <p:cNvSpPr>
            <a:spLocks noGrp="1"/>
          </p:cNvSpPr>
          <p:nvPr>
            <p:ph type="body" sz="quarter" idx="23" hasCustomPrompt="1"/>
          </p:nvPr>
        </p:nvSpPr>
        <p:spPr>
          <a:xfrm>
            <a:off x="5865023" y="442244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5" name="Text Placeholder 21">
            <a:extLst>
              <a:ext uri="{FF2B5EF4-FFF2-40B4-BE49-F238E27FC236}">
                <a16:creationId xmlns:a16="http://schemas.microsoft.com/office/drawing/2014/main" id="{39D65247-30E9-1D1B-9BBF-08C0134797DF}"/>
              </a:ext>
            </a:extLst>
          </p:cNvPr>
          <p:cNvSpPr>
            <a:spLocks noGrp="1"/>
          </p:cNvSpPr>
          <p:nvPr>
            <p:ph type="body" sz="quarter" idx="26" hasCustomPrompt="1"/>
          </p:nvPr>
        </p:nvSpPr>
        <p:spPr>
          <a:xfrm>
            <a:off x="9000107"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Subtitle 2</a:t>
            </a:r>
          </a:p>
        </p:txBody>
      </p:sp>
      <p:sp>
        <p:nvSpPr>
          <p:cNvPr id="6" name="Text Placeholder 23">
            <a:extLst>
              <a:ext uri="{FF2B5EF4-FFF2-40B4-BE49-F238E27FC236}">
                <a16:creationId xmlns:a16="http://schemas.microsoft.com/office/drawing/2014/main" id="{F16989F6-4ED5-C533-8D96-71926EBC6E56}"/>
              </a:ext>
            </a:extLst>
          </p:cNvPr>
          <p:cNvSpPr>
            <a:spLocks noGrp="1"/>
          </p:cNvSpPr>
          <p:nvPr>
            <p:ph type="body" sz="quarter" idx="27" hasCustomPrompt="1"/>
          </p:nvPr>
        </p:nvSpPr>
        <p:spPr>
          <a:xfrm>
            <a:off x="9000109" y="442244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Pellent</a:t>
            </a:r>
            <a:r>
              <a:rPr lang="en-US"/>
              <a:t> </a:t>
            </a:r>
            <a:r>
              <a:rPr lang="en-US" err="1"/>
              <a:t>vulputate</a:t>
            </a:r>
            <a:r>
              <a:rPr lang="en-US"/>
              <a:t> </a:t>
            </a:r>
            <a:r>
              <a:rPr lang="en-US" err="1"/>
              <a:t>elit</a:t>
            </a:r>
            <a:endParaRPr lang="en-US"/>
          </a:p>
        </p:txBody>
      </p:sp>
      <p:sp>
        <p:nvSpPr>
          <p:cNvPr id="2" name="Title Placeholder 1">
            <a:extLst>
              <a:ext uri="{FF2B5EF4-FFF2-40B4-BE49-F238E27FC236}">
                <a16:creationId xmlns:a16="http://schemas.microsoft.com/office/drawing/2014/main" id="{C95E5804-38E0-D2B4-2E6E-40721B9E945D}"/>
              </a:ext>
            </a:extLst>
          </p:cNvPr>
          <p:cNvSpPr>
            <a:spLocks noGrp="1"/>
          </p:cNvSpPr>
          <p:nvPr>
            <p:ph type="title" hasCustomPrompt="1"/>
          </p:nvPr>
        </p:nvSpPr>
        <p:spPr>
          <a:xfrm>
            <a:off x="5865021" y="742540"/>
            <a:ext cx="3903878" cy="1411537"/>
          </a:xfrm>
          <a:prstGeom prst="rect">
            <a:avLst/>
          </a:prstGeom>
        </p:spPr>
        <p:txBody>
          <a:bodyPr vert="horz" lIns="91440" tIns="45720" rIns="91440" bIns="45720" rtlCol="0" anchor="t">
            <a:normAutofit/>
          </a:bodyPr>
          <a:lstStyle>
            <a:lvl1pPr>
              <a:defRPr>
                <a:solidFill>
                  <a:schemeClr val="bg1"/>
                </a:solidFill>
              </a:defRPr>
            </a:lvl1pPr>
          </a:lstStyle>
          <a:p>
            <a:r>
              <a:rPr lang="en-GB"/>
              <a:t>Title, content and image</a:t>
            </a:r>
            <a:endParaRPr lang="en-US"/>
          </a:p>
        </p:txBody>
      </p:sp>
    </p:spTree>
    <p:extLst>
      <p:ext uri="{BB962C8B-B14F-4D97-AF65-F5344CB8AC3E}">
        <p14:creationId xmlns:p14="http://schemas.microsoft.com/office/powerpoint/2010/main" val="300706910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content, and code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1304" y="694380"/>
            <a:ext cx="5346883" cy="5491468"/>
          </a:xfrm>
          <a:prstGeom prst="roundRect">
            <a:avLst>
              <a:gd name="adj" fmla="val 4675"/>
            </a:avLst>
          </a:prstGeom>
          <a:noFill/>
          <a:ln w="19050">
            <a:solidFill>
              <a:schemeClr val="bg2"/>
            </a:solidFill>
          </a:ln>
        </p:spPr>
        <p:txBody>
          <a:bodyPr/>
          <a:lstStyle>
            <a:lvl1pPr>
              <a:defRPr>
                <a:solidFill>
                  <a:schemeClr val="bg1"/>
                </a:solidFill>
              </a:defRPr>
            </a:lvl1pPr>
          </a:lstStyle>
          <a:p>
            <a:endParaRPr lang="en-US"/>
          </a:p>
        </p:txBody>
      </p:sp>
      <p:sp>
        <p:nvSpPr>
          <p:cNvPr id="2" name="Text Placeholder 21">
            <a:extLst>
              <a:ext uri="{FF2B5EF4-FFF2-40B4-BE49-F238E27FC236}">
                <a16:creationId xmlns:a16="http://schemas.microsoft.com/office/drawing/2014/main" id="{C2D34918-D686-3120-DEC4-3DC57586D1CD}"/>
              </a:ext>
            </a:extLst>
          </p:cNvPr>
          <p:cNvSpPr>
            <a:spLocks noGrp="1"/>
          </p:cNvSpPr>
          <p:nvPr>
            <p:ph type="body" sz="quarter" idx="10" hasCustomPrompt="1"/>
          </p:nvPr>
        </p:nvSpPr>
        <p:spPr>
          <a:xfrm>
            <a:off x="499248"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4" name="Text Placeholder 21">
            <a:extLst>
              <a:ext uri="{FF2B5EF4-FFF2-40B4-BE49-F238E27FC236}">
                <a16:creationId xmlns:a16="http://schemas.microsoft.com/office/drawing/2014/main" id="{D327B1D7-50B2-3252-1FA4-35AECAFF00EE}"/>
              </a:ext>
            </a:extLst>
          </p:cNvPr>
          <p:cNvSpPr>
            <a:spLocks noGrp="1"/>
          </p:cNvSpPr>
          <p:nvPr>
            <p:ph type="body" sz="quarter" idx="13" hasCustomPrompt="1"/>
          </p:nvPr>
        </p:nvSpPr>
        <p:spPr>
          <a:xfrm>
            <a:off x="486619"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5" name="Title Placeholder 1">
            <a:extLst>
              <a:ext uri="{FF2B5EF4-FFF2-40B4-BE49-F238E27FC236}">
                <a16:creationId xmlns:a16="http://schemas.microsoft.com/office/drawing/2014/main" id="{D7EEEC36-0B78-BA39-92BB-5E2C49CF4169}"/>
              </a:ext>
            </a:extLst>
          </p:cNvPr>
          <p:cNvSpPr>
            <a:spLocks noGrp="1"/>
          </p:cNvSpPr>
          <p:nvPr>
            <p:ph type="title" hasCustomPrompt="1"/>
          </p:nvPr>
        </p:nvSpPr>
        <p:spPr>
          <a:xfrm>
            <a:off x="486060" y="2213264"/>
            <a:ext cx="3591182" cy="1411537"/>
          </a:xfrm>
          <a:prstGeom prst="rect">
            <a:avLst/>
          </a:prstGeom>
        </p:spPr>
        <p:txBody>
          <a:bodyPr vert="horz" lIns="91440" tIns="45720" rIns="91440" bIns="45720" rtlCol="0" anchor="t">
            <a:normAutofit/>
          </a:bodyPr>
          <a:lstStyle>
            <a:lvl1pPr>
              <a:defRPr>
                <a:solidFill>
                  <a:schemeClr val="bg1"/>
                </a:solidFill>
              </a:defRPr>
            </a:lvl1pPr>
          </a:lstStyle>
          <a:p>
            <a:r>
              <a:rPr lang="en-GB"/>
              <a:t>Title and code</a:t>
            </a:r>
            <a:endParaRPr lang="en-US"/>
          </a:p>
        </p:txBody>
      </p:sp>
    </p:spTree>
    <p:extLst>
      <p:ext uri="{BB962C8B-B14F-4D97-AF65-F5344CB8AC3E}">
        <p14:creationId xmlns:p14="http://schemas.microsoft.com/office/powerpoint/2010/main" val="74787608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content, and code text">
    <p:bg>
      <p:bgPr>
        <a:solidFill>
          <a:srgbClr val="161D26"/>
        </a:solidFill>
        <a:effectLst/>
      </p:bgPr>
    </p:bg>
    <p:spTree>
      <p:nvGrpSpPr>
        <p:cNvPr id="1" name=""/>
        <p:cNvGrpSpPr/>
        <p:nvPr/>
      </p:nvGrpSpPr>
      <p:grpSpPr>
        <a:xfrm>
          <a:off x="0" y="0"/>
          <a:ext cx="0" cy="0"/>
          <a:chOff x="0" y="0"/>
          <a:chExt cx="0" cy="0"/>
        </a:xfrm>
      </p:grpSpPr>
      <p:sp>
        <p:nvSpPr>
          <p:cNvPr id="2" name="Text Placeholder 21">
            <a:extLst>
              <a:ext uri="{FF2B5EF4-FFF2-40B4-BE49-F238E27FC236}">
                <a16:creationId xmlns:a16="http://schemas.microsoft.com/office/drawing/2014/main" id="{C2D34918-D686-3120-DEC4-3DC57586D1CD}"/>
              </a:ext>
            </a:extLst>
          </p:cNvPr>
          <p:cNvSpPr>
            <a:spLocks noGrp="1"/>
          </p:cNvSpPr>
          <p:nvPr>
            <p:ph type="body" sz="quarter" idx="10" hasCustomPrompt="1"/>
          </p:nvPr>
        </p:nvSpPr>
        <p:spPr>
          <a:xfrm>
            <a:off x="499248"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4" name="Text Placeholder 21">
            <a:extLst>
              <a:ext uri="{FF2B5EF4-FFF2-40B4-BE49-F238E27FC236}">
                <a16:creationId xmlns:a16="http://schemas.microsoft.com/office/drawing/2014/main" id="{D327B1D7-50B2-3252-1FA4-35AECAFF00EE}"/>
              </a:ext>
            </a:extLst>
          </p:cNvPr>
          <p:cNvSpPr>
            <a:spLocks noGrp="1"/>
          </p:cNvSpPr>
          <p:nvPr>
            <p:ph type="body" sz="quarter" idx="13" hasCustomPrompt="1"/>
          </p:nvPr>
        </p:nvSpPr>
        <p:spPr>
          <a:xfrm>
            <a:off x="486619"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chemeClr val="bg1"/>
                </a:solidFill>
                <a:effectLst/>
                <a:uLnTx/>
                <a:uFillTx/>
                <a:latin typeface="Amazon Ember Display"/>
                <a:ea typeface="+mn-ea"/>
                <a:cs typeface="+mn-cs"/>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5" name="Title Placeholder 1">
            <a:extLst>
              <a:ext uri="{FF2B5EF4-FFF2-40B4-BE49-F238E27FC236}">
                <a16:creationId xmlns:a16="http://schemas.microsoft.com/office/drawing/2014/main" id="{D7EEEC36-0B78-BA39-92BB-5E2C49CF4169}"/>
              </a:ext>
            </a:extLst>
          </p:cNvPr>
          <p:cNvSpPr>
            <a:spLocks noGrp="1"/>
          </p:cNvSpPr>
          <p:nvPr>
            <p:ph type="title" hasCustomPrompt="1"/>
          </p:nvPr>
        </p:nvSpPr>
        <p:spPr>
          <a:xfrm>
            <a:off x="486060" y="2213264"/>
            <a:ext cx="3591182" cy="1411537"/>
          </a:xfrm>
          <a:prstGeom prst="rect">
            <a:avLst/>
          </a:prstGeom>
        </p:spPr>
        <p:txBody>
          <a:bodyPr vert="horz" lIns="91440" tIns="45720" rIns="91440" bIns="45720" rtlCol="0" anchor="t">
            <a:normAutofit/>
          </a:bodyPr>
          <a:lstStyle>
            <a:lvl1pPr>
              <a:defRPr>
                <a:solidFill>
                  <a:schemeClr val="bg1"/>
                </a:solidFill>
              </a:defRPr>
            </a:lvl1pPr>
          </a:lstStyle>
          <a:p>
            <a:r>
              <a:rPr lang="en-GB" dirty="0"/>
              <a:t>Title and code text</a:t>
            </a:r>
            <a:endParaRPr lang="en-US" dirty="0"/>
          </a:p>
        </p:txBody>
      </p:sp>
      <p:sp>
        <p:nvSpPr>
          <p:cNvPr id="3" name="TextBox 2">
            <a:extLst>
              <a:ext uri="{FF2B5EF4-FFF2-40B4-BE49-F238E27FC236}">
                <a16:creationId xmlns:a16="http://schemas.microsoft.com/office/drawing/2014/main" id="{D202483F-496C-4B42-9A85-CCDDC872515A}"/>
              </a:ext>
            </a:extLst>
          </p:cNvPr>
          <p:cNvSpPr txBox="1"/>
          <p:nvPr userDrawn="1"/>
        </p:nvSpPr>
        <p:spPr>
          <a:xfrm>
            <a:off x="5860745" y="672152"/>
            <a:ext cx="5346883" cy="5513696"/>
          </a:xfrm>
          <a:prstGeom prst="roundRect">
            <a:avLst>
              <a:gd name="adj" fmla="val 5673"/>
            </a:avLst>
          </a:prstGeom>
          <a:ln w="19050">
            <a:solidFill>
              <a:schemeClr val="bg2"/>
            </a:solidFill>
          </a:ln>
        </p:spPr>
        <p:txBody>
          <a:bodyPr vert="horz" wrap="square" lIns="91440" tIns="45720" rIns="91440" bIns="45720" rtlCol="0" anchor="ctr">
            <a:normAutofit/>
          </a:bodyPr>
          <a:lstStyle/>
          <a:p>
            <a:pPr marL="0" marR="0" indent="0" algn="l" defTabSz="914400" rtl="0" eaLnBrk="1" fontAlgn="auto" latinLnBrk="0" hangingPunct="1">
              <a:lnSpc>
                <a:spcPct val="90000"/>
              </a:lnSpc>
              <a:spcBef>
                <a:spcPct val="0"/>
              </a:spcBef>
              <a:spcAft>
                <a:spcPts val="0"/>
              </a:spcAft>
              <a:buClrTx/>
              <a:buSzTx/>
              <a:buFontTx/>
              <a:buNone/>
              <a:tabLst/>
            </a:pPr>
            <a:r>
              <a:rPr kumimoji="0" lang="en-GB" sz="2000" b="0" i="0" u="none" strike="noStrike" kern="1200" cap="none" spc="0" normalizeH="0" baseline="0" noProof="0" dirty="0">
                <a:ln>
                  <a:noFill/>
                </a:ln>
                <a:solidFill>
                  <a:schemeClr val="bg1"/>
                </a:solidFill>
                <a:effectLst/>
                <a:uLnTx/>
                <a:uFillTx/>
                <a:latin typeface="Lucida Console" panose="020B0609040504020204" pitchFamily="49" charset="0"/>
                <a:ea typeface="Amazon Ember Display" panose="020F0603020204020204" pitchFamily="34" charset="0"/>
                <a:cs typeface="Amazon Ember Display" panose="020F0603020204020204" pitchFamily="34" charset="0"/>
              </a:rPr>
              <a:t>Code text</a:t>
            </a:r>
          </a:p>
        </p:txBody>
      </p:sp>
    </p:spTree>
    <p:extLst>
      <p:ext uri="{BB962C8B-B14F-4D97-AF65-F5344CB8AC3E}">
        <p14:creationId xmlns:p14="http://schemas.microsoft.com/office/powerpoint/2010/main" val="186116251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ull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128015" y="0"/>
            <a:ext cx="12320016" cy="6858000"/>
          </a:xfrm>
          <a:prstGeom prst="roundRect">
            <a:avLst>
              <a:gd name="adj" fmla="val 0"/>
            </a:avLst>
          </a:prstGeom>
          <a:solidFill>
            <a:schemeClr val="bg2"/>
          </a:solidFill>
        </p:spPr>
        <p:txBody>
          <a:bodyPr/>
          <a:lstStyle/>
          <a:p>
            <a:endParaRPr lang="en-US"/>
          </a:p>
        </p:txBody>
      </p:sp>
    </p:spTree>
    <p:extLst>
      <p:ext uri="{BB962C8B-B14F-4D97-AF65-F5344CB8AC3E}">
        <p14:creationId xmlns:p14="http://schemas.microsoft.com/office/powerpoint/2010/main" val="404190947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161D26"/>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91FD8A6-BD95-FFAA-2064-9DC67488DB00}"/>
              </a:ext>
            </a:extLst>
          </p:cNvPr>
          <p:cNvSpPr>
            <a:spLocks noGrp="1"/>
          </p:cNvSpPr>
          <p:nvPr>
            <p:ph type="title" hasCustomPrompt="1"/>
          </p:nvPr>
        </p:nvSpPr>
        <p:spPr>
          <a:xfrm>
            <a:off x="486566" y="650191"/>
            <a:ext cx="10607729" cy="530944"/>
          </a:xfrm>
          <a:prstGeom prst="rect">
            <a:avLst/>
          </a:prstGeom>
        </p:spPr>
        <p:txBody>
          <a:bodyPr vert="horz" lIns="91440" tIns="45720" rIns="91440" bIns="45720" rtlCol="0" anchor="t">
            <a:normAutofit/>
          </a:bodyPr>
          <a:lstStyle>
            <a:lvl1pPr algn="l">
              <a:defRPr>
                <a:solidFill>
                  <a:schemeClr val="bg1"/>
                </a:solidFill>
              </a:defRPr>
            </a:lvl1pPr>
          </a:lstStyle>
          <a:p>
            <a:r>
              <a:rPr lang="en-GB"/>
              <a:t>Title only slide</a:t>
            </a:r>
            <a:endParaRPr lang="en-US"/>
          </a:p>
        </p:txBody>
      </p:sp>
    </p:spTree>
    <p:extLst>
      <p:ext uri="{BB962C8B-B14F-4D97-AF65-F5344CB8AC3E}">
        <p14:creationId xmlns:p14="http://schemas.microsoft.com/office/powerpoint/2010/main" val="26699236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Quote_Colo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9CF5A3-1D2A-F282-6F80-1A6CB0F7E32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8" y="537277"/>
            <a:ext cx="835752" cy="499786"/>
          </a:xfrm>
          <a:prstGeom prst="rect">
            <a:avLst/>
          </a:prstGeom>
        </p:spPr>
      </p:pic>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3"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dirty="0"/>
              <a:t>Author</a:t>
            </a:r>
          </a:p>
          <a:p>
            <a:pPr lvl="0"/>
            <a:r>
              <a:rPr lang="en-US" dirty="0"/>
              <a:t>Source</a:t>
            </a:r>
          </a:p>
        </p:txBody>
      </p:sp>
      <p:sp>
        <p:nvSpPr>
          <p:cNvPr id="2" name="Title Placeholder 1">
            <a:extLst>
              <a:ext uri="{FF2B5EF4-FFF2-40B4-BE49-F238E27FC236}">
                <a16:creationId xmlns:a16="http://schemas.microsoft.com/office/drawing/2014/main" id="{DE54CC71-9D84-7178-429D-8AB7925B22D2}"/>
              </a:ext>
            </a:extLst>
          </p:cNvPr>
          <p:cNvSpPr>
            <a:spLocks noGrp="1"/>
          </p:cNvSpPr>
          <p:nvPr>
            <p:ph type="title" hasCustomPrompt="1"/>
          </p:nvPr>
        </p:nvSpPr>
        <p:spPr>
          <a:xfrm>
            <a:off x="485393" y="1689275"/>
            <a:ext cx="10298221" cy="3125036"/>
          </a:xfrm>
          <a:prstGeom prst="rect">
            <a:avLst/>
          </a:prstGeom>
        </p:spPr>
        <p:txBody>
          <a:bodyPr vert="horz" lIns="91440" tIns="45720" rIns="91440" bIns="45720" rtlCol="0" anchor="t">
            <a:normAutofit/>
          </a:bodyPr>
          <a:lstStyle>
            <a:lvl1pPr algn="l">
              <a:defRPr>
                <a:solidFill>
                  <a:schemeClr val="bg1"/>
                </a:solidFill>
              </a:defRPr>
            </a:lvl1pPr>
          </a:lstStyle>
          <a:p>
            <a:r>
              <a:rPr lang="en-GB"/>
              <a:t>“Quote goes here.”</a:t>
            </a:r>
            <a:endParaRPr lang="en-US"/>
          </a:p>
        </p:txBody>
      </p:sp>
      <p:sp>
        <p:nvSpPr>
          <p:cNvPr id="3" name="TextBox 3">
            <a:extLst>
              <a:ext uri="{FF2B5EF4-FFF2-40B4-BE49-F238E27FC236}">
                <a16:creationId xmlns:a16="http://schemas.microsoft.com/office/drawing/2014/main" id="{59A5D65F-7456-9069-1EE5-2F575483C01F}"/>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226914054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Quote_Mono">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437687-5DF0-1D81-925D-844EE787EEB9}"/>
              </a:ext>
            </a:extLst>
          </p:cNvPr>
          <p:cNvSpPr/>
          <p:nvPr userDrawn="1"/>
        </p:nvSpPr>
        <p:spPr>
          <a:xfrm>
            <a:off x="0" y="0"/>
            <a:ext cx="12192000" cy="6858000"/>
          </a:xfrm>
          <a:prstGeom prst="rect">
            <a:avLst/>
          </a:prstGeom>
          <a:solidFill>
            <a:srgbClr val="151D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solidFill>
                <a:schemeClr val="bg1"/>
              </a:solidFill>
            </a:endParaRPr>
          </a:p>
        </p:txBody>
      </p:sp>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7159" y="537277"/>
            <a:ext cx="835752" cy="499786"/>
          </a:xfrm>
          <a:prstGeom prst="rect">
            <a:avLst/>
          </a:prstGeom>
        </p:spPr>
      </p:pic>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4"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chemeClr val="bg1"/>
                </a:solidFill>
                <a:effectLst/>
                <a:uLnTx/>
                <a:uFillTx/>
                <a:latin typeface="Amazon Ember Display"/>
                <a:ea typeface="+mn-ea"/>
                <a:cs typeface="+mn-cs"/>
              </a:defRPr>
            </a:lvl1pPr>
          </a:lstStyle>
          <a:p>
            <a:pPr lvl="0"/>
            <a:r>
              <a:rPr lang="en-US"/>
              <a:t>Author</a:t>
            </a:r>
          </a:p>
          <a:p>
            <a:pPr lvl="0"/>
            <a:r>
              <a:rPr lang="en-US"/>
              <a:t>Source</a:t>
            </a:r>
          </a:p>
        </p:txBody>
      </p:sp>
      <p:sp>
        <p:nvSpPr>
          <p:cNvPr id="3" name="Title Placeholder 1">
            <a:extLst>
              <a:ext uri="{FF2B5EF4-FFF2-40B4-BE49-F238E27FC236}">
                <a16:creationId xmlns:a16="http://schemas.microsoft.com/office/drawing/2014/main" id="{A163343E-0538-E787-F23A-883442D48916}"/>
              </a:ext>
            </a:extLst>
          </p:cNvPr>
          <p:cNvSpPr>
            <a:spLocks noGrp="1"/>
          </p:cNvSpPr>
          <p:nvPr>
            <p:ph type="title" hasCustomPrompt="1"/>
          </p:nvPr>
        </p:nvSpPr>
        <p:spPr>
          <a:xfrm>
            <a:off x="485393" y="1689275"/>
            <a:ext cx="10298221" cy="3125036"/>
          </a:xfrm>
          <a:prstGeom prst="rect">
            <a:avLst/>
          </a:prstGeom>
        </p:spPr>
        <p:txBody>
          <a:bodyPr vert="horz" lIns="91440" tIns="45720" rIns="91440" bIns="45720" rtlCol="0" anchor="t">
            <a:normAutofit/>
          </a:bodyPr>
          <a:lstStyle>
            <a:lvl1pPr algn="l">
              <a:defRPr>
                <a:solidFill>
                  <a:schemeClr val="bg1"/>
                </a:solidFill>
              </a:defRPr>
            </a:lvl1pPr>
          </a:lstStyle>
          <a:p>
            <a:r>
              <a:rPr lang="en-GB"/>
              <a:t>“Quote goes here.”</a:t>
            </a:r>
            <a:endParaRPr lang="en-US"/>
          </a:p>
        </p:txBody>
      </p:sp>
      <p:sp>
        <p:nvSpPr>
          <p:cNvPr id="4" name="TextBox 3">
            <a:extLst>
              <a:ext uri="{FF2B5EF4-FFF2-40B4-BE49-F238E27FC236}">
                <a16:creationId xmlns:a16="http://schemas.microsoft.com/office/drawing/2014/main" id="{6425F765-65AE-D4F2-DC4F-AC1DEAC70891}"/>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281886225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4_Skill Builder">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DCCBC6B-D110-CBDD-54ED-405A5EDDB6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1999" cy="6857999"/>
          </a:xfrm>
          <a:prstGeom prst="rect">
            <a:avLst/>
          </a:prstGeom>
        </p:spPr>
      </p:pic>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6428661"/>
            <a:ext cx="388818" cy="232516"/>
          </a:xfrm>
          <a:prstGeom prst="rect">
            <a:avLst/>
          </a:prstGeom>
        </p:spPr>
      </p:pic>
      <p:sp>
        <p:nvSpPr>
          <p:cNvPr id="2" name="TextBox 1">
            <a:extLst>
              <a:ext uri="{FF2B5EF4-FFF2-40B4-BE49-F238E27FC236}">
                <a16:creationId xmlns:a16="http://schemas.microsoft.com/office/drawing/2014/main" id="{145E0592-D2D0-C32F-F43E-2374761E3AAE}"/>
              </a:ext>
            </a:extLst>
          </p:cNvPr>
          <p:cNvSpPr txBox="1"/>
          <p:nvPr userDrawn="1"/>
        </p:nvSpPr>
        <p:spPr>
          <a:xfrm>
            <a:off x="304800" y="826379"/>
            <a:ext cx="3231216" cy="492443"/>
          </a:xfrm>
          <a:prstGeom prst="rect">
            <a:avLst/>
          </a:prstGeom>
          <a:noFill/>
        </p:spPr>
        <p:txBody>
          <a:bodyPr wrap="square" lIns="0" tIns="0" rIns="0" bIns="0" rtlCol="0">
            <a:spAutoFit/>
          </a:bodyPr>
          <a:lstStyle/>
          <a:p>
            <a:r>
              <a:rPr lang="en-US" sz="3200" u="none" strike="noStrike" dirty="0">
                <a:solidFill>
                  <a:schemeClr val="bg1"/>
                </a:solidFill>
                <a:effectLst/>
                <a:latin typeface="+mn-lt"/>
                <a:ea typeface="Amazon Ember Light" panose="020B0403020204020204" pitchFamily="34" charset="0"/>
                <a:cs typeface="Amazon Ember Light" panose="020B0403020204020204" pitchFamily="34" charset="0"/>
              </a:rPr>
              <a:t>skillbuilder.aws</a:t>
            </a:r>
            <a:endParaRPr lang="en-US" sz="3200" dirty="0">
              <a:solidFill>
                <a:schemeClr val="bg1"/>
              </a:solidFill>
              <a:latin typeface="+mn-lt"/>
              <a:ea typeface="Amazon Ember Light" panose="020B0403020204020204" pitchFamily="34" charset="0"/>
              <a:cs typeface="Amazon Ember Light" panose="020B0403020204020204" pitchFamily="34" charset="0"/>
            </a:endParaRPr>
          </a:p>
        </p:txBody>
      </p:sp>
      <p:pic>
        <p:nvPicPr>
          <p:cNvPr id="6" name="Graphic 5">
            <a:extLst>
              <a:ext uri="{FF2B5EF4-FFF2-40B4-BE49-F238E27FC236}">
                <a16:creationId xmlns:a16="http://schemas.microsoft.com/office/drawing/2014/main" id="{B7135B47-9754-D7AA-B00B-4F48B5D84DD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2841130" y="311051"/>
            <a:ext cx="1389772" cy="1389772"/>
          </a:xfrm>
          <a:prstGeom prst="rect">
            <a:avLst/>
          </a:prstGeom>
        </p:spPr>
      </p:pic>
      <p:sp>
        <p:nvSpPr>
          <p:cNvPr id="8" name="Title 2">
            <a:extLst>
              <a:ext uri="{FF2B5EF4-FFF2-40B4-BE49-F238E27FC236}">
                <a16:creationId xmlns:a16="http://schemas.microsoft.com/office/drawing/2014/main" id="{16123F1F-F820-758B-7FA0-0E7C83E9C693}"/>
              </a:ext>
            </a:extLst>
          </p:cNvPr>
          <p:cNvSpPr txBox="1">
            <a:spLocks/>
          </p:cNvSpPr>
          <p:nvPr userDrawn="1"/>
        </p:nvSpPr>
        <p:spPr>
          <a:xfrm>
            <a:off x="304800" y="3067050"/>
            <a:ext cx="5132173" cy="2053590"/>
          </a:xfrm>
          <a:prstGeom prst="rect">
            <a:avLst/>
          </a:prstGeom>
        </p:spPr>
        <p:txBody>
          <a:bodyPr vert="horz" lIns="0" tIns="45720" rIns="0" bIns="45720" rtlCol="0" anchor="ctr">
            <a:noAutofit/>
          </a:bodyPr>
          <a:lstStyle>
            <a:lvl1pPr algn="l" defTabSz="914400" rtl="0" eaLnBrk="1" latinLnBrk="0" hangingPunct="1">
              <a:lnSpc>
                <a:spcPct val="90000"/>
              </a:lnSpc>
              <a:spcBef>
                <a:spcPct val="0"/>
              </a:spcBef>
              <a:buNone/>
              <a:defRPr sz="4400" kern="1200" spc="-100" baseline="0">
                <a:solidFill>
                  <a:schemeClr val="tx1"/>
                </a:solidFill>
                <a:latin typeface="+mj-lt"/>
                <a:ea typeface="+mj-ea"/>
                <a:cs typeface="+mj-cs"/>
              </a:defRPr>
            </a:lvl1pPr>
          </a:lstStyle>
          <a:p>
            <a:r>
              <a:rPr lang="en-US" sz="4000" b="0" i="0" dirty="0">
                <a:solidFill>
                  <a:schemeClr val="bg1"/>
                </a:solidFill>
                <a:effectLst/>
                <a:latin typeface="+mn-lt"/>
                <a:ea typeface="Amazon Ember Light" panose="020B0403020204020204" pitchFamily="34" charset="0"/>
                <a:cs typeface="Amazon Ember Light" panose="020B0403020204020204" pitchFamily="34" charset="0"/>
              </a:rPr>
              <a:t>Create a free account on AWS Skill Builder to gain in-demand skills </a:t>
            </a:r>
            <a:endParaRPr lang="en-US" sz="4000" b="1" dirty="0">
              <a:solidFill>
                <a:schemeClr val="bg1"/>
              </a:solidFill>
              <a:latin typeface="+mn-lt"/>
              <a:ea typeface="Amazon Ember Light" panose="020B0403020204020204" pitchFamily="34" charset="0"/>
              <a:cs typeface="Amazon Ember Light" panose="020B0403020204020204" pitchFamily="34" charset="0"/>
            </a:endParaRPr>
          </a:p>
        </p:txBody>
      </p:sp>
    </p:spTree>
    <p:extLst>
      <p:ext uri="{BB962C8B-B14F-4D97-AF65-F5344CB8AC3E}">
        <p14:creationId xmlns:p14="http://schemas.microsoft.com/office/powerpoint/2010/main" val="2037280943"/>
      </p:ext>
    </p:extLst>
  </p:cSld>
  <p:clrMapOvr>
    <a:masterClrMapping/>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6_Thank you">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F4E6313-2A76-12C5-B29A-96754EDB0B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 name="Title Placeholder 1">
            <a:extLst>
              <a:ext uri="{FF2B5EF4-FFF2-40B4-BE49-F238E27FC236}">
                <a16:creationId xmlns:a16="http://schemas.microsoft.com/office/drawing/2014/main" id="{BC441C24-A61E-AF73-E70F-10ED3ADB761A}"/>
              </a:ext>
            </a:extLst>
          </p:cNvPr>
          <p:cNvSpPr>
            <a:spLocks noGrp="1"/>
          </p:cNvSpPr>
          <p:nvPr>
            <p:ph type="title" hasCustomPrompt="1"/>
          </p:nvPr>
        </p:nvSpPr>
        <p:spPr>
          <a:xfrm>
            <a:off x="485393" y="3012570"/>
            <a:ext cx="10298221" cy="832859"/>
          </a:xfrm>
          <a:prstGeom prst="rect">
            <a:avLst/>
          </a:prstGeom>
        </p:spPr>
        <p:txBody>
          <a:bodyPr vert="horz" lIns="91440" tIns="45720" rIns="91440" bIns="45720" rtlCol="0" anchor="t">
            <a:noAutofit/>
          </a:bodyPr>
          <a:lstStyle>
            <a:lvl1pPr algn="l">
              <a:defRPr sz="6000">
                <a:solidFill>
                  <a:schemeClr val="bg1"/>
                </a:solidFill>
              </a:defRPr>
            </a:lvl1pPr>
          </a:lstStyle>
          <a:p>
            <a:r>
              <a:rPr lang="en-GB"/>
              <a:t>Thank you</a:t>
            </a:r>
            <a:endParaRPr lang="en-US"/>
          </a:p>
        </p:txBody>
      </p:sp>
      <p:sp>
        <p:nvSpPr>
          <p:cNvPr id="3" name="TextBox 3">
            <a:extLst>
              <a:ext uri="{FF2B5EF4-FFF2-40B4-BE49-F238E27FC236}">
                <a16:creationId xmlns:a16="http://schemas.microsoft.com/office/drawing/2014/main" id="{0B8FBF2B-1908-42DA-BD81-993FAEBDEC0A}"/>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398646822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4_Thank you &amp; QR cod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7DFFD9-9768-7F4F-325A-55B91800B5E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2" name="Picture Placeholder 5">
            <a:extLst>
              <a:ext uri="{FF2B5EF4-FFF2-40B4-BE49-F238E27FC236}">
                <a16:creationId xmlns:a16="http://schemas.microsoft.com/office/drawing/2014/main" id="{5BCCF298-6D9D-5A97-1E1D-174718DACAD0}"/>
              </a:ext>
            </a:extLst>
          </p:cNvPr>
          <p:cNvSpPr>
            <a:spLocks noGrp="1"/>
          </p:cNvSpPr>
          <p:nvPr>
            <p:ph type="pic" sz="quarter" idx="12"/>
          </p:nvPr>
        </p:nvSpPr>
        <p:spPr>
          <a:xfrm>
            <a:off x="9019310" y="3315305"/>
            <a:ext cx="2147455" cy="2205524"/>
          </a:xfrm>
          <a:prstGeom prst="roundRect">
            <a:avLst>
              <a:gd name="adj" fmla="val 10690"/>
            </a:avLst>
          </a:prstGeom>
          <a:noFill/>
          <a:ln w="19050">
            <a:solidFill>
              <a:schemeClr val="bg2"/>
            </a:solidFill>
          </a:ln>
        </p:spPr>
        <p:txBody>
          <a:bodyPr/>
          <a:lstStyle/>
          <a:p>
            <a:endParaRPr lang="en-US"/>
          </a:p>
        </p:txBody>
      </p:sp>
      <p:sp>
        <p:nvSpPr>
          <p:cNvPr id="4" name="Rectangle 3">
            <a:extLst>
              <a:ext uri="{FF2B5EF4-FFF2-40B4-BE49-F238E27FC236}">
                <a16:creationId xmlns:a16="http://schemas.microsoft.com/office/drawing/2014/main" id="{DE9B5CF1-1E94-FD3E-C799-A79FB9849C42}"/>
              </a:ext>
            </a:extLst>
          </p:cNvPr>
          <p:cNvSpPr/>
          <p:nvPr userDrawn="1"/>
        </p:nvSpPr>
        <p:spPr>
          <a:xfrm>
            <a:off x="8673922" y="5669248"/>
            <a:ext cx="3519842"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3" name="TextBox 3">
            <a:extLst>
              <a:ext uri="{FF2B5EF4-FFF2-40B4-BE49-F238E27FC236}">
                <a16:creationId xmlns:a16="http://schemas.microsoft.com/office/drawing/2014/main" id="{D615D50D-A081-F17E-0674-1D0B018513D2}"/>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
        <p:nvSpPr>
          <p:cNvPr id="8" name="TextBox 7">
            <a:extLst>
              <a:ext uri="{FF2B5EF4-FFF2-40B4-BE49-F238E27FC236}">
                <a16:creationId xmlns:a16="http://schemas.microsoft.com/office/drawing/2014/main" id="{FC4DBC8A-2954-FBF7-B7A3-211E983B1447}"/>
              </a:ext>
            </a:extLst>
          </p:cNvPr>
          <p:cNvSpPr txBox="1"/>
          <p:nvPr userDrawn="1"/>
        </p:nvSpPr>
        <p:spPr>
          <a:xfrm>
            <a:off x="8673922" y="5688645"/>
            <a:ext cx="3756720"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57734603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5_Thank you &amp; QR co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32D97C3-632A-0527-B1AF-04A186893B2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6" name="Rectangle 5">
            <a:extLst>
              <a:ext uri="{FF2B5EF4-FFF2-40B4-BE49-F238E27FC236}">
                <a16:creationId xmlns:a16="http://schemas.microsoft.com/office/drawing/2014/main" id="{35C3F9D6-4CDC-7EDA-3E61-499015B65756}"/>
              </a:ext>
            </a:extLst>
          </p:cNvPr>
          <p:cNvSpPr/>
          <p:nvPr userDrawn="1"/>
        </p:nvSpPr>
        <p:spPr>
          <a:xfrm>
            <a:off x="8583534" y="5669248"/>
            <a:ext cx="3610230"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8" name="TextBox 3">
            <a:extLst>
              <a:ext uri="{FF2B5EF4-FFF2-40B4-BE49-F238E27FC236}">
                <a16:creationId xmlns:a16="http://schemas.microsoft.com/office/drawing/2014/main" id="{6AE979FC-327A-79F1-8DB5-745FE77A2E75}"/>
              </a:ext>
            </a:extLst>
          </p:cNvPr>
          <p:cNvSpPr txBox="1">
            <a:spLocks noChangeArrowheads="1"/>
          </p:cNvSpPr>
          <p:nvPr userDrawn="1"/>
        </p:nvSpPr>
        <p:spPr bwMode="white">
          <a:xfrm>
            <a:off x="508423"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
        <p:nvSpPr>
          <p:cNvPr id="9" name="TextBox 8">
            <a:extLst>
              <a:ext uri="{FF2B5EF4-FFF2-40B4-BE49-F238E27FC236}">
                <a16:creationId xmlns:a16="http://schemas.microsoft.com/office/drawing/2014/main" id="{F2611636-077A-96E1-B769-AEE855768D0E}"/>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263569902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pic>
        <p:nvPicPr>
          <p:cNvPr id="3" name="Picture 2" descr="A purple and blue gradient&#10;&#10;AI-generated content may be incorrect.">
            <a:extLst>
              <a:ext uri="{FF2B5EF4-FFF2-40B4-BE49-F238E27FC236}">
                <a16:creationId xmlns:a16="http://schemas.microsoft.com/office/drawing/2014/main" id="{EDBFAC01-0FA7-B8F7-7462-2916A3EEE9C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pic>
        <p:nvPicPr>
          <p:cNvPr id="7" name="Picture 6">
            <a:extLst>
              <a:ext uri="{FF2B5EF4-FFF2-40B4-BE49-F238E27FC236}">
                <a16:creationId xmlns:a16="http://schemas.microsoft.com/office/drawing/2014/main" id="{2C9B7CD8-17BD-E975-046F-FED0BB7721D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15240"/>
            <a:ext cx="12219214" cy="6842760"/>
          </a:xfrm>
          <a:prstGeom prst="rect">
            <a:avLst/>
          </a:prstGeom>
        </p:spPr>
      </p:pic>
    </p:spTree>
    <p:extLst>
      <p:ext uri="{BB962C8B-B14F-4D97-AF65-F5344CB8AC3E}">
        <p14:creationId xmlns:p14="http://schemas.microsoft.com/office/powerpoint/2010/main" val="122949840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6480088"/>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Launch_Announc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728BB32-A7DF-52F2-5C6E-83AD5F82C7F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Rounded Rectangle 8">
            <a:extLst>
              <a:ext uri="{FF2B5EF4-FFF2-40B4-BE49-F238E27FC236}">
                <a16:creationId xmlns:a16="http://schemas.microsoft.com/office/drawing/2014/main" id="{B84CF2D6-EFFD-6DA3-C843-7427B1E921C3}"/>
              </a:ext>
            </a:extLst>
          </p:cNvPr>
          <p:cNvSpPr/>
          <p:nvPr userDrawn="1"/>
        </p:nvSpPr>
        <p:spPr>
          <a:xfrm>
            <a:off x="5524981" y="1204163"/>
            <a:ext cx="1142038" cy="485741"/>
          </a:xfrm>
          <a:prstGeom prst="roundRect">
            <a:avLst>
              <a:gd name="adj" fmla="val 50000"/>
            </a:avLst>
          </a:prstGeom>
          <a:noFill/>
          <a:ln w="38100" cap="flat" cmpd="sng" algn="ctr">
            <a:solidFill>
              <a:srgbClr val="FFFFFF"/>
            </a:solidFill>
            <a:prstDash val="solid"/>
            <a:miter lim="800000"/>
          </a:ln>
          <a:effectLst/>
        </p:spPr>
        <p:txBody>
          <a:bodyPr lIns="36576" tIns="27432" rIns="0" bIns="0" rtlCol="0" anchor="ctr"/>
          <a:lstStyle/>
          <a:p>
            <a:pPr marL="0" marR="0" lvl="0" indent="0" algn="ctr" defTabSz="914411" eaLnBrk="1" fontAlgn="auto" latinLnBrk="0" hangingPunct="1">
              <a:lnSpc>
                <a:spcPct val="100000"/>
              </a:lnSpc>
              <a:spcBef>
                <a:spcPts val="0"/>
              </a:spcBef>
              <a:spcAft>
                <a:spcPts val="0"/>
              </a:spcAft>
              <a:buClrTx/>
              <a:buSzTx/>
              <a:buFontTx/>
              <a:buNone/>
              <a:tabLst/>
              <a:defRPr/>
            </a:pPr>
            <a:r>
              <a:rPr kumimoji="0" lang="en-US" sz="1400" b="1" i="0" u="none" strike="noStrike" kern="0" cap="none" spc="300" normalizeH="0" baseline="0" noProof="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NEW</a:t>
            </a:r>
          </a:p>
        </p:txBody>
      </p:sp>
      <p:sp>
        <p:nvSpPr>
          <p:cNvPr id="12" name="Title 1">
            <a:extLst>
              <a:ext uri="{FF2B5EF4-FFF2-40B4-BE49-F238E27FC236}">
                <a16:creationId xmlns:a16="http://schemas.microsoft.com/office/drawing/2014/main" id="{48AE4A6F-164F-ECAA-60A7-65C58209E1BC}"/>
              </a:ext>
            </a:extLst>
          </p:cNvPr>
          <p:cNvSpPr>
            <a:spLocks noGrp="1"/>
          </p:cNvSpPr>
          <p:nvPr>
            <p:ph type="title" hasCustomPrompt="1"/>
          </p:nvPr>
        </p:nvSpPr>
        <p:spPr>
          <a:xfrm>
            <a:off x="1608138" y="2312103"/>
            <a:ext cx="9017000" cy="638175"/>
          </a:xfrm>
        </p:spPr>
        <p:txBody>
          <a:bodyPr/>
          <a:lstStyle>
            <a:lvl1pPr algn="ctr">
              <a:defRPr sz="4800">
                <a:solidFill>
                  <a:schemeClr val="bg1"/>
                </a:solidFill>
              </a:defRPr>
            </a:lvl1pPr>
          </a:lstStyle>
          <a:p>
            <a:r>
              <a:rPr lang="en-US"/>
              <a:t>Name of Service</a:t>
            </a:r>
          </a:p>
        </p:txBody>
      </p:sp>
      <p:pic>
        <p:nvPicPr>
          <p:cNvPr id="14" name="Picture 13">
            <a:extLst>
              <a:ext uri="{FF2B5EF4-FFF2-40B4-BE49-F238E27FC236}">
                <a16:creationId xmlns:a16="http://schemas.microsoft.com/office/drawing/2014/main" id="{CB93BBB1-AC70-C13B-5C37-B282268DCB7A}"/>
              </a:ext>
            </a:extLst>
          </p:cNvPr>
          <p:cNvPicPr>
            <a:picLocks noChangeAspect="1"/>
          </p:cNvPicPr>
          <p:nvPr userDrawn="1"/>
        </p:nvPicPr>
        <p:blipFill>
          <a:blip r:embed="rId3"/>
          <a:srcRect/>
          <a:stretch/>
        </p:blipFill>
        <p:spPr>
          <a:xfrm>
            <a:off x="292501" y="6428661"/>
            <a:ext cx="388818" cy="219592"/>
          </a:xfrm>
          <a:prstGeom prst="rect">
            <a:avLst/>
          </a:prstGeom>
        </p:spPr>
      </p:pic>
      <p:sp>
        <p:nvSpPr>
          <p:cNvPr id="16" name="Text Placeholder 14">
            <a:extLst>
              <a:ext uri="{FF2B5EF4-FFF2-40B4-BE49-F238E27FC236}">
                <a16:creationId xmlns:a16="http://schemas.microsoft.com/office/drawing/2014/main" id="{0C580363-2926-214C-F568-3A37CE16DC5F}"/>
              </a:ext>
            </a:extLst>
          </p:cNvPr>
          <p:cNvSpPr>
            <a:spLocks noGrp="1"/>
          </p:cNvSpPr>
          <p:nvPr>
            <p:ph type="body" sz="quarter" idx="11" hasCustomPrompt="1"/>
          </p:nvPr>
        </p:nvSpPr>
        <p:spPr>
          <a:xfrm>
            <a:off x="1608138" y="4317940"/>
            <a:ext cx="9040812" cy="341632"/>
          </a:xfrm>
          <a:prstGeom prst="rect">
            <a:avLst/>
          </a:prstGeom>
        </p:spPr>
        <p:txBody>
          <a:bodyPr/>
          <a:lstStyle>
            <a:lvl1pPr marL="0" indent="0" algn="ctr">
              <a:buNone/>
              <a:defRPr sz="1800" b="0" i="0" spc="30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a:t>AVAILABILITY LINE</a:t>
            </a:r>
          </a:p>
        </p:txBody>
      </p:sp>
      <p:sp>
        <p:nvSpPr>
          <p:cNvPr id="17" name="Text Placeholder 14">
            <a:extLst>
              <a:ext uri="{FF2B5EF4-FFF2-40B4-BE49-F238E27FC236}">
                <a16:creationId xmlns:a16="http://schemas.microsoft.com/office/drawing/2014/main" id="{F5CD5E87-B24B-426A-A1A9-3DCB564D65E4}"/>
              </a:ext>
            </a:extLst>
          </p:cNvPr>
          <p:cNvSpPr>
            <a:spLocks noGrp="1"/>
          </p:cNvSpPr>
          <p:nvPr>
            <p:ph type="body" sz="quarter" idx="12" hasCustomPrompt="1"/>
          </p:nvPr>
        </p:nvSpPr>
        <p:spPr>
          <a:xfrm>
            <a:off x="1608138" y="3195195"/>
            <a:ext cx="9040812" cy="757130"/>
          </a:xfrm>
          <a:prstGeom prst="rect">
            <a:avLst/>
          </a:prstGeom>
        </p:spPr>
        <p:txBody>
          <a:bodyPr/>
          <a:lstStyle>
            <a:lvl1pPr marL="0" indent="0" algn="ctr">
              <a:buNone/>
              <a:defRPr sz="2400" b="0" i="0" spc="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Add a concise description of the service here, try to keep it concise and no more than two lines</a:t>
            </a:r>
          </a:p>
        </p:txBody>
      </p:sp>
      <p:sp>
        <p:nvSpPr>
          <p:cNvPr id="3" name="TextBox 3">
            <a:extLst>
              <a:ext uri="{FF2B5EF4-FFF2-40B4-BE49-F238E27FC236}">
                <a16:creationId xmlns:a16="http://schemas.microsoft.com/office/drawing/2014/main" id="{CF0D4D82-2C68-828B-F156-9D5818CA4247}"/>
              </a:ext>
            </a:extLst>
          </p:cNvPr>
          <p:cNvSpPr txBox="1">
            <a:spLocks noChangeArrowheads="1"/>
          </p:cNvSpPr>
          <p:nvPr userDrawn="1"/>
        </p:nvSpPr>
        <p:spPr bwMode="white">
          <a:xfrm>
            <a:off x="931507"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spTree>
    <p:extLst>
      <p:ext uri="{BB962C8B-B14F-4D97-AF65-F5344CB8AC3E}">
        <p14:creationId xmlns:p14="http://schemas.microsoft.com/office/powerpoint/2010/main" val="354617829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aunch_Features">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8CF6FBA-632D-DA77-46D3-CB121AA959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1999" cy="6857999"/>
          </a:xfrm>
          <a:prstGeom prst="rect">
            <a:avLst/>
          </a:prstGeom>
        </p:spPr>
      </p:pic>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4" name="Picture 3">
            <a:extLst>
              <a:ext uri="{FF2B5EF4-FFF2-40B4-BE49-F238E27FC236}">
                <a16:creationId xmlns:a16="http://schemas.microsoft.com/office/drawing/2014/main" id="{527726A2-3E53-4BDA-9C63-71CEFD833670}"/>
              </a:ext>
            </a:extLst>
          </p:cNvPr>
          <p:cNvPicPr>
            <a:picLocks noChangeAspect="1"/>
          </p:cNvPicPr>
          <p:nvPr userDrawn="1"/>
        </p:nvPicPr>
        <p:blipFill>
          <a:blip r:embed="rId3"/>
          <a:srcRect/>
          <a:stretch/>
        </p:blipFill>
        <p:spPr>
          <a:xfrm>
            <a:off x="292501" y="6428661"/>
            <a:ext cx="388818" cy="219592"/>
          </a:xfrm>
          <a:prstGeom prst="rect">
            <a:avLst/>
          </a:prstGeom>
        </p:spPr>
      </p:pic>
    </p:spTree>
    <p:extLst>
      <p:ext uri="{BB962C8B-B14F-4D97-AF65-F5344CB8AC3E}">
        <p14:creationId xmlns:p14="http://schemas.microsoft.com/office/powerpoint/2010/main" val="3187524345"/>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_Blank">
    <p:bg>
      <p:bgPr>
        <a:solidFill>
          <a:schemeClr val="bg1"/>
        </a:solidFill>
        <a:effectLst/>
      </p:bgPr>
    </p:bg>
    <p:spTree>
      <p:nvGrpSpPr>
        <p:cNvPr id="1" name=""/>
        <p:cNvGrpSpPr/>
        <p:nvPr/>
      </p:nvGrpSpPr>
      <p:grpSpPr>
        <a:xfrm>
          <a:off x="0" y="0"/>
          <a:ext cx="0" cy="0"/>
          <a:chOff x="0" y="0"/>
          <a:chExt cx="0" cy="0"/>
        </a:xfrm>
      </p:grpSpPr>
      <p:sp>
        <p:nvSpPr>
          <p:cNvPr id="2" name="TextBox 3">
            <a:extLst>
              <a:ext uri="{FF2B5EF4-FFF2-40B4-BE49-F238E27FC236}">
                <a16:creationId xmlns:a16="http://schemas.microsoft.com/office/drawing/2014/main" id="{FE51BA5B-866C-945C-85B8-147657047DC3}"/>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3" name="Graphic 2">
            <a:extLst>
              <a:ext uri="{FF2B5EF4-FFF2-40B4-BE49-F238E27FC236}">
                <a16:creationId xmlns:a16="http://schemas.microsoft.com/office/drawing/2014/main" id="{15151D14-1318-7DB5-C744-1B2D0711C6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571500" y="6431119"/>
            <a:ext cx="388818" cy="227600"/>
          </a:xfrm>
          <a:prstGeom prst="rect">
            <a:avLst/>
          </a:prstGeom>
        </p:spPr>
      </p:pic>
    </p:spTree>
    <p:extLst>
      <p:ext uri="{BB962C8B-B14F-4D97-AF65-F5344CB8AC3E}">
        <p14:creationId xmlns:p14="http://schemas.microsoft.com/office/powerpoint/2010/main" val="3321253696"/>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_Agenda">
    <p:bg>
      <p:bgPr>
        <a:solidFill>
          <a:srgbClr val="161D26"/>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44FB4B58-2049-3EB6-9DE6-586F41586795}"/>
              </a:ext>
            </a:extLst>
          </p:cNvPr>
          <p:cNvCxnSpPr>
            <a:cxnSpLocks/>
          </p:cNvCxnSpPr>
          <p:nvPr userDrawn="1"/>
        </p:nvCxnSpPr>
        <p:spPr>
          <a:xfrm>
            <a:off x="3443706" y="1349224"/>
            <a:ext cx="0" cy="4546609"/>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5" name="Text Placeholder 21">
            <a:extLst>
              <a:ext uri="{FF2B5EF4-FFF2-40B4-BE49-F238E27FC236}">
                <a16:creationId xmlns:a16="http://schemas.microsoft.com/office/drawing/2014/main" id="{818BB5EC-A618-2D03-DEA5-36873FA1E1F5}"/>
              </a:ext>
            </a:extLst>
          </p:cNvPr>
          <p:cNvSpPr>
            <a:spLocks noGrp="1"/>
          </p:cNvSpPr>
          <p:nvPr>
            <p:ph type="body" sz="quarter" idx="11" hasCustomPrompt="1"/>
          </p:nvPr>
        </p:nvSpPr>
        <p:spPr>
          <a:xfrm>
            <a:off x="481864" y="1422541"/>
            <a:ext cx="2504923" cy="116825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Agenda</a:t>
            </a:r>
          </a:p>
        </p:txBody>
      </p:sp>
      <p:sp>
        <p:nvSpPr>
          <p:cNvPr id="6" name="Text Placeholder 21">
            <a:extLst>
              <a:ext uri="{FF2B5EF4-FFF2-40B4-BE49-F238E27FC236}">
                <a16:creationId xmlns:a16="http://schemas.microsoft.com/office/drawing/2014/main" id="{C2614ABB-5806-776E-27EA-3AA282A6B581}"/>
              </a:ext>
            </a:extLst>
          </p:cNvPr>
          <p:cNvSpPr>
            <a:spLocks noGrp="1"/>
          </p:cNvSpPr>
          <p:nvPr>
            <p:ph type="body" sz="quarter" idx="12" hasCustomPrompt="1"/>
          </p:nvPr>
        </p:nvSpPr>
        <p:spPr>
          <a:xfrm>
            <a:off x="4004447" y="1422541"/>
            <a:ext cx="6178623" cy="4376307"/>
          </a:xfrm>
          <a:prstGeom prst="rect">
            <a:avLst/>
          </a:prstGeom>
        </p:spPr>
        <p:txBody>
          <a:bodyPr/>
          <a:lstStyle>
            <a:lvl1pPr marL="0" marR="0" indent="0" algn="l" defTabSz="914400" rtl="0" eaLnBrk="1" fontAlgn="auto" latinLnBrk="0" hangingPunct="1">
              <a:lnSpc>
                <a:spcPct val="100000"/>
              </a:lnSpc>
              <a:spcBef>
                <a:spcPts val="0"/>
              </a:spcBef>
              <a:spcAft>
                <a:spcPts val="3000"/>
              </a:spcAft>
              <a:buClrTx/>
              <a:buSzTx/>
              <a:buFont typeface="Arial" panose="020B0604020202020204" pitchFamily="34" charset="0"/>
              <a:buNone/>
              <a:tabLst/>
              <a:defRPr kumimoji="0" lang="en-US" sz="20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Agenda item 1</a:t>
            </a:r>
          </a:p>
          <a:p>
            <a:pPr lvl="0"/>
            <a:r>
              <a:rPr lang="en-US" dirty="0"/>
              <a:t>Agenda item 2</a:t>
            </a:r>
          </a:p>
          <a:p>
            <a:pPr lvl="0"/>
            <a:r>
              <a:rPr lang="en-US" dirty="0"/>
              <a:t>Agenda item 3</a:t>
            </a:r>
          </a:p>
          <a:p>
            <a:pPr lvl="0"/>
            <a:r>
              <a:rPr lang="en-US" dirty="0"/>
              <a:t>Agenda item 4</a:t>
            </a:r>
          </a:p>
          <a:p>
            <a:pPr lvl="0"/>
            <a:r>
              <a:rPr lang="en-US" dirty="0"/>
              <a:t>Agenda item 5</a:t>
            </a:r>
          </a:p>
          <a:p>
            <a:pPr lvl="0"/>
            <a:r>
              <a:rPr lang="en-US" dirty="0"/>
              <a:t>Agenda item 6</a:t>
            </a:r>
          </a:p>
          <a:p>
            <a:pPr lvl="0"/>
            <a:endParaRPr lang="en-US" dirty="0"/>
          </a:p>
        </p:txBody>
      </p:sp>
    </p:spTree>
    <p:extLst>
      <p:ext uri="{BB962C8B-B14F-4D97-AF65-F5344CB8AC3E}">
        <p14:creationId xmlns:p14="http://schemas.microsoft.com/office/powerpoint/2010/main" val="195600264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1_Title, content, and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5022" y="694380"/>
            <a:ext cx="5346883" cy="549146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486060" y="1520848"/>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486061"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Tree>
    <p:extLst>
      <p:ext uri="{BB962C8B-B14F-4D97-AF65-F5344CB8AC3E}">
        <p14:creationId xmlns:p14="http://schemas.microsoft.com/office/powerpoint/2010/main" val="380306708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1_Title only">
    <p:bg>
      <p:bgPr>
        <a:solidFill>
          <a:srgbClr val="161D26"/>
        </a:solidFill>
        <a:effectLst/>
      </p:bgPr>
    </p:bg>
    <p:spTree>
      <p:nvGrpSpPr>
        <p:cNvPr id="1" name=""/>
        <p:cNvGrpSpPr/>
        <p:nvPr/>
      </p:nvGrpSpPr>
      <p:grpSpPr>
        <a:xfrm>
          <a:off x="0" y="0"/>
          <a:ext cx="0" cy="0"/>
          <a:chOff x="0" y="0"/>
          <a:chExt cx="0" cy="0"/>
        </a:xfrm>
      </p:grpSpPr>
      <p:sp>
        <p:nvSpPr>
          <p:cNvPr id="3" name="Text Placeholder 21">
            <a:extLst>
              <a:ext uri="{FF2B5EF4-FFF2-40B4-BE49-F238E27FC236}">
                <a16:creationId xmlns:a16="http://schemas.microsoft.com/office/drawing/2014/main" id="{4214D09F-C4A1-6D48-55BF-33FE47B9089D}"/>
              </a:ext>
            </a:extLst>
          </p:cNvPr>
          <p:cNvSpPr>
            <a:spLocks noGrp="1"/>
          </p:cNvSpPr>
          <p:nvPr>
            <p:ph type="body" sz="quarter" idx="11" hasCustomPrompt="1"/>
          </p:nvPr>
        </p:nvSpPr>
        <p:spPr>
          <a:xfrm>
            <a:off x="486566" y="650191"/>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only slide</a:t>
            </a:r>
          </a:p>
        </p:txBody>
      </p:sp>
    </p:spTree>
    <p:extLst>
      <p:ext uri="{BB962C8B-B14F-4D97-AF65-F5344CB8AC3E}">
        <p14:creationId xmlns:p14="http://schemas.microsoft.com/office/powerpoint/2010/main" val="400124570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1_Title and text">
    <p:bg>
      <p:bgPr>
        <a:solidFill>
          <a:srgbClr val="161D26"/>
        </a:solidFill>
        <a:effectLst/>
      </p:bgPr>
    </p:bg>
    <p:spTree>
      <p:nvGrpSpPr>
        <p:cNvPr id="1" name=""/>
        <p:cNvGrpSpPr/>
        <p:nvPr/>
      </p:nvGrpSpPr>
      <p:grpSpPr>
        <a:xfrm>
          <a:off x="0" y="0"/>
          <a:ext cx="0" cy="0"/>
          <a:chOff x="0" y="0"/>
          <a:chExt cx="0" cy="0"/>
        </a:xfrm>
      </p:grpSpPr>
      <p:sp>
        <p:nvSpPr>
          <p:cNvPr id="7" name="Text Placeholder 21">
            <a:extLst>
              <a:ext uri="{FF2B5EF4-FFF2-40B4-BE49-F238E27FC236}">
                <a16:creationId xmlns:a16="http://schemas.microsoft.com/office/drawing/2014/main" id="{2BC98CF5-E0A8-92D9-AB13-5A5B93AB9706}"/>
              </a:ext>
            </a:extLst>
          </p:cNvPr>
          <p:cNvSpPr>
            <a:spLocks noGrp="1"/>
          </p:cNvSpPr>
          <p:nvPr>
            <p:ph type="body" sz="quarter" idx="11" hasCustomPrompt="1"/>
          </p:nvPr>
        </p:nvSpPr>
        <p:spPr>
          <a:xfrm>
            <a:off x="502225" y="1962021"/>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text</a:t>
            </a:r>
          </a:p>
        </p:txBody>
      </p:sp>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3043524"/>
            <a:ext cx="7300863"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Tree>
    <p:extLst>
      <p:ext uri="{BB962C8B-B14F-4D97-AF65-F5344CB8AC3E}">
        <p14:creationId xmlns:p14="http://schemas.microsoft.com/office/powerpoint/2010/main" val="39347534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Walk on">
    <p:spTree>
      <p:nvGrpSpPr>
        <p:cNvPr id="1" name=""/>
        <p:cNvGrpSpPr/>
        <p:nvPr/>
      </p:nvGrpSpPr>
      <p:grpSpPr>
        <a:xfrm>
          <a:off x="0" y="0"/>
          <a:ext cx="0" cy="0"/>
          <a:chOff x="0" y="0"/>
          <a:chExt cx="0" cy="0"/>
        </a:xfrm>
      </p:grpSpPr>
      <p:pic>
        <p:nvPicPr>
          <p:cNvPr id="3" name="Picture 2" descr="A close-up of a colorful background&#10;&#10;AI-generated content may be incorrect.">
            <a:extLst>
              <a:ext uri="{FF2B5EF4-FFF2-40B4-BE49-F238E27FC236}">
                <a16:creationId xmlns:a16="http://schemas.microsoft.com/office/drawing/2014/main" id="{8F0CD83B-FED8-8C19-0DC5-591BFA61F63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12412EBA-77D0-2550-D30E-416009443B1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51150" y="3312356"/>
            <a:ext cx="4168175" cy="1344189"/>
          </a:xfrm>
          <a:prstGeom prst="rect">
            <a:avLst/>
          </a:prstGeom>
        </p:spPr>
      </p:pic>
    </p:spTree>
    <p:extLst>
      <p:ext uri="{BB962C8B-B14F-4D97-AF65-F5344CB8AC3E}">
        <p14:creationId xmlns:p14="http://schemas.microsoft.com/office/powerpoint/2010/main" val="2479900454"/>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Session Title - 1">
    <p:spTree>
      <p:nvGrpSpPr>
        <p:cNvPr id="1" name=""/>
        <p:cNvGrpSpPr/>
        <p:nvPr/>
      </p:nvGrpSpPr>
      <p:grpSpPr>
        <a:xfrm>
          <a:off x="0" y="0"/>
          <a:ext cx="0" cy="0"/>
          <a:chOff x="0" y="0"/>
          <a:chExt cx="0" cy="0"/>
        </a:xfrm>
      </p:grpSpPr>
      <p:pic>
        <p:nvPicPr>
          <p:cNvPr id="3" name="Picture 2" descr="A blurry image of a colorful background&#10;&#10;AI-generated content may be incorrect.">
            <a:extLst>
              <a:ext uri="{FF2B5EF4-FFF2-40B4-BE49-F238E27FC236}">
                <a16:creationId xmlns:a16="http://schemas.microsoft.com/office/drawing/2014/main" id="{7B9D837A-94BA-DED9-AE91-9C0503ABE2F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1972668829"/>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_Session Title - 1">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1196631724"/>
      </p:ext>
    </p:extLst>
  </p:cSld>
  <p:clrMapOvr>
    <a:masterClrMapping/>
  </p:clrMapOvr>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ession Title - 2">
    <p:spTree>
      <p:nvGrpSpPr>
        <p:cNvPr id="1" name=""/>
        <p:cNvGrpSpPr/>
        <p:nvPr/>
      </p:nvGrpSpPr>
      <p:grpSpPr>
        <a:xfrm>
          <a:off x="0" y="0"/>
          <a:ext cx="0" cy="0"/>
          <a:chOff x="0" y="0"/>
          <a:chExt cx="0" cy="0"/>
        </a:xfrm>
      </p:grpSpPr>
      <p:pic>
        <p:nvPicPr>
          <p:cNvPr id="2" name="Picture 1" descr="A purple and blue gradient&#10;&#10;AI-generated content may be incorrect.">
            <a:extLst>
              <a:ext uri="{FF2B5EF4-FFF2-40B4-BE49-F238E27FC236}">
                <a16:creationId xmlns:a16="http://schemas.microsoft.com/office/drawing/2014/main" id="{D1BFE156-3870-45A2-6BDF-AB0351C2A3E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366363800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ession Title - 3">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9688E7E-560D-1F85-60AE-F11B53EB181C}"/>
              </a:ext>
            </a:extLst>
          </p:cNvPr>
          <p:cNvSpPr/>
          <p:nvPr userDrawn="1"/>
        </p:nvSpPr>
        <p:spPr>
          <a:xfrm>
            <a:off x="0" y="0"/>
            <a:ext cx="12192000" cy="6858000"/>
          </a:xfrm>
          <a:prstGeom prst="rect">
            <a:avLst/>
          </a:prstGeom>
          <a:solidFill>
            <a:srgbClr val="151D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p>
        </p:txBody>
      </p:sp>
      <p:pic>
        <p:nvPicPr>
          <p:cNvPr id="2" name="Graphic 1">
            <a:extLst>
              <a:ext uri="{FF2B5EF4-FFF2-40B4-BE49-F238E27FC236}">
                <a16:creationId xmlns:a16="http://schemas.microsoft.com/office/drawing/2014/main" id="{1EF57A0F-E278-CD58-9703-2C36EBEE4F7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53304" y="537277"/>
            <a:ext cx="835752" cy="499786"/>
          </a:xfrm>
          <a:prstGeom prst="rect">
            <a:avLst/>
          </a:prstGeom>
        </p:spPr>
      </p:pic>
      <p:sp>
        <p:nvSpPr>
          <p:cNvPr id="3" name="Text Placeholder 21">
            <a:extLst>
              <a:ext uri="{FF2B5EF4-FFF2-40B4-BE49-F238E27FC236}">
                <a16:creationId xmlns:a16="http://schemas.microsoft.com/office/drawing/2014/main" id="{75964A49-4B15-7572-0B46-92FB64D1679B}"/>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4" name="Text Placeholder 21">
            <a:extLst>
              <a:ext uri="{FF2B5EF4-FFF2-40B4-BE49-F238E27FC236}">
                <a16:creationId xmlns:a16="http://schemas.microsoft.com/office/drawing/2014/main" id="{6CB35DDF-B025-928C-8606-6F4A1B6250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5" name="Text Placeholder 21">
            <a:extLst>
              <a:ext uri="{FF2B5EF4-FFF2-40B4-BE49-F238E27FC236}">
                <a16:creationId xmlns:a16="http://schemas.microsoft.com/office/drawing/2014/main" id="{4A7E3313-4259-1997-ED9D-5C3D97E23092}"/>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6" name="Text Placeholder 21">
            <a:extLst>
              <a:ext uri="{FF2B5EF4-FFF2-40B4-BE49-F238E27FC236}">
                <a16:creationId xmlns:a16="http://schemas.microsoft.com/office/drawing/2014/main" id="{10016296-5F2F-BE48-746B-ACD2B085B0D2}"/>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7" name="Text Placeholder 21">
            <a:extLst>
              <a:ext uri="{FF2B5EF4-FFF2-40B4-BE49-F238E27FC236}">
                <a16:creationId xmlns:a16="http://schemas.microsoft.com/office/drawing/2014/main" id="{A473B96F-ACDC-834E-D803-FE0EDB6F6B42}"/>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8" name="Text Placeholder 21">
            <a:extLst>
              <a:ext uri="{FF2B5EF4-FFF2-40B4-BE49-F238E27FC236}">
                <a16:creationId xmlns:a16="http://schemas.microsoft.com/office/drawing/2014/main" id="{0EBCA48F-8E14-CBBE-B836-B37F2CD05143}"/>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9" name="Text Placeholder 21">
            <a:extLst>
              <a:ext uri="{FF2B5EF4-FFF2-40B4-BE49-F238E27FC236}">
                <a16:creationId xmlns:a16="http://schemas.microsoft.com/office/drawing/2014/main" id="{9FD6071B-2B55-3490-FBFF-04599195AC7D}"/>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10" name="Text Placeholder 21">
            <a:extLst>
              <a:ext uri="{FF2B5EF4-FFF2-40B4-BE49-F238E27FC236}">
                <a16:creationId xmlns:a16="http://schemas.microsoft.com/office/drawing/2014/main" id="{B8330354-A7B3-333A-42F3-C2381A5D603D}"/>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184914357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Section divider">
    <p:spTree>
      <p:nvGrpSpPr>
        <p:cNvPr id="1" name=""/>
        <p:cNvGrpSpPr/>
        <p:nvPr/>
      </p:nvGrpSpPr>
      <p:grpSpPr>
        <a:xfrm>
          <a:off x="0" y="0"/>
          <a:ext cx="0" cy="0"/>
          <a:chOff x="0" y="0"/>
          <a:chExt cx="0" cy="0"/>
        </a:xfrm>
      </p:grpSpPr>
      <p:sp>
        <p:nvSpPr>
          <p:cNvPr id="6" name="Text Placeholder 21">
            <a:extLst>
              <a:ext uri="{FF2B5EF4-FFF2-40B4-BE49-F238E27FC236}">
                <a16:creationId xmlns:a16="http://schemas.microsoft.com/office/drawing/2014/main" id="{BEE5A1A4-5BF3-7678-58BF-DBEF8F0E0269}"/>
              </a:ext>
            </a:extLst>
          </p:cNvPr>
          <p:cNvSpPr>
            <a:spLocks noGrp="1"/>
          </p:cNvSpPr>
          <p:nvPr>
            <p:ph type="body" sz="quarter" idx="11" hasCustomPrompt="1"/>
          </p:nvPr>
        </p:nvSpPr>
        <p:spPr>
          <a:xfrm>
            <a:off x="471500" y="2761554"/>
            <a:ext cx="6720456" cy="1757786"/>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2025,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1500" y="6428661"/>
            <a:ext cx="388818" cy="232516"/>
          </a:xfrm>
          <a:prstGeom prst="rect">
            <a:avLst/>
          </a:prstGeom>
        </p:spPr>
      </p:pic>
      <p:pic>
        <p:nvPicPr>
          <p:cNvPr id="4" name="Picture 3" descr="A close up of a purple and blue gradient&#10;&#10;AI-generated content may be incorrect.">
            <a:extLst>
              <a:ext uri="{FF2B5EF4-FFF2-40B4-BE49-F238E27FC236}">
                <a16:creationId xmlns:a16="http://schemas.microsoft.com/office/drawing/2014/main" id="{71B910AB-8F37-BE20-F28A-2E2E6BF62B9E}"/>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341" b="4183"/>
          <a:stretch>
            <a:fillRect/>
          </a:stretch>
        </p:blipFill>
        <p:spPr>
          <a:xfrm>
            <a:off x="0" y="0"/>
            <a:ext cx="12192000" cy="6858000"/>
          </a:xfrm>
          <a:prstGeom prst="rect">
            <a:avLst/>
          </a:prstGeom>
        </p:spPr>
      </p:pic>
    </p:spTree>
    <p:extLst>
      <p:ext uri="{BB962C8B-B14F-4D97-AF65-F5344CB8AC3E}">
        <p14:creationId xmlns:p14="http://schemas.microsoft.com/office/powerpoint/2010/main" val="1869792752"/>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pic>
        <p:nvPicPr>
          <p:cNvPr id="3" name="Picture 2" descr="A blue and pink gradient&#10;&#10;AI-generated content may be incorrect.">
            <a:extLst>
              <a:ext uri="{FF2B5EF4-FFF2-40B4-BE49-F238E27FC236}">
                <a16:creationId xmlns:a16="http://schemas.microsoft.com/office/drawing/2014/main" id="{97CB27F8-3A0B-FB32-ED56-4885C07CCC8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sp>
        <p:nvSpPr>
          <p:cNvPr id="6" name="Text Placeholder 21">
            <a:extLst>
              <a:ext uri="{FF2B5EF4-FFF2-40B4-BE49-F238E27FC236}">
                <a16:creationId xmlns:a16="http://schemas.microsoft.com/office/drawing/2014/main" id="{BEE5A1A4-5BF3-7678-58BF-DBEF8F0E0269}"/>
              </a:ext>
            </a:extLst>
          </p:cNvPr>
          <p:cNvSpPr>
            <a:spLocks noGrp="1"/>
          </p:cNvSpPr>
          <p:nvPr>
            <p:ph type="body" sz="quarter" idx="11" hasCustomPrompt="1"/>
          </p:nvPr>
        </p:nvSpPr>
        <p:spPr>
          <a:xfrm>
            <a:off x="471500" y="2761554"/>
            <a:ext cx="6720456" cy="1757786"/>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6428661"/>
            <a:ext cx="388818" cy="232516"/>
          </a:xfrm>
          <a:prstGeom prst="rect">
            <a:avLst/>
          </a:prstGeom>
        </p:spPr>
      </p:pic>
    </p:spTree>
    <p:extLst>
      <p:ext uri="{BB962C8B-B14F-4D97-AF65-F5344CB8AC3E}">
        <p14:creationId xmlns:p14="http://schemas.microsoft.com/office/powerpoint/2010/main" val="3660699919"/>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61D26"/>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44FB4B58-2049-3EB6-9DE6-586F41586795}"/>
              </a:ext>
            </a:extLst>
          </p:cNvPr>
          <p:cNvCxnSpPr>
            <a:cxnSpLocks/>
          </p:cNvCxnSpPr>
          <p:nvPr userDrawn="1"/>
        </p:nvCxnSpPr>
        <p:spPr>
          <a:xfrm>
            <a:off x="3443706" y="1349224"/>
            <a:ext cx="0" cy="4546609"/>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5" name="Text Placeholder 21">
            <a:extLst>
              <a:ext uri="{FF2B5EF4-FFF2-40B4-BE49-F238E27FC236}">
                <a16:creationId xmlns:a16="http://schemas.microsoft.com/office/drawing/2014/main" id="{818BB5EC-A618-2D03-DEA5-36873FA1E1F5}"/>
              </a:ext>
            </a:extLst>
          </p:cNvPr>
          <p:cNvSpPr>
            <a:spLocks noGrp="1"/>
          </p:cNvSpPr>
          <p:nvPr>
            <p:ph type="body" sz="quarter" idx="11" hasCustomPrompt="1"/>
          </p:nvPr>
        </p:nvSpPr>
        <p:spPr>
          <a:xfrm>
            <a:off x="481864" y="1422541"/>
            <a:ext cx="2504923" cy="116825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Agenda</a:t>
            </a:r>
          </a:p>
        </p:txBody>
      </p:sp>
      <p:sp>
        <p:nvSpPr>
          <p:cNvPr id="6" name="Text Placeholder 21">
            <a:extLst>
              <a:ext uri="{FF2B5EF4-FFF2-40B4-BE49-F238E27FC236}">
                <a16:creationId xmlns:a16="http://schemas.microsoft.com/office/drawing/2014/main" id="{C2614ABB-5806-776E-27EA-3AA282A6B581}"/>
              </a:ext>
            </a:extLst>
          </p:cNvPr>
          <p:cNvSpPr>
            <a:spLocks noGrp="1"/>
          </p:cNvSpPr>
          <p:nvPr>
            <p:ph type="body" sz="quarter" idx="12" hasCustomPrompt="1"/>
          </p:nvPr>
        </p:nvSpPr>
        <p:spPr>
          <a:xfrm>
            <a:off x="4004447" y="1422541"/>
            <a:ext cx="6178623" cy="4376307"/>
          </a:xfrm>
          <a:prstGeom prst="rect">
            <a:avLst/>
          </a:prstGeom>
        </p:spPr>
        <p:txBody>
          <a:bodyPr/>
          <a:lstStyle>
            <a:lvl1pPr marL="0" marR="0" indent="0" algn="l" defTabSz="914400" rtl="0" eaLnBrk="1" fontAlgn="auto" latinLnBrk="0" hangingPunct="1">
              <a:lnSpc>
                <a:spcPct val="100000"/>
              </a:lnSpc>
              <a:spcBef>
                <a:spcPts val="0"/>
              </a:spcBef>
              <a:spcAft>
                <a:spcPts val="3000"/>
              </a:spcAft>
              <a:buClrTx/>
              <a:buSzTx/>
              <a:buFont typeface="Arial" panose="020B0604020202020204" pitchFamily="34" charset="0"/>
              <a:buNone/>
              <a:tabLst/>
              <a:defRPr kumimoji="0" lang="en-US" sz="20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Agenda item 1</a:t>
            </a:r>
          </a:p>
          <a:p>
            <a:pPr lvl="0"/>
            <a:r>
              <a:rPr lang="en-US" dirty="0"/>
              <a:t>Agenda item 2</a:t>
            </a:r>
          </a:p>
          <a:p>
            <a:pPr lvl="0"/>
            <a:r>
              <a:rPr lang="en-US" dirty="0"/>
              <a:t>Agenda item 3</a:t>
            </a:r>
          </a:p>
          <a:p>
            <a:pPr lvl="0"/>
            <a:r>
              <a:rPr lang="en-US" dirty="0"/>
              <a:t>Agenda item 4</a:t>
            </a:r>
          </a:p>
          <a:p>
            <a:pPr lvl="0"/>
            <a:r>
              <a:rPr lang="en-US" dirty="0"/>
              <a:t>Agenda item 5</a:t>
            </a:r>
          </a:p>
          <a:p>
            <a:pPr lvl="0"/>
            <a:r>
              <a:rPr lang="en-US" dirty="0"/>
              <a:t>Agenda item 6</a:t>
            </a:r>
          </a:p>
          <a:p>
            <a:pPr lvl="0"/>
            <a:endParaRPr lang="en-US" dirty="0"/>
          </a:p>
        </p:txBody>
      </p:sp>
    </p:spTree>
    <p:extLst>
      <p:ext uri="{BB962C8B-B14F-4D97-AF65-F5344CB8AC3E}">
        <p14:creationId xmlns:p14="http://schemas.microsoft.com/office/powerpoint/2010/main" val="237276206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rgbClr val="161D26"/>
        </a:solidFill>
        <a:effectLst/>
      </p:bgPr>
    </p:bg>
    <p:spTree>
      <p:nvGrpSpPr>
        <p:cNvPr id="1" name=""/>
        <p:cNvGrpSpPr/>
        <p:nvPr/>
      </p:nvGrpSpPr>
      <p:grpSpPr>
        <a:xfrm>
          <a:off x="0" y="0"/>
          <a:ext cx="0" cy="0"/>
          <a:chOff x="0" y="0"/>
          <a:chExt cx="0" cy="0"/>
        </a:xfrm>
      </p:grpSpPr>
      <p:sp>
        <p:nvSpPr>
          <p:cNvPr id="7" name="Text Placeholder 21">
            <a:extLst>
              <a:ext uri="{FF2B5EF4-FFF2-40B4-BE49-F238E27FC236}">
                <a16:creationId xmlns:a16="http://schemas.microsoft.com/office/drawing/2014/main" id="{2BC98CF5-E0A8-92D9-AB13-5A5B93AB9706}"/>
              </a:ext>
            </a:extLst>
          </p:cNvPr>
          <p:cNvSpPr>
            <a:spLocks noGrp="1"/>
          </p:cNvSpPr>
          <p:nvPr>
            <p:ph type="body" sz="quarter" idx="11" hasCustomPrompt="1"/>
          </p:nvPr>
        </p:nvSpPr>
        <p:spPr>
          <a:xfrm>
            <a:off x="502225" y="1962021"/>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text</a:t>
            </a:r>
          </a:p>
        </p:txBody>
      </p:sp>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3043524"/>
            <a:ext cx="7300863"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Tree>
    <p:extLst>
      <p:ext uri="{BB962C8B-B14F-4D97-AF65-F5344CB8AC3E}">
        <p14:creationId xmlns:p14="http://schemas.microsoft.com/office/powerpoint/2010/main" val="167155013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le and content - 1">
    <p:bg>
      <p:bgPr>
        <a:solidFill>
          <a:srgbClr val="161D26"/>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D0129311-284C-BB10-2501-4D3B32E9BD43}"/>
              </a:ext>
            </a:extLst>
          </p:cNvPr>
          <p:cNvCxnSpPr>
            <a:cxnSpLocks/>
          </p:cNvCxnSpPr>
          <p:nvPr userDrawn="1"/>
        </p:nvCxnSpPr>
        <p:spPr>
          <a:xfrm>
            <a:off x="4711707" y="1586429"/>
            <a:ext cx="0" cy="4018274"/>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88265"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75635" y="2139299"/>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5155159" y="2214070"/>
            <a:ext cx="6396066"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75636"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Tree>
    <p:extLst>
      <p:ext uri="{BB962C8B-B14F-4D97-AF65-F5344CB8AC3E}">
        <p14:creationId xmlns:p14="http://schemas.microsoft.com/office/powerpoint/2010/main" val="64552438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Title and 3 row content">
    <p:bg>
      <p:bgPr>
        <a:solidFill>
          <a:srgbClr val="161D26"/>
        </a:solidFill>
        <a:effectLst/>
      </p:bgPr>
    </p:bg>
    <p:spTree>
      <p:nvGrpSpPr>
        <p:cNvPr id="1" name=""/>
        <p:cNvGrpSpPr/>
        <p:nvPr/>
      </p:nvGrpSpPr>
      <p:grpSpPr>
        <a:xfrm>
          <a:off x="0" y="0"/>
          <a:ext cx="0" cy="0"/>
          <a:chOff x="0" y="0"/>
          <a:chExt cx="0" cy="0"/>
        </a:xfrm>
      </p:grpSpPr>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86619" y="1106577"/>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4782056" y="1106577"/>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1</a:t>
            </a:r>
          </a:p>
        </p:txBody>
      </p:sp>
      <p:cxnSp>
        <p:nvCxnSpPr>
          <p:cNvPr id="16" name="Straight Connector 15">
            <a:extLst>
              <a:ext uri="{FF2B5EF4-FFF2-40B4-BE49-F238E27FC236}">
                <a16:creationId xmlns:a16="http://schemas.microsoft.com/office/drawing/2014/main" id="{F5287881-C57E-D101-1C25-3E0FF8FDC5E7}"/>
              </a:ext>
            </a:extLst>
          </p:cNvPr>
          <p:cNvCxnSpPr>
            <a:cxnSpLocks/>
          </p:cNvCxnSpPr>
          <p:nvPr userDrawn="1"/>
        </p:nvCxnSpPr>
        <p:spPr>
          <a:xfrm>
            <a:off x="4185978" y="1212574"/>
            <a:ext cx="0" cy="4721087"/>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8" name="Text Placeholder 21">
            <a:extLst>
              <a:ext uri="{FF2B5EF4-FFF2-40B4-BE49-F238E27FC236}">
                <a16:creationId xmlns:a16="http://schemas.microsoft.com/office/drawing/2014/main" id="{634A4CAF-90EC-E954-3BFB-6E43FD445519}"/>
              </a:ext>
            </a:extLst>
          </p:cNvPr>
          <p:cNvSpPr>
            <a:spLocks noGrp="1"/>
          </p:cNvSpPr>
          <p:nvPr>
            <p:ph type="body" sz="quarter" idx="13" hasCustomPrompt="1"/>
          </p:nvPr>
        </p:nvSpPr>
        <p:spPr>
          <a:xfrm>
            <a:off x="4782056" y="1700906"/>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
        <p:nvSpPr>
          <p:cNvPr id="19" name="Text Placeholder 21">
            <a:extLst>
              <a:ext uri="{FF2B5EF4-FFF2-40B4-BE49-F238E27FC236}">
                <a16:creationId xmlns:a16="http://schemas.microsoft.com/office/drawing/2014/main" id="{37F65AD8-E4FD-4984-5FBA-EC5F6A685D9A}"/>
              </a:ext>
            </a:extLst>
          </p:cNvPr>
          <p:cNvSpPr>
            <a:spLocks noGrp="1"/>
          </p:cNvSpPr>
          <p:nvPr>
            <p:ph type="body" sz="quarter" idx="14" hasCustomPrompt="1"/>
          </p:nvPr>
        </p:nvSpPr>
        <p:spPr>
          <a:xfrm>
            <a:off x="4782056" y="2890611"/>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2</a:t>
            </a:r>
          </a:p>
        </p:txBody>
      </p:sp>
      <p:sp>
        <p:nvSpPr>
          <p:cNvPr id="20" name="Text Placeholder 21">
            <a:extLst>
              <a:ext uri="{FF2B5EF4-FFF2-40B4-BE49-F238E27FC236}">
                <a16:creationId xmlns:a16="http://schemas.microsoft.com/office/drawing/2014/main" id="{DCE340B5-AF30-C9FD-EA84-87B943FC7B83}"/>
              </a:ext>
            </a:extLst>
          </p:cNvPr>
          <p:cNvSpPr>
            <a:spLocks noGrp="1"/>
          </p:cNvSpPr>
          <p:nvPr>
            <p:ph type="body" sz="quarter" idx="15" hasCustomPrompt="1"/>
          </p:nvPr>
        </p:nvSpPr>
        <p:spPr>
          <a:xfrm>
            <a:off x="4782056" y="3484940"/>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
        <p:nvSpPr>
          <p:cNvPr id="21" name="Text Placeholder 21">
            <a:extLst>
              <a:ext uri="{FF2B5EF4-FFF2-40B4-BE49-F238E27FC236}">
                <a16:creationId xmlns:a16="http://schemas.microsoft.com/office/drawing/2014/main" id="{1344ABFA-783F-F7DE-C825-0026F5EB31A5}"/>
              </a:ext>
            </a:extLst>
          </p:cNvPr>
          <p:cNvSpPr>
            <a:spLocks noGrp="1"/>
          </p:cNvSpPr>
          <p:nvPr>
            <p:ph type="body" sz="quarter" idx="16" hasCustomPrompt="1"/>
          </p:nvPr>
        </p:nvSpPr>
        <p:spPr>
          <a:xfrm>
            <a:off x="4782056" y="4653183"/>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3</a:t>
            </a:r>
          </a:p>
        </p:txBody>
      </p:sp>
      <p:sp>
        <p:nvSpPr>
          <p:cNvPr id="22" name="Text Placeholder 21">
            <a:extLst>
              <a:ext uri="{FF2B5EF4-FFF2-40B4-BE49-F238E27FC236}">
                <a16:creationId xmlns:a16="http://schemas.microsoft.com/office/drawing/2014/main" id="{C3D4EB6E-2D83-811D-C211-5CA9EC0D0890}"/>
              </a:ext>
            </a:extLst>
          </p:cNvPr>
          <p:cNvSpPr>
            <a:spLocks noGrp="1"/>
          </p:cNvSpPr>
          <p:nvPr>
            <p:ph type="body" sz="quarter" idx="17" hasCustomPrompt="1"/>
          </p:nvPr>
        </p:nvSpPr>
        <p:spPr>
          <a:xfrm>
            <a:off x="4782056" y="5247512"/>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Tree>
    <p:extLst>
      <p:ext uri="{BB962C8B-B14F-4D97-AF65-F5344CB8AC3E}">
        <p14:creationId xmlns:p14="http://schemas.microsoft.com/office/powerpoint/2010/main" val="304142207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le and content - 2">
    <p:bg>
      <p:bgPr>
        <a:solidFill>
          <a:srgbClr val="161D26"/>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D0129311-284C-BB10-2501-4D3B32E9BD43}"/>
              </a:ext>
            </a:extLst>
          </p:cNvPr>
          <p:cNvCxnSpPr>
            <a:cxnSpLocks/>
          </p:cNvCxnSpPr>
          <p:nvPr userDrawn="1"/>
        </p:nvCxnSpPr>
        <p:spPr>
          <a:xfrm>
            <a:off x="4722692" y="1586429"/>
            <a:ext cx="0" cy="4018274"/>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99250"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86620" y="2139299"/>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86621"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
        <p:nvSpPr>
          <p:cNvPr id="3" name="Text Placeholder 21">
            <a:extLst>
              <a:ext uri="{FF2B5EF4-FFF2-40B4-BE49-F238E27FC236}">
                <a16:creationId xmlns:a16="http://schemas.microsoft.com/office/drawing/2014/main" id="{EFE7A93F-D4FC-8E79-7A97-3BD5405D783D}"/>
              </a:ext>
            </a:extLst>
          </p:cNvPr>
          <p:cNvSpPr>
            <a:spLocks noGrp="1"/>
          </p:cNvSpPr>
          <p:nvPr>
            <p:ph type="body" sz="quarter" idx="12" hasCustomPrompt="1"/>
          </p:nvPr>
        </p:nvSpPr>
        <p:spPr>
          <a:xfrm>
            <a:off x="5166144" y="1726451"/>
            <a:ext cx="6396066" cy="3878252"/>
          </a:xfrm>
          <a:prstGeom prst="rect">
            <a:avLst/>
          </a:prstGeom>
        </p:spPr>
        <p:txBody>
          <a:bodyPr/>
          <a:lstStyle>
            <a:lvl1pPr marL="342900" marR="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kumimoji="0" lang="en-US" sz="2000" b="0" u="none" strike="noStrike" kern="1200" cap="none" spc="0" normalizeH="0" baseline="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342900" marR="0" lvl="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a:pP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amet</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elit</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endParaRPr lang="en-US" dirty="0"/>
          </a:p>
        </p:txBody>
      </p:sp>
    </p:spTree>
    <p:extLst>
      <p:ext uri="{BB962C8B-B14F-4D97-AF65-F5344CB8AC3E}">
        <p14:creationId xmlns:p14="http://schemas.microsoft.com/office/powerpoint/2010/main" val="283961967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itle and 3 points">
    <p:bg>
      <p:bgPr>
        <a:solidFill>
          <a:srgbClr val="161D26"/>
        </a:solidFill>
        <a:effectLst/>
      </p:bgPr>
    </p:bg>
    <p:spTree>
      <p:nvGrpSpPr>
        <p:cNvPr id="1" name=""/>
        <p:cNvGrpSpPr/>
        <p:nvPr/>
      </p:nvGrpSpPr>
      <p:grpSpPr>
        <a:xfrm>
          <a:off x="0" y="0"/>
          <a:ext cx="0" cy="0"/>
          <a:chOff x="0" y="0"/>
          <a:chExt cx="0" cy="0"/>
        </a:xfrm>
      </p:grpSpPr>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840191" y="1550104"/>
            <a:ext cx="10511618" cy="717713"/>
          </a:xfrm>
          <a:prstGeom prst="rect">
            <a:avLst/>
          </a:prstGeom>
        </p:spPr>
        <p:txBody>
          <a:bodyPr/>
          <a:lstStyle>
            <a:lvl1pPr marL="0" indent="0" algn="ctr">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3 points content</a:t>
            </a:r>
          </a:p>
        </p:txBody>
      </p:sp>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8401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456567"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8" name="Text Placeholder 21">
            <a:extLst>
              <a:ext uri="{FF2B5EF4-FFF2-40B4-BE49-F238E27FC236}">
                <a16:creationId xmlns:a16="http://schemas.microsoft.com/office/drawing/2014/main" id="{4D93B6E7-8048-C338-5C72-FE30BD6E56A6}"/>
              </a:ext>
            </a:extLst>
          </p:cNvPr>
          <p:cNvSpPr>
            <a:spLocks noGrp="1"/>
          </p:cNvSpPr>
          <p:nvPr>
            <p:ph type="body" sz="quarter" idx="16" hasCustomPrompt="1"/>
          </p:nvPr>
        </p:nvSpPr>
        <p:spPr>
          <a:xfrm>
            <a:off x="80029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839788"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456567"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6" name="Text Placeholder 23">
            <a:extLst>
              <a:ext uri="{FF2B5EF4-FFF2-40B4-BE49-F238E27FC236}">
                <a16:creationId xmlns:a16="http://schemas.microsoft.com/office/drawing/2014/main" id="{D0238D2F-7794-48FD-5C85-A87C72E7AD96}"/>
              </a:ext>
            </a:extLst>
          </p:cNvPr>
          <p:cNvSpPr>
            <a:spLocks noGrp="1"/>
          </p:cNvSpPr>
          <p:nvPr>
            <p:ph type="body" sz="quarter" idx="22" hasCustomPrompt="1"/>
          </p:nvPr>
        </p:nvSpPr>
        <p:spPr>
          <a:xfrm>
            <a:off x="8002991"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402561639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itle and 2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67426"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648637"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502225" y="1550104"/>
            <a:ext cx="10511618" cy="717713"/>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 column content</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67426" y="3624191"/>
            <a:ext cx="3336925"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647900" y="3624191"/>
            <a:ext cx="3336925"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2870851876"/>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_Title and 3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76109" y="2788213"/>
            <a:ext cx="2863866"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13296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97053" y="1550104"/>
            <a:ext cx="10511618" cy="717713"/>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3 column content</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76110" y="3624191"/>
            <a:ext cx="2863866"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132968" y="3624191"/>
            <a:ext cx="2863866"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12" name="Text Placeholder 21">
            <a:extLst>
              <a:ext uri="{FF2B5EF4-FFF2-40B4-BE49-F238E27FC236}">
                <a16:creationId xmlns:a16="http://schemas.microsoft.com/office/drawing/2014/main" id="{0011CB6F-3F94-DC6A-29BB-1B7A0F3B8C71}"/>
              </a:ext>
            </a:extLst>
          </p:cNvPr>
          <p:cNvSpPr>
            <a:spLocks noGrp="1"/>
          </p:cNvSpPr>
          <p:nvPr>
            <p:ph type="body" sz="quarter" idx="22" hasCustomPrompt="1"/>
          </p:nvPr>
        </p:nvSpPr>
        <p:spPr>
          <a:xfrm>
            <a:off x="775165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13" name="Text Placeholder 23">
            <a:extLst>
              <a:ext uri="{FF2B5EF4-FFF2-40B4-BE49-F238E27FC236}">
                <a16:creationId xmlns:a16="http://schemas.microsoft.com/office/drawing/2014/main" id="{D42DB03B-CCC9-C3A9-0E68-734ED9FAE2D3}"/>
              </a:ext>
            </a:extLst>
          </p:cNvPr>
          <p:cNvSpPr>
            <a:spLocks noGrp="1"/>
          </p:cNvSpPr>
          <p:nvPr>
            <p:ph type="body" sz="quarter" idx="23" hasCustomPrompt="1"/>
          </p:nvPr>
        </p:nvSpPr>
        <p:spPr>
          <a:xfrm>
            <a:off x="7751657" y="3624191"/>
            <a:ext cx="286386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1437809381"/>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1_Title and 2x2 column">
    <p:bg>
      <p:bgPr>
        <a:solidFill>
          <a:srgbClr val="161D26"/>
        </a:solidFill>
        <a:effectLst/>
      </p:bgPr>
    </p:bg>
    <p:spTree>
      <p:nvGrpSpPr>
        <p:cNvPr id="1" name=""/>
        <p:cNvGrpSpPr/>
        <p:nvPr/>
      </p:nvGrpSpPr>
      <p:grpSpPr>
        <a:xfrm>
          <a:off x="0" y="0"/>
          <a:ext cx="0" cy="0"/>
          <a:chOff x="0" y="0"/>
          <a:chExt cx="0" cy="0"/>
        </a:xfrm>
      </p:grpSpPr>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700356"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83200" y="1550104"/>
            <a:ext cx="3156282" cy="3183749"/>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2x2 column content</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700358" y="2233382"/>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2" name="Text Placeholder 21">
            <a:extLst>
              <a:ext uri="{FF2B5EF4-FFF2-40B4-BE49-F238E27FC236}">
                <a16:creationId xmlns:a16="http://schemas.microsoft.com/office/drawing/2014/main" id="{D7738712-33DD-CFDE-10D7-31F3F70DC871}"/>
              </a:ext>
            </a:extLst>
          </p:cNvPr>
          <p:cNvSpPr>
            <a:spLocks noGrp="1"/>
          </p:cNvSpPr>
          <p:nvPr>
            <p:ph type="body" sz="quarter" idx="24" hasCustomPrompt="1"/>
          </p:nvPr>
        </p:nvSpPr>
        <p:spPr>
          <a:xfrm>
            <a:off x="8108574"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23" name="Text Placeholder 23">
            <a:extLst>
              <a:ext uri="{FF2B5EF4-FFF2-40B4-BE49-F238E27FC236}">
                <a16:creationId xmlns:a16="http://schemas.microsoft.com/office/drawing/2014/main" id="{C1F1EE16-B454-545C-69BE-7C3321C83F79}"/>
              </a:ext>
            </a:extLst>
          </p:cNvPr>
          <p:cNvSpPr>
            <a:spLocks noGrp="1"/>
          </p:cNvSpPr>
          <p:nvPr>
            <p:ph type="body" sz="quarter" idx="25" hasCustomPrompt="1"/>
          </p:nvPr>
        </p:nvSpPr>
        <p:spPr>
          <a:xfrm>
            <a:off x="8108576" y="2233382"/>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6" name="Text Placeholder 21">
            <a:extLst>
              <a:ext uri="{FF2B5EF4-FFF2-40B4-BE49-F238E27FC236}">
                <a16:creationId xmlns:a16="http://schemas.microsoft.com/office/drawing/2014/main" id="{6663C62C-AC24-84F5-051D-738253F7948C}"/>
              </a:ext>
            </a:extLst>
          </p:cNvPr>
          <p:cNvSpPr>
            <a:spLocks noGrp="1"/>
          </p:cNvSpPr>
          <p:nvPr>
            <p:ph type="body" sz="quarter" idx="26" hasCustomPrompt="1"/>
          </p:nvPr>
        </p:nvSpPr>
        <p:spPr>
          <a:xfrm>
            <a:off x="4700356"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7" name="Text Placeholder 23">
            <a:extLst>
              <a:ext uri="{FF2B5EF4-FFF2-40B4-BE49-F238E27FC236}">
                <a16:creationId xmlns:a16="http://schemas.microsoft.com/office/drawing/2014/main" id="{A2C5E56C-1A90-63E7-1531-1E93392952D3}"/>
              </a:ext>
            </a:extLst>
          </p:cNvPr>
          <p:cNvSpPr>
            <a:spLocks noGrp="1"/>
          </p:cNvSpPr>
          <p:nvPr>
            <p:ph type="body" sz="quarter" idx="27" hasCustomPrompt="1"/>
          </p:nvPr>
        </p:nvSpPr>
        <p:spPr>
          <a:xfrm>
            <a:off x="4700358" y="4608446"/>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8" name="Text Placeholder 21">
            <a:extLst>
              <a:ext uri="{FF2B5EF4-FFF2-40B4-BE49-F238E27FC236}">
                <a16:creationId xmlns:a16="http://schemas.microsoft.com/office/drawing/2014/main" id="{6D94D881-186D-3B8B-5FE6-0629728AFA36}"/>
              </a:ext>
            </a:extLst>
          </p:cNvPr>
          <p:cNvSpPr>
            <a:spLocks noGrp="1"/>
          </p:cNvSpPr>
          <p:nvPr>
            <p:ph type="body" sz="quarter" idx="28" hasCustomPrompt="1"/>
          </p:nvPr>
        </p:nvSpPr>
        <p:spPr>
          <a:xfrm>
            <a:off x="8108574"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4</a:t>
            </a:r>
          </a:p>
        </p:txBody>
      </p:sp>
      <p:sp>
        <p:nvSpPr>
          <p:cNvPr id="29" name="Text Placeholder 23">
            <a:extLst>
              <a:ext uri="{FF2B5EF4-FFF2-40B4-BE49-F238E27FC236}">
                <a16:creationId xmlns:a16="http://schemas.microsoft.com/office/drawing/2014/main" id="{0714E946-886B-5901-56E0-B56EF06122E9}"/>
              </a:ext>
            </a:extLst>
          </p:cNvPr>
          <p:cNvSpPr>
            <a:spLocks noGrp="1"/>
          </p:cNvSpPr>
          <p:nvPr>
            <p:ph type="body" sz="quarter" idx="29" hasCustomPrompt="1"/>
          </p:nvPr>
        </p:nvSpPr>
        <p:spPr>
          <a:xfrm>
            <a:off x="8108576" y="4608446"/>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109214913"/>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_Title and 2x2 column w boxes">
    <p:bg>
      <p:bgPr>
        <a:solidFill>
          <a:srgbClr val="161D26"/>
        </a:solidFill>
        <a:effectLst/>
      </p:bgPr>
    </p:bg>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0F712FE6-91E4-EF03-76D2-2C281623487C}"/>
              </a:ext>
            </a:extLst>
          </p:cNvPr>
          <p:cNvSpPr/>
          <p:nvPr userDrawn="1"/>
        </p:nvSpPr>
        <p:spPr>
          <a:xfrm>
            <a:off x="4700565" y="1128216"/>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884862"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97055" y="1550104"/>
            <a:ext cx="3156282" cy="3183749"/>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2x2 column content</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884864" y="2114629"/>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0" name="Rounded Rectangle 19">
            <a:extLst>
              <a:ext uri="{FF2B5EF4-FFF2-40B4-BE49-F238E27FC236}">
                <a16:creationId xmlns:a16="http://schemas.microsoft.com/office/drawing/2014/main" id="{55EDB056-8738-3DE7-CC6F-29C1DEC53BB9}"/>
              </a:ext>
            </a:extLst>
          </p:cNvPr>
          <p:cNvSpPr/>
          <p:nvPr userDrawn="1"/>
        </p:nvSpPr>
        <p:spPr>
          <a:xfrm>
            <a:off x="4700565" y="3728912"/>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21" name="Text Placeholder 21">
            <a:extLst>
              <a:ext uri="{FF2B5EF4-FFF2-40B4-BE49-F238E27FC236}">
                <a16:creationId xmlns:a16="http://schemas.microsoft.com/office/drawing/2014/main" id="{999EE95E-4EFC-FB7B-14F9-24CAB4FEEF5E}"/>
              </a:ext>
            </a:extLst>
          </p:cNvPr>
          <p:cNvSpPr>
            <a:spLocks noGrp="1"/>
          </p:cNvSpPr>
          <p:nvPr>
            <p:ph type="body" sz="quarter" idx="22" hasCustomPrompt="1"/>
          </p:nvPr>
        </p:nvSpPr>
        <p:spPr>
          <a:xfrm>
            <a:off x="4884862"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4" name="Text Placeholder 23">
            <a:extLst>
              <a:ext uri="{FF2B5EF4-FFF2-40B4-BE49-F238E27FC236}">
                <a16:creationId xmlns:a16="http://schemas.microsoft.com/office/drawing/2014/main" id="{BF0138DD-073B-683F-F960-155017654C2E}"/>
              </a:ext>
            </a:extLst>
          </p:cNvPr>
          <p:cNvSpPr>
            <a:spLocks noGrp="1"/>
          </p:cNvSpPr>
          <p:nvPr>
            <p:ph type="body" sz="quarter" idx="23" hasCustomPrompt="1"/>
          </p:nvPr>
        </p:nvSpPr>
        <p:spPr>
          <a:xfrm>
            <a:off x="4884864" y="471532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30" name="Rounded Rectangle 29">
            <a:extLst>
              <a:ext uri="{FF2B5EF4-FFF2-40B4-BE49-F238E27FC236}">
                <a16:creationId xmlns:a16="http://schemas.microsoft.com/office/drawing/2014/main" id="{F35112F6-7394-90C4-A39C-039069DE503C}"/>
              </a:ext>
            </a:extLst>
          </p:cNvPr>
          <p:cNvSpPr/>
          <p:nvPr userDrawn="1"/>
        </p:nvSpPr>
        <p:spPr>
          <a:xfrm>
            <a:off x="7835651" y="1128216"/>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31" name="Text Placeholder 21">
            <a:extLst>
              <a:ext uri="{FF2B5EF4-FFF2-40B4-BE49-F238E27FC236}">
                <a16:creationId xmlns:a16="http://schemas.microsoft.com/office/drawing/2014/main" id="{C18FBA74-DAAA-E129-8851-6CB983EB9051}"/>
              </a:ext>
            </a:extLst>
          </p:cNvPr>
          <p:cNvSpPr>
            <a:spLocks noGrp="1"/>
          </p:cNvSpPr>
          <p:nvPr>
            <p:ph type="body" sz="quarter" idx="24" hasCustomPrompt="1"/>
          </p:nvPr>
        </p:nvSpPr>
        <p:spPr>
          <a:xfrm>
            <a:off x="8019948"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32" name="Text Placeholder 23">
            <a:extLst>
              <a:ext uri="{FF2B5EF4-FFF2-40B4-BE49-F238E27FC236}">
                <a16:creationId xmlns:a16="http://schemas.microsoft.com/office/drawing/2014/main" id="{C870C8EF-4B14-2D07-7D95-92D913A6076B}"/>
              </a:ext>
            </a:extLst>
          </p:cNvPr>
          <p:cNvSpPr>
            <a:spLocks noGrp="1"/>
          </p:cNvSpPr>
          <p:nvPr>
            <p:ph type="body" sz="quarter" idx="25" hasCustomPrompt="1"/>
          </p:nvPr>
        </p:nvSpPr>
        <p:spPr>
          <a:xfrm>
            <a:off x="8019950" y="2114629"/>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33" name="Rounded Rectangle 32">
            <a:extLst>
              <a:ext uri="{FF2B5EF4-FFF2-40B4-BE49-F238E27FC236}">
                <a16:creationId xmlns:a16="http://schemas.microsoft.com/office/drawing/2014/main" id="{F011B1B7-5825-9664-35BD-1E73774A280F}"/>
              </a:ext>
            </a:extLst>
          </p:cNvPr>
          <p:cNvSpPr/>
          <p:nvPr userDrawn="1"/>
        </p:nvSpPr>
        <p:spPr>
          <a:xfrm>
            <a:off x="7835651" y="3728912"/>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34" name="Text Placeholder 21">
            <a:extLst>
              <a:ext uri="{FF2B5EF4-FFF2-40B4-BE49-F238E27FC236}">
                <a16:creationId xmlns:a16="http://schemas.microsoft.com/office/drawing/2014/main" id="{183B6973-2CB8-4B71-D683-BC770EC99463}"/>
              </a:ext>
            </a:extLst>
          </p:cNvPr>
          <p:cNvSpPr>
            <a:spLocks noGrp="1"/>
          </p:cNvSpPr>
          <p:nvPr>
            <p:ph type="body" sz="quarter" idx="26" hasCustomPrompt="1"/>
          </p:nvPr>
        </p:nvSpPr>
        <p:spPr>
          <a:xfrm>
            <a:off x="8019948"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4</a:t>
            </a:r>
          </a:p>
        </p:txBody>
      </p:sp>
      <p:sp>
        <p:nvSpPr>
          <p:cNvPr id="35" name="Text Placeholder 23">
            <a:extLst>
              <a:ext uri="{FF2B5EF4-FFF2-40B4-BE49-F238E27FC236}">
                <a16:creationId xmlns:a16="http://schemas.microsoft.com/office/drawing/2014/main" id="{6E51BEE7-3A11-AEB2-1488-A173CF807879}"/>
              </a:ext>
            </a:extLst>
          </p:cNvPr>
          <p:cNvSpPr>
            <a:spLocks noGrp="1"/>
          </p:cNvSpPr>
          <p:nvPr>
            <p:ph type="body" sz="quarter" idx="27" hasCustomPrompt="1"/>
          </p:nvPr>
        </p:nvSpPr>
        <p:spPr>
          <a:xfrm>
            <a:off x="8019950" y="471532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15310992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tle and image">
    <p:bg>
      <p:bgPr>
        <a:solidFill>
          <a:srgbClr val="161D26"/>
        </a:solidFill>
        <a:effectLst/>
      </p:bgPr>
    </p:bg>
    <p:spTree>
      <p:nvGrpSpPr>
        <p:cNvPr id="1" name=""/>
        <p:cNvGrpSpPr/>
        <p:nvPr/>
      </p:nvGrpSpPr>
      <p:grpSpPr>
        <a:xfrm>
          <a:off x="0" y="0"/>
          <a:ext cx="0" cy="0"/>
          <a:chOff x="0" y="0"/>
          <a:chExt cx="0" cy="0"/>
        </a:xfrm>
      </p:grpSpPr>
      <p:sp>
        <p:nvSpPr>
          <p:cNvPr id="4" name="Text Placeholder 21">
            <a:extLst>
              <a:ext uri="{FF2B5EF4-FFF2-40B4-BE49-F238E27FC236}">
                <a16:creationId xmlns:a16="http://schemas.microsoft.com/office/drawing/2014/main" id="{AA313648-329E-EA50-B837-6EBA3D3F76ED}"/>
              </a:ext>
            </a:extLst>
          </p:cNvPr>
          <p:cNvSpPr>
            <a:spLocks noGrp="1"/>
          </p:cNvSpPr>
          <p:nvPr>
            <p:ph type="body" sz="quarter" idx="11" hasCustomPrompt="1"/>
          </p:nvPr>
        </p:nvSpPr>
        <p:spPr>
          <a:xfrm>
            <a:off x="500416" y="1532637"/>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image</a:t>
            </a:r>
          </a:p>
        </p:txBody>
      </p:sp>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763656" y="2648239"/>
            <a:ext cx="10664687" cy="3384550"/>
          </a:xfrm>
          <a:prstGeom prst="roundRect">
            <a:avLst>
              <a:gd name="adj" fmla="val 8562"/>
            </a:avLst>
          </a:prstGeom>
          <a:solidFill>
            <a:schemeClr val="bg2"/>
          </a:solidFill>
        </p:spPr>
        <p:txBody>
          <a:bodyPr/>
          <a:lstStyle/>
          <a:p>
            <a:endParaRPr lang="en-US"/>
          </a:p>
        </p:txBody>
      </p:sp>
    </p:spTree>
    <p:extLst>
      <p:ext uri="{BB962C8B-B14F-4D97-AF65-F5344CB8AC3E}">
        <p14:creationId xmlns:p14="http://schemas.microsoft.com/office/powerpoint/2010/main" val="214110343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_Title and code">
    <p:bg>
      <p:bgPr>
        <a:solidFill>
          <a:srgbClr val="161D26"/>
        </a:solidFill>
        <a:effectLst/>
      </p:bgPr>
    </p:bg>
    <p:spTree>
      <p:nvGrpSpPr>
        <p:cNvPr id="1" name=""/>
        <p:cNvGrpSpPr/>
        <p:nvPr/>
      </p:nvGrpSpPr>
      <p:grpSpPr>
        <a:xfrm>
          <a:off x="0" y="0"/>
          <a:ext cx="0" cy="0"/>
          <a:chOff x="0" y="0"/>
          <a:chExt cx="0" cy="0"/>
        </a:xfrm>
      </p:grpSpPr>
      <p:sp>
        <p:nvSpPr>
          <p:cNvPr id="4" name="Text Placeholder 21">
            <a:extLst>
              <a:ext uri="{FF2B5EF4-FFF2-40B4-BE49-F238E27FC236}">
                <a16:creationId xmlns:a16="http://schemas.microsoft.com/office/drawing/2014/main" id="{AA313648-329E-EA50-B837-6EBA3D3F76ED}"/>
              </a:ext>
            </a:extLst>
          </p:cNvPr>
          <p:cNvSpPr>
            <a:spLocks noGrp="1"/>
          </p:cNvSpPr>
          <p:nvPr>
            <p:ph type="body" sz="quarter" idx="11" hasCustomPrompt="1"/>
          </p:nvPr>
        </p:nvSpPr>
        <p:spPr>
          <a:xfrm>
            <a:off x="486561" y="1124707"/>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code</a:t>
            </a:r>
          </a:p>
        </p:txBody>
      </p:sp>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763656" y="2606675"/>
            <a:ext cx="10664687" cy="3384550"/>
          </a:xfrm>
          <a:prstGeom prst="roundRect">
            <a:avLst>
              <a:gd name="adj" fmla="val 8562"/>
            </a:avLst>
          </a:prstGeom>
          <a:noFill/>
          <a:ln w="19050">
            <a:solidFill>
              <a:schemeClr val="bg2"/>
            </a:solidFill>
          </a:ln>
        </p:spPr>
        <p:txBody>
          <a:bodyPr/>
          <a:lstStyle/>
          <a:p>
            <a:endParaRPr lang="en-US"/>
          </a:p>
        </p:txBody>
      </p:sp>
      <p:sp>
        <p:nvSpPr>
          <p:cNvPr id="5" name="Text Placeholder 21">
            <a:extLst>
              <a:ext uri="{FF2B5EF4-FFF2-40B4-BE49-F238E27FC236}">
                <a16:creationId xmlns:a16="http://schemas.microsoft.com/office/drawing/2014/main" id="{761B93CA-04D6-E74F-91FD-A35FAB4C3701}"/>
              </a:ext>
            </a:extLst>
          </p:cNvPr>
          <p:cNvSpPr>
            <a:spLocks noGrp="1"/>
          </p:cNvSpPr>
          <p:nvPr>
            <p:ph type="body" sz="quarter" idx="10" hasCustomPrompt="1"/>
          </p:nvPr>
        </p:nvSpPr>
        <p:spPr>
          <a:xfrm>
            <a:off x="486561" y="749209"/>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Tree>
    <p:extLst>
      <p:ext uri="{BB962C8B-B14F-4D97-AF65-F5344CB8AC3E}">
        <p14:creationId xmlns:p14="http://schemas.microsoft.com/office/powerpoint/2010/main" val="3429821336"/>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tle, content, and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5022" y="694380"/>
            <a:ext cx="5346883" cy="549146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486060" y="1520848"/>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486061"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Tree>
    <p:extLst>
      <p:ext uri="{BB962C8B-B14F-4D97-AF65-F5344CB8AC3E}">
        <p14:creationId xmlns:p14="http://schemas.microsoft.com/office/powerpoint/2010/main" val="57620459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itle, content, and image_02">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5865021" y="1520848"/>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Tree>
    <p:extLst>
      <p:ext uri="{BB962C8B-B14F-4D97-AF65-F5344CB8AC3E}">
        <p14:creationId xmlns:p14="http://schemas.microsoft.com/office/powerpoint/2010/main" val="287669810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Title, content, two columns, and image_">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5865021" y="721360"/>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2458544"/>
            <a:ext cx="5422738" cy="66599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
        <p:nvSpPr>
          <p:cNvPr id="3" name="Text Placeholder 21">
            <a:extLst>
              <a:ext uri="{FF2B5EF4-FFF2-40B4-BE49-F238E27FC236}">
                <a16:creationId xmlns:a16="http://schemas.microsoft.com/office/drawing/2014/main" id="{2149FBC2-7683-A9B2-46C5-5B57FB19189E}"/>
              </a:ext>
            </a:extLst>
          </p:cNvPr>
          <p:cNvSpPr>
            <a:spLocks noGrp="1"/>
          </p:cNvSpPr>
          <p:nvPr>
            <p:ph type="body" sz="quarter" idx="22" hasCustomPrompt="1"/>
          </p:nvPr>
        </p:nvSpPr>
        <p:spPr>
          <a:xfrm>
            <a:off x="5865021"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4" name="Text Placeholder 23">
            <a:extLst>
              <a:ext uri="{FF2B5EF4-FFF2-40B4-BE49-F238E27FC236}">
                <a16:creationId xmlns:a16="http://schemas.microsoft.com/office/drawing/2014/main" id="{17EDA63C-3159-CA34-D4B9-9A79B9E9B3E2}"/>
              </a:ext>
            </a:extLst>
          </p:cNvPr>
          <p:cNvSpPr>
            <a:spLocks noGrp="1"/>
          </p:cNvSpPr>
          <p:nvPr>
            <p:ph type="body" sz="quarter" idx="23" hasCustomPrompt="1"/>
          </p:nvPr>
        </p:nvSpPr>
        <p:spPr>
          <a:xfrm>
            <a:off x="5865023" y="442244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5" name="Text Placeholder 21">
            <a:extLst>
              <a:ext uri="{FF2B5EF4-FFF2-40B4-BE49-F238E27FC236}">
                <a16:creationId xmlns:a16="http://schemas.microsoft.com/office/drawing/2014/main" id="{39D65247-30E9-1D1B-9BBF-08C0134797DF}"/>
              </a:ext>
            </a:extLst>
          </p:cNvPr>
          <p:cNvSpPr>
            <a:spLocks noGrp="1"/>
          </p:cNvSpPr>
          <p:nvPr>
            <p:ph type="body" sz="quarter" idx="26" hasCustomPrompt="1"/>
          </p:nvPr>
        </p:nvSpPr>
        <p:spPr>
          <a:xfrm>
            <a:off x="9000107"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6" name="Text Placeholder 23">
            <a:extLst>
              <a:ext uri="{FF2B5EF4-FFF2-40B4-BE49-F238E27FC236}">
                <a16:creationId xmlns:a16="http://schemas.microsoft.com/office/drawing/2014/main" id="{F16989F6-4ED5-C533-8D96-71926EBC6E56}"/>
              </a:ext>
            </a:extLst>
          </p:cNvPr>
          <p:cNvSpPr>
            <a:spLocks noGrp="1"/>
          </p:cNvSpPr>
          <p:nvPr>
            <p:ph type="body" sz="quarter" idx="27" hasCustomPrompt="1"/>
          </p:nvPr>
        </p:nvSpPr>
        <p:spPr>
          <a:xfrm>
            <a:off x="9000109" y="442244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609937542"/>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_Title, content, and cod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1304" y="694380"/>
            <a:ext cx="5346883" cy="5491468"/>
          </a:xfrm>
          <a:prstGeom prst="roundRect">
            <a:avLst>
              <a:gd name="adj" fmla="val 4675"/>
            </a:avLst>
          </a:prstGeom>
          <a:noFill/>
          <a:ln w="19050">
            <a:solidFill>
              <a:schemeClr val="bg2"/>
            </a:solidFill>
          </a:ln>
        </p:spPr>
        <p:txBody>
          <a:bodyPr/>
          <a:lstStyle/>
          <a:p>
            <a:endParaRPr lang="en-US"/>
          </a:p>
        </p:txBody>
      </p:sp>
      <p:sp>
        <p:nvSpPr>
          <p:cNvPr id="2" name="Text Placeholder 21">
            <a:extLst>
              <a:ext uri="{FF2B5EF4-FFF2-40B4-BE49-F238E27FC236}">
                <a16:creationId xmlns:a16="http://schemas.microsoft.com/office/drawing/2014/main" id="{C2D34918-D686-3120-DEC4-3DC57586D1CD}"/>
              </a:ext>
            </a:extLst>
          </p:cNvPr>
          <p:cNvSpPr>
            <a:spLocks noGrp="1"/>
          </p:cNvSpPr>
          <p:nvPr>
            <p:ph type="body" sz="quarter" idx="10" hasCustomPrompt="1"/>
          </p:nvPr>
        </p:nvSpPr>
        <p:spPr>
          <a:xfrm>
            <a:off x="499248"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3" name="Text Placeholder 21">
            <a:extLst>
              <a:ext uri="{FF2B5EF4-FFF2-40B4-BE49-F238E27FC236}">
                <a16:creationId xmlns:a16="http://schemas.microsoft.com/office/drawing/2014/main" id="{92BE8E6F-2E29-1C28-D47A-4F8DA736641D}"/>
              </a:ext>
            </a:extLst>
          </p:cNvPr>
          <p:cNvSpPr>
            <a:spLocks noGrp="1"/>
          </p:cNvSpPr>
          <p:nvPr>
            <p:ph type="body" sz="quarter" idx="11" hasCustomPrompt="1"/>
          </p:nvPr>
        </p:nvSpPr>
        <p:spPr>
          <a:xfrm>
            <a:off x="486618" y="2139299"/>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code</a:t>
            </a:r>
          </a:p>
        </p:txBody>
      </p:sp>
      <p:sp>
        <p:nvSpPr>
          <p:cNvPr id="4" name="Text Placeholder 21">
            <a:extLst>
              <a:ext uri="{FF2B5EF4-FFF2-40B4-BE49-F238E27FC236}">
                <a16:creationId xmlns:a16="http://schemas.microsoft.com/office/drawing/2014/main" id="{D327B1D7-50B2-3252-1FA4-35AECAFF00EE}"/>
              </a:ext>
            </a:extLst>
          </p:cNvPr>
          <p:cNvSpPr>
            <a:spLocks noGrp="1"/>
          </p:cNvSpPr>
          <p:nvPr>
            <p:ph type="body" sz="quarter" idx="13" hasCustomPrompt="1"/>
          </p:nvPr>
        </p:nvSpPr>
        <p:spPr>
          <a:xfrm>
            <a:off x="486619"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Tree>
    <p:extLst>
      <p:ext uri="{BB962C8B-B14F-4D97-AF65-F5344CB8AC3E}">
        <p14:creationId xmlns:p14="http://schemas.microsoft.com/office/powerpoint/2010/main" val="407788064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Full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128015" y="0"/>
            <a:ext cx="12320016" cy="6858000"/>
          </a:xfrm>
          <a:prstGeom prst="roundRect">
            <a:avLst>
              <a:gd name="adj" fmla="val 0"/>
            </a:avLst>
          </a:prstGeom>
          <a:solidFill>
            <a:schemeClr val="bg2"/>
          </a:solidFill>
        </p:spPr>
        <p:txBody>
          <a:bodyPr/>
          <a:lstStyle/>
          <a:p>
            <a:endParaRPr lang="en-US"/>
          </a:p>
        </p:txBody>
      </p:sp>
    </p:spTree>
    <p:extLst>
      <p:ext uri="{BB962C8B-B14F-4D97-AF65-F5344CB8AC3E}">
        <p14:creationId xmlns:p14="http://schemas.microsoft.com/office/powerpoint/2010/main" val="4040307542"/>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161D26"/>
        </a:solidFill>
        <a:effectLst/>
      </p:bgPr>
    </p:bg>
    <p:spTree>
      <p:nvGrpSpPr>
        <p:cNvPr id="1" name=""/>
        <p:cNvGrpSpPr/>
        <p:nvPr/>
      </p:nvGrpSpPr>
      <p:grpSpPr>
        <a:xfrm>
          <a:off x="0" y="0"/>
          <a:ext cx="0" cy="0"/>
          <a:chOff x="0" y="0"/>
          <a:chExt cx="0" cy="0"/>
        </a:xfrm>
      </p:grpSpPr>
      <p:sp>
        <p:nvSpPr>
          <p:cNvPr id="3" name="Text Placeholder 21">
            <a:extLst>
              <a:ext uri="{FF2B5EF4-FFF2-40B4-BE49-F238E27FC236}">
                <a16:creationId xmlns:a16="http://schemas.microsoft.com/office/drawing/2014/main" id="{4214D09F-C4A1-6D48-55BF-33FE47B9089D}"/>
              </a:ext>
            </a:extLst>
          </p:cNvPr>
          <p:cNvSpPr>
            <a:spLocks noGrp="1"/>
          </p:cNvSpPr>
          <p:nvPr>
            <p:ph type="body" sz="quarter" idx="11" hasCustomPrompt="1"/>
          </p:nvPr>
        </p:nvSpPr>
        <p:spPr>
          <a:xfrm>
            <a:off x="486566" y="650191"/>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only slide</a:t>
            </a:r>
          </a:p>
        </p:txBody>
      </p:sp>
    </p:spTree>
    <p:extLst>
      <p:ext uri="{BB962C8B-B14F-4D97-AF65-F5344CB8AC3E}">
        <p14:creationId xmlns:p14="http://schemas.microsoft.com/office/powerpoint/2010/main" val="47313666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1_Session Title - 1">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8"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3" y="1773933"/>
            <a:ext cx="10511618" cy="3125036"/>
          </a:xfrm>
          <a:prstGeom prst="rect">
            <a:avLst/>
          </a:prstGeom>
        </p:spPr>
        <p:txBody>
          <a:bodyPr/>
          <a:lstStyle>
            <a:lvl1pPr marL="228600" marR="0" indent="-228600" algn="l" defTabSz="914400" rtl="0" eaLnBrk="1" fontAlgn="auto" latinLnBrk="0" hangingPunct="1">
              <a:lnSpc>
                <a:spcPts val="6000"/>
              </a:lnSpc>
              <a:spcBef>
                <a:spcPct val="0"/>
              </a:spcBef>
              <a:spcAft>
                <a:spcPts val="0"/>
              </a:spcAft>
              <a:buClrTx/>
              <a:buSzTx/>
              <a:buFontTx/>
              <a:buNone/>
              <a:defRPr kumimoji="0" lang="en-US" sz="4400" b="0" i="0" u="none" strike="noStrike" kern="1200" cap="none" spc="0" normalizeH="0" baseline="0">
                <a:ln>
                  <a:noFill/>
                </a:ln>
                <a:solidFill>
                  <a:srgbClr val="FFFFFF"/>
                </a:solidFill>
                <a:effectLst/>
                <a:uLnTx/>
                <a:uFillTx/>
                <a:latin typeface="Amazon Ember Display"/>
                <a:ea typeface="+mj-ea"/>
                <a:cs typeface="+mj-cs"/>
              </a:defRPr>
            </a:lvl1pPr>
          </a:lstStyle>
          <a:p>
            <a:pPr marL="228600" marR="0" lvl="0" indent="-228600" algn="l" defTabSz="914400" rtl="0" eaLnBrk="1" fontAlgn="auto" latinLnBrk="0" hangingPunct="1">
              <a:lnSpc>
                <a:spcPts val="6000"/>
              </a:lnSpc>
              <a:spcBef>
                <a:spcPct val="0"/>
              </a:spcBef>
              <a:spcAft>
                <a:spcPts val="0"/>
              </a:spcAft>
              <a:buClrTx/>
              <a:buSzTx/>
              <a:buFontTx/>
              <a:buNone/>
              <a:defRPr/>
            </a:pPr>
            <a:r>
              <a:rPr lang="en-US" b="0" dirty="0">
                <a:solidFill>
                  <a:srgbClr val="FFFFFF"/>
                </a:solidFill>
                <a:latin typeface="Amazon Ember Display"/>
              </a:rPr>
              <a:t>“Quote goes here.”</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3"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Author</a:t>
            </a:r>
          </a:p>
          <a:p>
            <a:pPr lvl="0"/>
            <a:r>
              <a:rPr lang="en-US" dirty="0"/>
              <a:t>Source</a:t>
            </a:r>
          </a:p>
        </p:txBody>
      </p:sp>
    </p:spTree>
    <p:extLst>
      <p:ext uri="{BB962C8B-B14F-4D97-AF65-F5344CB8AC3E}">
        <p14:creationId xmlns:p14="http://schemas.microsoft.com/office/powerpoint/2010/main" val="201282346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_Session Title -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437687-5DF0-1D81-925D-844EE787EEB9}"/>
              </a:ext>
            </a:extLst>
          </p:cNvPr>
          <p:cNvSpPr/>
          <p:nvPr userDrawn="1"/>
        </p:nvSpPr>
        <p:spPr>
          <a:xfrm>
            <a:off x="0" y="0"/>
            <a:ext cx="12192000" cy="6858000"/>
          </a:xfrm>
          <a:prstGeom prst="rect">
            <a:avLst/>
          </a:prstGeom>
          <a:solidFill>
            <a:srgbClr val="151D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p>
        </p:txBody>
      </p:sp>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1773933"/>
            <a:ext cx="10511618" cy="3125036"/>
          </a:xfrm>
          <a:prstGeom prst="rect">
            <a:avLst/>
          </a:prstGeom>
        </p:spPr>
        <p:txBody>
          <a:bodyPr/>
          <a:lstStyle>
            <a:lvl1pPr marL="228600" marR="0" indent="-228600" algn="l" defTabSz="914400" rtl="0" eaLnBrk="1" fontAlgn="auto" latinLnBrk="0" hangingPunct="1">
              <a:lnSpc>
                <a:spcPts val="6000"/>
              </a:lnSpc>
              <a:spcBef>
                <a:spcPct val="0"/>
              </a:spcBef>
              <a:spcAft>
                <a:spcPts val="0"/>
              </a:spcAft>
              <a:buClrTx/>
              <a:buSzTx/>
              <a:buFontTx/>
              <a:buNone/>
              <a:defRPr kumimoji="0" lang="en-US" sz="4400" b="0" i="0" u="none" strike="noStrike" kern="1200" cap="none" spc="0" normalizeH="0" baseline="0">
                <a:ln>
                  <a:noFill/>
                </a:ln>
                <a:solidFill>
                  <a:srgbClr val="FFFFFF"/>
                </a:solidFill>
                <a:effectLst/>
                <a:uLnTx/>
                <a:uFillTx/>
                <a:latin typeface="Amazon Ember Display"/>
                <a:ea typeface="+mj-ea"/>
                <a:cs typeface="+mj-cs"/>
              </a:defRPr>
            </a:lvl1pPr>
          </a:lstStyle>
          <a:p>
            <a:pPr marL="228600" marR="0" lvl="0" indent="-228600" algn="l" defTabSz="914400" rtl="0" eaLnBrk="1" fontAlgn="auto" latinLnBrk="0" hangingPunct="1">
              <a:lnSpc>
                <a:spcPts val="6000"/>
              </a:lnSpc>
              <a:spcBef>
                <a:spcPct val="0"/>
              </a:spcBef>
              <a:spcAft>
                <a:spcPts val="0"/>
              </a:spcAft>
              <a:buClrTx/>
              <a:buSzTx/>
              <a:buFontTx/>
              <a:buNone/>
              <a:defRPr/>
            </a:pPr>
            <a:r>
              <a:rPr lang="en-US" b="0" dirty="0">
                <a:solidFill>
                  <a:srgbClr val="FFFFFF"/>
                </a:solidFill>
                <a:latin typeface="Amazon Ember Display"/>
              </a:rPr>
              <a:t>“Quote goes here.”</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4"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Author</a:t>
            </a:r>
          </a:p>
          <a:p>
            <a:pPr lvl="0"/>
            <a:r>
              <a:rPr lang="en-US" dirty="0"/>
              <a:t>Source</a:t>
            </a:r>
          </a:p>
        </p:txBody>
      </p:sp>
    </p:spTree>
    <p:extLst>
      <p:ext uri="{BB962C8B-B14F-4D97-AF65-F5344CB8AC3E}">
        <p14:creationId xmlns:p14="http://schemas.microsoft.com/office/powerpoint/2010/main" val="319615863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6_Thank you &amp; QR code">
    <p:spTree>
      <p:nvGrpSpPr>
        <p:cNvPr id="1" name=""/>
        <p:cNvGrpSpPr/>
        <p:nvPr/>
      </p:nvGrpSpPr>
      <p:grpSpPr>
        <a:xfrm>
          <a:off x="0" y="0"/>
          <a:ext cx="0" cy="0"/>
          <a:chOff x="0" y="0"/>
          <a:chExt cx="0" cy="0"/>
        </a:xfrm>
      </p:grpSpPr>
      <p:pic>
        <p:nvPicPr>
          <p:cNvPr id="10" name="Picture 9" descr="A purple and blue background&#10;&#10;AI-generated content may be incorrect.">
            <a:extLst>
              <a:ext uri="{FF2B5EF4-FFF2-40B4-BE49-F238E27FC236}">
                <a16:creationId xmlns:a16="http://schemas.microsoft.com/office/drawing/2014/main" id="{655FC996-A5B8-5013-E799-734F0CE5370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1" b="4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5" name="Rectangle 4">
            <a:extLst>
              <a:ext uri="{FF2B5EF4-FFF2-40B4-BE49-F238E27FC236}">
                <a16:creationId xmlns:a16="http://schemas.microsoft.com/office/drawing/2014/main" id="{6930E374-E43A-7817-56ED-620244F03D37}"/>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6" name="TextBox 5">
            <a:extLst>
              <a:ext uri="{FF2B5EF4-FFF2-40B4-BE49-F238E27FC236}">
                <a16:creationId xmlns:a16="http://schemas.microsoft.com/office/drawing/2014/main" id="{25D28670-6BD7-6EDA-1F7A-A1CDEFB809E2}"/>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3036818167"/>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_Thank you">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537277"/>
            <a:ext cx="835752" cy="499786"/>
          </a:xfrm>
          <a:prstGeom prst="rect">
            <a:avLst/>
          </a:prstGeom>
        </p:spPr>
      </p:pic>
      <p:sp>
        <p:nvSpPr>
          <p:cNvPr id="2" name="Text Placeholder 21">
            <a:extLst>
              <a:ext uri="{FF2B5EF4-FFF2-40B4-BE49-F238E27FC236}">
                <a16:creationId xmlns:a16="http://schemas.microsoft.com/office/drawing/2014/main" id="{BD798EA0-85C0-1EE6-826D-0B9CC385B0AD}"/>
              </a:ext>
            </a:extLst>
          </p:cNvPr>
          <p:cNvSpPr>
            <a:spLocks noGrp="1"/>
          </p:cNvSpPr>
          <p:nvPr>
            <p:ph type="body" sz="quarter" idx="11" hasCustomPrompt="1"/>
          </p:nvPr>
        </p:nvSpPr>
        <p:spPr>
          <a:xfrm>
            <a:off x="486616"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9" name="Rectangle 8">
            <a:extLst>
              <a:ext uri="{FF2B5EF4-FFF2-40B4-BE49-F238E27FC236}">
                <a16:creationId xmlns:a16="http://schemas.microsoft.com/office/drawing/2014/main" id="{CB32FC0C-8C3E-EC9A-E2FA-6EE909E76F37}"/>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0" name="TextBox 9">
            <a:extLst>
              <a:ext uri="{FF2B5EF4-FFF2-40B4-BE49-F238E27FC236}">
                <a16:creationId xmlns:a16="http://schemas.microsoft.com/office/drawing/2014/main" id="{1ED149B1-2D95-35AC-CEBC-88E8E42F7571}"/>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936235355"/>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5_Thank you &amp; QR code">
    <p:spTree>
      <p:nvGrpSpPr>
        <p:cNvPr id="1" name=""/>
        <p:cNvGrpSpPr/>
        <p:nvPr/>
      </p:nvGrpSpPr>
      <p:grpSpPr>
        <a:xfrm>
          <a:off x="0" y="0"/>
          <a:ext cx="0" cy="0"/>
          <a:chOff x="0" y="0"/>
          <a:chExt cx="0" cy="0"/>
        </a:xfrm>
      </p:grpSpPr>
      <p:pic>
        <p:nvPicPr>
          <p:cNvPr id="12" name="Picture 11" descr="A purple and blue background&#10;&#10;AI-generated content may be incorrect.">
            <a:extLst>
              <a:ext uri="{FF2B5EF4-FFF2-40B4-BE49-F238E27FC236}">
                <a16:creationId xmlns:a16="http://schemas.microsoft.com/office/drawing/2014/main" id="{56BF139E-A371-BD33-4544-690E2510164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1" b="4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9" name="Rectangle 8">
            <a:extLst>
              <a:ext uri="{FF2B5EF4-FFF2-40B4-BE49-F238E27FC236}">
                <a16:creationId xmlns:a16="http://schemas.microsoft.com/office/drawing/2014/main" id="{BF665193-C876-5B9E-E3ED-F7303F605376}"/>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0" name="TextBox 9">
            <a:extLst>
              <a:ext uri="{FF2B5EF4-FFF2-40B4-BE49-F238E27FC236}">
                <a16:creationId xmlns:a16="http://schemas.microsoft.com/office/drawing/2014/main" id="{33AF1947-BEFA-E116-B659-78B6A2F46848}"/>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3924280969"/>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4_Thank you &amp; QR code">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8" name="Rectangle 7">
            <a:extLst>
              <a:ext uri="{FF2B5EF4-FFF2-40B4-BE49-F238E27FC236}">
                <a16:creationId xmlns:a16="http://schemas.microsoft.com/office/drawing/2014/main" id="{FA0364CA-33E8-6BA8-69BF-4B4F35C5EEB2}"/>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9" name="TextBox 8">
            <a:extLst>
              <a:ext uri="{FF2B5EF4-FFF2-40B4-BE49-F238E27FC236}">
                <a16:creationId xmlns:a16="http://schemas.microsoft.com/office/drawing/2014/main" id="{6A72C134-7120-C362-31B3-9F9E993EE4C4}"/>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108984303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pic>
        <p:nvPicPr>
          <p:cNvPr id="3" name="Picture 2" descr="A purple and blue gradient&#10;&#10;AI-generated content may be incorrect.">
            <a:extLst>
              <a:ext uri="{FF2B5EF4-FFF2-40B4-BE49-F238E27FC236}">
                <a16:creationId xmlns:a16="http://schemas.microsoft.com/office/drawing/2014/main" id="{EDBFAC01-0FA7-B8F7-7462-2916A3EEE9C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spTree>
    <p:extLst>
      <p:ext uri="{BB962C8B-B14F-4D97-AF65-F5344CB8AC3E}">
        <p14:creationId xmlns:p14="http://schemas.microsoft.com/office/powerpoint/2010/main" val="154392608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3FA8EB-0600-F8CB-1D5D-ADAF85CCDB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28D0138-670A-478D-BCC5-48A85ECF1D46}"/>
              </a:ext>
            </a:extLst>
          </p:cNvPr>
          <p:cNvSpPr>
            <a:spLocks noGrp="1"/>
          </p:cNvSpPr>
          <p:nvPr>
            <p:ph type="title" hasCustomPrompt="1"/>
          </p:nvPr>
        </p:nvSpPr>
        <p:spPr>
          <a:xfrm>
            <a:off x="304800" y="2707821"/>
            <a:ext cx="8191500" cy="1442355"/>
          </a:xfrm>
        </p:spPr>
        <p:txBody>
          <a:bodyPr anchor="ctr"/>
          <a:lstStyle>
            <a:lvl1pPr>
              <a:defRPr sz="4400"/>
            </a:lvl1pPr>
          </a:lstStyle>
          <a:p>
            <a:r>
              <a:rPr lang="en-US" dirty="0"/>
              <a:t>Section divider – </a:t>
            </a:r>
            <a:br>
              <a:rPr lang="en-US" dirty="0"/>
            </a:br>
            <a:r>
              <a:rPr lang="en-US" dirty="0"/>
              <a:t>Enter section name here</a:t>
            </a:r>
          </a:p>
        </p:txBody>
      </p:sp>
      <p:sp>
        <p:nvSpPr>
          <p:cNvPr id="5" name="TextBox 3">
            <a:extLst>
              <a:ext uri="{FF2B5EF4-FFF2-40B4-BE49-F238E27FC236}">
                <a16:creationId xmlns:a16="http://schemas.microsoft.com/office/drawing/2014/main" id="{8346ACD8-81A7-4692-9AFD-C9752EC695DD}"/>
              </a:ext>
            </a:extLst>
          </p:cNvPr>
          <p:cNvSpPr txBox="1">
            <a:spLocks noChangeArrowheads="1"/>
          </p:cNvSpPr>
          <p:nvPr userDrawn="1"/>
        </p:nvSpPr>
        <p:spPr bwMode="white">
          <a:xfrm>
            <a:off x="1101540"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l" defTabSz="1097212" eaLnBrk="1" fontAlgn="auto" hangingPunct="1">
              <a:spcBef>
                <a:spcPts val="0"/>
              </a:spcBef>
              <a:spcAft>
                <a:spcPts val="0"/>
              </a:spcAft>
              <a:defRPr/>
            </a:pPr>
            <a:r>
              <a:rPr lang="en-US" altLang="x-none" sz="700" b="0" i="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 2025, Amazon Web Services, Inc. or its affiliates. All rights reserved.</a:t>
            </a:r>
          </a:p>
        </p:txBody>
      </p:sp>
      <p:pic>
        <p:nvPicPr>
          <p:cNvPr id="8" name="Picture 7">
            <a:extLst>
              <a:ext uri="{FF2B5EF4-FFF2-40B4-BE49-F238E27FC236}">
                <a16:creationId xmlns:a16="http://schemas.microsoft.com/office/drawing/2014/main" id="{853D8AE1-0FD2-4DEF-8808-670A058C1CE3}"/>
              </a:ext>
            </a:extLst>
          </p:cNvPr>
          <p:cNvPicPr>
            <a:picLocks noChangeAspect="1"/>
          </p:cNvPicPr>
          <p:nvPr userDrawn="1"/>
        </p:nvPicPr>
        <p:blipFill>
          <a:blip r:embed="rId3"/>
          <a:srcRect/>
          <a:stretch/>
        </p:blipFill>
        <p:spPr>
          <a:xfrm>
            <a:off x="292501" y="6428661"/>
            <a:ext cx="388818" cy="219592"/>
          </a:xfrm>
          <a:prstGeom prst="rect">
            <a:avLst/>
          </a:prstGeom>
        </p:spPr>
      </p:pic>
    </p:spTree>
    <p:extLst>
      <p:ext uri="{BB962C8B-B14F-4D97-AF65-F5344CB8AC3E}">
        <p14:creationId xmlns:p14="http://schemas.microsoft.com/office/powerpoint/2010/main" val="3366971665"/>
      </p:ext>
    </p:extLst>
  </p:cSld>
  <p:clrMapOvr>
    <a:masterClrMapping/>
  </p:clrMapOvr>
  <p:transition>
    <p:fade/>
  </p:transition>
</p:sldLayout>
</file>

<file path=ppt/slideLayouts/slideLayout83.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dirty="0"/>
              <a:t>Title only layout</a:t>
            </a:r>
          </a:p>
        </p:txBody>
      </p:sp>
      <p:pic>
        <p:nvPicPr>
          <p:cNvPr id="5" name="Picture 4">
            <a:extLst>
              <a:ext uri="{FF2B5EF4-FFF2-40B4-BE49-F238E27FC236}">
                <a16:creationId xmlns:a16="http://schemas.microsoft.com/office/drawing/2014/main" id="{402F0F9B-4E5D-4C0C-B506-59FB29965EB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 y="0"/>
            <a:ext cx="97536" cy="6858000"/>
          </a:xfrm>
          <a:prstGeom prst="rect">
            <a:avLst/>
          </a:prstGeom>
        </p:spPr>
      </p:pic>
    </p:spTree>
    <p:extLst>
      <p:ext uri="{BB962C8B-B14F-4D97-AF65-F5344CB8AC3E}">
        <p14:creationId xmlns:p14="http://schemas.microsoft.com/office/powerpoint/2010/main" val="1115868902"/>
      </p:ext>
    </p:extLst>
  </p:cSld>
  <p:clrMapOvr>
    <a:masterClrMapping/>
  </p:clrMapOvr>
  <p:transition>
    <p:fade/>
  </p:transition>
</p:sldLayout>
</file>

<file path=ppt/slideLayouts/slideLayout8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F9B2D-B36B-40AC-9254-12739BCD5930}"/>
              </a:ext>
            </a:extLst>
          </p:cNvPr>
          <p:cNvSpPr>
            <a:spLocks noGrp="1"/>
          </p:cNvSpPr>
          <p:nvPr>
            <p:ph type="title" hasCustomPrompt="1"/>
          </p:nvPr>
        </p:nvSpPr>
        <p:spPr/>
        <p:txBody>
          <a:bodyPr/>
          <a:lstStyle>
            <a:lvl1pPr>
              <a:defRPr/>
            </a:lvl1pPr>
          </a:lstStyle>
          <a:p>
            <a:r>
              <a:rPr lang="en-US" dirty="0"/>
              <a:t>Title and content layout</a:t>
            </a:r>
          </a:p>
        </p:txBody>
      </p:sp>
      <p:sp>
        <p:nvSpPr>
          <p:cNvPr id="3" name="Content Placeholder 2">
            <a:extLst>
              <a:ext uri="{FF2B5EF4-FFF2-40B4-BE49-F238E27FC236}">
                <a16:creationId xmlns:a16="http://schemas.microsoft.com/office/drawing/2014/main" id="{704FFD8E-0DC3-4B8E-8C49-6A0F23E3D239}"/>
              </a:ext>
            </a:extLst>
          </p:cNvPr>
          <p:cNvSpPr>
            <a:spLocks noGrp="1"/>
          </p:cNvSpPr>
          <p:nvPr>
            <p:ph idx="1" hasCustomPrompt="1"/>
          </p:nvPr>
        </p:nvSpPr>
        <p:spPr/>
        <p:txBody>
          <a:bodyPr/>
          <a:lstStyle>
            <a:lvl1pPr marL="0" indent="0">
              <a:buNone/>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0D7547C9-19DE-47C5-B92E-D961CE0CDE7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 y="0"/>
            <a:ext cx="97536" cy="6858000"/>
          </a:xfrm>
          <a:prstGeom prst="rect">
            <a:avLst/>
          </a:prstGeom>
        </p:spPr>
      </p:pic>
    </p:spTree>
    <p:extLst>
      <p:ext uri="{BB962C8B-B14F-4D97-AF65-F5344CB8AC3E}">
        <p14:creationId xmlns:p14="http://schemas.microsoft.com/office/powerpoint/2010/main" val="2785873966"/>
      </p:ext>
    </p:extLst>
  </p:cSld>
  <p:clrMapOvr>
    <a:masterClrMapping/>
  </p:clrMapOvr>
  <p:transition>
    <p:fade/>
  </p:transition>
</p:sldLayout>
</file>

<file path=ppt/slideLayouts/slideLayout8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708616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Walk on">
    <p:spTree>
      <p:nvGrpSpPr>
        <p:cNvPr id="1" name=""/>
        <p:cNvGrpSpPr/>
        <p:nvPr/>
      </p:nvGrpSpPr>
      <p:grpSpPr>
        <a:xfrm>
          <a:off x="0" y="0"/>
          <a:ext cx="0" cy="0"/>
          <a:chOff x="0" y="0"/>
          <a:chExt cx="0" cy="0"/>
        </a:xfrm>
      </p:grpSpPr>
      <p:pic>
        <p:nvPicPr>
          <p:cNvPr id="3" name="Picture 2" descr="A close-up of a colorful background&#10;&#10;AI-generated content may be incorrect.">
            <a:extLst>
              <a:ext uri="{FF2B5EF4-FFF2-40B4-BE49-F238E27FC236}">
                <a16:creationId xmlns:a16="http://schemas.microsoft.com/office/drawing/2014/main" id="{8F0CD83B-FED8-8C19-0DC5-591BFA61F63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12412EBA-77D0-2550-D30E-416009443B1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51150" y="3312356"/>
            <a:ext cx="4168175" cy="1344189"/>
          </a:xfrm>
          <a:prstGeom prst="rect">
            <a:avLst/>
          </a:prstGeom>
        </p:spPr>
      </p:pic>
    </p:spTree>
    <p:extLst>
      <p:ext uri="{BB962C8B-B14F-4D97-AF65-F5344CB8AC3E}">
        <p14:creationId xmlns:p14="http://schemas.microsoft.com/office/powerpoint/2010/main" val="1104981811"/>
      </p:ext>
    </p:extLst>
  </p:cSld>
  <p:clrMapOvr>
    <a:masterClrMapping/>
  </p:clrMapOvr>
  <p:extLst>
    <p:ext uri="{DCECCB84-F9BA-43D5-87BE-67443E8EF086}">
      <p15:sldGuideLst xmlns:p15="http://schemas.microsoft.com/office/powerpoint/2012/main"/>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Session Title - 1">
    <p:spTree>
      <p:nvGrpSpPr>
        <p:cNvPr id="1" name=""/>
        <p:cNvGrpSpPr/>
        <p:nvPr/>
      </p:nvGrpSpPr>
      <p:grpSpPr>
        <a:xfrm>
          <a:off x="0" y="0"/>
          <a:ext cx="0" cy="0"/>
          <a:chOff x="0" y="0"/>
          <a:chExt cx="0" cy="0"/>
        </a:xfrm>
      </p:grpSpPr>
      <p:pic>
        <p:nvPicPr>
          <p:cNvPr id="3" name="Picture 2" descr="A blurry image of a colorful background&#10;&#10;AI-generated content may be incorrect.">
            <a:extLst>
              <a:ext uri="{FF2B5EF4-FFF2-40B4-BE49-F238E27FC236}">
                <a16:creationId xmlns:a16="http://schemas.microsoft.com/office/drawing/2014/main" id="{7B9D837A-94BA-DED9-AE91-9C0503ABE2F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805275672"/>
      </p:ext>
    </p:extLst>
  </p:cSld>
  <p:clrMapOvr>
    <a:masterClrMapping/>
  </p:clrMapOvr>
  <p:extLst>
    <p:ext uri="{DCECCB84-F9BA-43D5-87BE-67443E8EF086}">
      <p15:sldGuideLst xmlns:p15="http://schemas.microsoft.com/office/powerpoint/2012/main"/>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3_Session Title - 1">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2307291610"/>
      </p:ext>
    </p:extLst>
  </p:cSld>
  <p:clrMapOvr>
    <a:masterClrMapping/>
  </p:clrMapOvr>
  <p:extLst>
    <p:ext uri="{DCECCB84-F9BA-43D5-87BE-67443E8EF086}">
      <p15:sldGuideLst xmlns:p15="http://schemas.microsoft.com/office/powerpoint/2012/main"/>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Session Title - 2">
    <p:spTree>
      <p:nvGrpSpPr>
        <p:cNvPr id="1" name=""/>
        <p:cNvGrpSpPr/>
        <p:nvPr/>
      </p:nvGrpSpPr>
      <p:grpSpPr>
        <a:xfrm>
          <a:off x="0" y="0"/>
          <a:ext cx="0" cy="0"/>
          <a:chOff x="0" y="0"/>
          <a:chExt cx="0" cy="0"/>
        </a:xfrm>
      </p:grpSpPr>
      <p:pic>
        <p:nvPicPr>
          <p:cNvPr id="2" name="Picture 1" descr="A purple and blue gradient&#10;&#10;AI-generated content may be incorrect.">
            <a:extLst>
              <a:ext uri="{FF2B5EF4-FFF2-40B4-BE49-F238E27FC236}">
                <a16:creationId xmlns:a16="http://schemas.microsoft.com/office/drawing/2014/main" id="{D1BFE156-3870-45A2-6BDF-AB0351C2A3E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1594271979"/>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Session Title - 3">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9688E7E-560D-1F85-60AE-F11B53EB181C}"/>
              </a:ext>
            </a:extLst>
          </p:cNvPr>
          <p:cNvSpPr/>
          <p:nvPr userDrawn="1"/>
        </p:nvSpPr>
        <p:spPr>
          <a:xfrm>
            <a:off x="0" y="0"/>
            <a:ext cx="12192000" cy="6858000"/>
          </a:xfrm>
          <a:prstGeom prst="rect">
            <a:avLst/>
          </a:prstGeom>
          <a:solidFill>
            <a:srgbClr val="151D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p>
        </p:txBody>
      </p:sp>
      <p:pic>
        <p:nvPicPr>
          <p:cNvPr id="2" name="Graphic 1">
            <a:extLst>
              <a:ext uri="{FF2B5EF4-FFF2-40B4-BE49-F238E27FC236}">
                <a16:creationId xmlns:a16="http://schemas.microsoft.com/office/drawing/2014/main" id="{1EF57A0F-E278-CD58-9703-2C36EBEE4F7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53304" y="537277"/>
            <a:ext cx="835752" cy="499786"/>
          </a:xfrm>
          <a:prstGeom prst="rect">
            <a:avLst/>
          </a:prstGeom>
        </p:spPr>
      </p:pic>
      <p:sp>
        <p:nvSpPr>
          <p:cNvPr id="3" name="Text Placeholder 21">
            <a:extLst>
              <a:ext uri="{FF2B5EF4-FFF2-40B4-BE49-F238E27FC236}">
                <a16:creationId xmlns:a16="http://schemas.microsoft.com/office/drawing/2014/main" id="{75964A49-4B15-7572-0B46-92FB64D1679B}"/>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4" name="Text Placeholder 21">
            <a:extLst>
              <a:ext uri="{FF2B5EF4-FFF2-40B4-BE49-F238E27FC236}">
                <a16:creationId xmlns:a16="http://schemas.microsoft.com/office/drawing/2014/main" id="{6CB35DDF-B025-928C-8606-6F4A1B6250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5" name="Text Placeholder 21">
            <a:extLst>
              <a:ext uri="{FF2B5EF4-FFF2-40B4-BE49-F238E27FC236}">
                <a16:creationId xmlns:a16="http://schemas.microsoft.com/office/drawing/2014/main" id="{4A7E3313-4259-1997-ED9D-5C3D97E23092}"/>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6" name="Text Placeholder 21">
            <a:extLst>
              <a:ext uri="{FF2B5EF4-FFF2-40B4-BE49-F238E27FC236}">
                <a16:creationId xmlns:a16="http://schemas.microsoft.com/office/drawing/2014/main" id="{10016296-5F2F-BE48-746B-ACD2B085B0D2}"/>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7" name="Text Placeholder 21">
            <a:extLst>
              <a:ext uri="{FF2B5EF4-FFF2-40B4-BE49-F238E27FC236}">
                <a16:creationId xmlns:a16="http://schemas.microsoft.com/office/drawing/2014/main" id="{A473B96F-ACDC-834E-D803-FE0EDB6F6B42}"/>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8" name="Text Placeholder 21">
            <a:extLst>
              <a:ext uri="{FF2B5EF4-FFF2-40B4-BE49-F238E27FC236}">
                <a16:creationId xmlns:a16="http://schemas.microsoft.com/office/drawing/2014/main" id="{0EBCA48F-8E14-CBBE-B836-B37F2CD05143}"/>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9" name="Text Placeholder 21">
            <a:extLst>
              <a:ext uri="{FF2B5EF4-FFF2-40B4-BE49-F238E27FC236}">
                <a16:creationId xmlns:a16="http://schemas.microsoft.com/office/drawing/2014/main" id="{9FD6071B-2B55-3490-FBFF-04599195AC7D}"/>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10" name="Text Placeholder 21">
            <a:extLst>
              <a:ext uri="{FF2B5EF4-FFF2-40B4-BE49-F238E27FC236}">
                <a16:creationId xmlns:a16="http://schemas.microsoft.com/office/drawing/2014/main" id="{B8330354-A7B3-333A-42F3-C2381A5D603D}"/>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110841741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1_Section divider">
    <p:spTree>
      <p:nvGrpSpPr>
        <p:cNvPr id="1" name=""/>
        <p:cNvGrpSpPr/>
        <p:nvPr/>
      </p:nvGrpSpPr>
      <p:grpSpPr>
        <a:xfrm>
          <a:off x="0" y="0"/>
          <a:ext cx="0" cy="0"/>
          <a:chOff x="0" y="0"/>
          <a:chExt cx="0" cy="0"/>
        </a:xfrm>
      </p:grpSpPr>
      <p:sp>
        <p:nvSpPr>
          <p:cNvPr id="6" name="Text Placeholder 21">
            <a:extLst>
              <a:ext uri="{FF2B5EF4-FFF2-40B4-BE49-F238E27FC236}">
                <a16:creationId xmlns:a16="http://schemas.microsoft.com/office/drawing/2014/main" id="{BEE5A1A4-5BF3-7678-58BF-DBEF8F0E0269}"/>
              </a:ext>
            </a:extLst>
          </p:cNvPr>
          <p:cNvSpPr>
            <a:spLocks noGrp="1"/>
          </p:cNvSpPr>
          <p:nvPr>
            <p:ph type="body" sz="quarter" idx="11" hasCustomPrompt="1"/>
          </p:nvPr>
        </p:nvSpPr>
        <p:spPr>
          <a:xfrm>
            <a:off x="471500" y="2761554"/>
            <a:ext cx="6720456" cy="1757786"/>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2025,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1500" y="6428661"/>
            <a:ext cx="388818" cy="232516"/>
          </a:xfrm>
          <a:prstGeom prst="rect">
            <a:avLst/>
          </a:prstGeom>
        </p:spPr>
      </p:pic>
      <p:pic>
        <p:nvPicPr>
          <p:cNvPr id="4" name="Picture 3" descr="A close up of a purple and blue gradient&#10;&#10;AI-generated content may be incorrect.">
            <a:extLst>
              <a:ext uri="{FF2B5EF4-FFF2-40B4-BE49-F238E27FC236}">
                <a16:creationId xmlns:a16="http://schemas.microsoft.com/office/drawing/2014/main" id="{71B910AB-8F37-BE20-F28A-2E2E6BF62B9E}"/>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341" b="4183"/>
          <a:stretch>
            <a:fillRect/>
          </a:stretch>
        </p:blipFill>
        <p:spPr>
          <a:xfrm>
            <a:off x="0" y="0"/>
            <a:ext cx="12192000" cy="6858000"/>
          </a:xfrm>
          <a:prstGeom prst="rect">
            <a:avLst/>
          </a:prstGeom>
        </p:spPr>
      </p:pic>
    </p:spTree>
    <p:extLst>
      <p:ext uri="{BB962C8B-B14F-4D97-AF65-F5344CB8AC3E}">
        <p14:creationId xmlns:p14="http://schemas.microsoft.com/office/powerpoint/2010/main" val="2718332735"/>
      </p:ext>
    </p:extLst>
  </p:cSld>
  <p:clrMapOvr>
    <a:masterClrMapping/>
  </p:clrMapOvr>
  <p:extLst>
    <p:ext uri="{DCECCB84-F9BA-43D5-87BE-67443E8EF086}">
      <p15:sldGuideLst xmlns:p15="http://schemas.microsoft.com/office/powerpoint/2012/main"/>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pic>
        <p:nvPicPr>
          <p:cNvPr id="3" name="Picture 2" descr="A blue and pink gradient&#10;&#10;AI-generated content may be incorrect.">
            <a:extLst>
              <a:ext uri="{FF2B5EF4-FFF2-40B4-BE49-F238E27FC236}">
                <a16:creationId xmlns:a16="http://schemas.microsoft.com/office/drawing/2014/main" id="{97CB27F8-3A0B-FB32-ED56-4885C07CCC8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sp>
        <p:nvSpPr>
          <p:cNvPr id="6" name="Text Placeholder 21">
            <a:extLst>
              <a:ext uri="{FF2B5EF4-FFF2-40B4-BE49-F238E27FC236}">
                <a16:creationId xmlns:a16="http://schemas.microsoft.com/office/drawing/2014/main" id="{BEE5A1A4-5BF3-7678-58BF-DBEF8F0E0269}"/>
              </a:ext>
            </a:extLst>
          </p:cNvPr>
          <p:cNvSpPr>
            <a:spLocks noGrp="1"/>
          </p:cNvSpPr>
          <p:nvPr>
            <p:ph type="body" sz="quarter" idx="11" hasCustomPrompt="1"/>
          </p:nvPr>
        </p:nvSpPr>
        <p:spPr>
          <a:xfrm>
            <a:off x="471500" y="2761554"/>
            <a:ext cx="6720456" cy="1757786"/>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2025,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6428661"/>
            <a:ext cx="388818" cy="232516"/>
          </a:xfrm>
          <a:prstGeom prst="rect">
            <a:avLst/>
          </a:prstGeom>
        </p:spPr>
      </p:pic>
    </p:spTree>
    <p:extLst>
      <p:ext uri="{BB962C8B-B14F-4D97-AF65-F5344CB8AC3E}">
        <p14:creationId xmlns:p14="http://schemas.microsoft.com/office/powerpoint/2010/main" val="1820619742"/>
      </p:ext>
    </p:extLst>
  </p:cSld>
  <p:clrMapOvr>
    <a:masterClrMapping/>
  </p:clrMapOvr>
  <p:extLst>
    <p:ext uri="{DCECCB84-F9BA-43D5-87BE-67443E8EF086}">
      <p15:sldGuideLst xmlns:p15="http://schemas.microsoft.com/office/powerpoint/2012/main"/>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61D26"/>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44FB4B58-2049-3EB6-9DE6-586F41586795}"/>
              </a:ext>
            </a:extLst>
          </p:cNvPr>
          <p:cNvCxnSpPr>
            <a:cxnSpLocks/>
          </p:cNvCxnSpPr>
          <p:nvPr userDrawn="1"/>
        </p:nvCxnSpPr>
        <p:spPr>
          <a:xfrm>
            <a:off x="3443706" y="1349224"/>
            <a:ext cx="0" cy="4546609"/>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5" name="Text Placeholder 21">
            <a:extLst>
              <a:ext uri="{FF2B5EF4-FFF2-40B4-BE49-F238E27FC236}">
                <a16:creationId xmlns:a16="http://schemas.microsoft.com/office/drawing/2014/main" id="{818BB5EC-A618-2D03-DEA5-36873FA1E1F5}"/>
              </a:ext>
            </a:extLst>
          </p:cNvPr>
          <p:cNvSpPr>
            <a:spLocks noGrp="1"/>
          </p:cNvSpPr>
          <p:nvPr>
            <p:ph type="body" sz="quarter" idx="11" hasCustomPrompt="1"/>
          </p:nvPr>
        </p:nvSpPr>
        <p:spPr>
          <a:xfrm>
            <a:off x="481864" y="1422541"/>
            <a:ext cx="2504923" cy="116825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Agenda</a:t>
            </a:r>
          </a:p>
        </p:txBody>
      </p:sp>
      <p:sp>
        <p:nvSpPr>
          <p:cNvPr id="6" name="Text Placeholder 21">
            <a:extLst>
              <a:ext uri="{FF2B5EF4-FFF2-40B4-BE49-F238E27FC236}">
                <a16:creationId xmlns:a16="http://schemas.microsoft.com/office/drawing/2014/main" id="{C2614ABB-5806-776E-27EA-3AA282A6B581}"/>
              </a:ext>
            </a:extLst>
          </p:cNvPr>
          <p:cNvSpPr>
            <a:spLocks noGrp="1"/>
          </p:cNvSpPr>
          <p:nvPr>
            <p:ph type="body" sz="quarter" idx="12" hasCustomPrompt="1"/>
          </p:nvPr>
        </p:nvSpPr>
        <p:spPr>
          <a:xfrm>
            <a:off x="4004447" y="1422541"/>
            <a:ext cx="6178623" cy="4376307"/>
          </a:xfrm>
          <a:prstGeom prst="rect">
            <a:avLst/>
          </a:prstGeom>
        </p:spPr>
        <p:txBody>
          <a:bodyPr/>
          <a:lstStyle>
            <a:lvl1pPr marL="0" marR="0" indent="0" algn="l" defTabSz="914400" rtl="0" eaLnBrk="1" fontAlgn="auto" latinLnBrk="0" hangingPunct="1">
              <a:lnSpc>
                <a:spcPct val="100000"/>
              </a:lnSpc>
              <a:spcBef>
                <a:spcPts val="0"/>
              </a:spcBef>
              <a:spcAft>
                <a:spcPts val="3000"/>
              </a:spcAft>
              <a:buClrTx/>
              <a:buSzTx/>
              <a:buFont typeface="Arial" panose="020B0604020202020204" pitchFamily="34" charset="0"/>
              <a:buNone/>
              <a:tabLst/>
              <a:defRPr kumimoji="0" lang="en-US" sz="20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Agenda item 1</a:t>
            </a:r>
          </a:p>
          <a:p>
            <a:pPr lvl="0"/>
            <a:r>
              <a:rPr lang="en-US" dirty="0"/>
              <a:t>Agenda item 2</a:t>
            </a:r>
          </a:p>
          <a:p>
            <a:pPr lvl="0"/>
            <a:r>
              <a:rPr lang="en-US" dirty="0"/>
              <a:t>Agenda item 3</a:t>
            </a:r>
          </a:p>
          <a:p>
            <a:pPr lvl="0"/>
            <a:r>
              <a:rPr lang="en-US" dirty="0"/>
              <a:t>Agenda item 4</a:t>
            </a:r>
          </a:p>
          <a:p>
            <a:pPr lvl="0"/>
            <a:r>
              <a:rPr lang="en-US" dirty="0"/>
              <a:t>Agenda item 5</a:t>
            </a:r>
          </a:p>
          <a:p>
            <a:pPr lvl="0"/>
            <a:r>
              <a:rPr lang="en-US" dirty="0"/>
              <a:t>Agenda item 6</a:t>
            </a:r>
          </a:p>
          <a:p>
            <a:pPr lvl="0"/>
            <a:endParaRPr lang="en-US" dirty="0"/>
          </a:p>
        </p:txBody>
      </p:sp>
    </p:spTree>
    <p:extLst>
      <p:ext uri="{BB962C8B-B14F-4D97-AF65-F5344CB8AC3E}">
        <p14:creationId xmlns:p14="http://schemas.microsoft.com/office/powerpoint/2010/main" val="95737669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rgbClr val="161D26"/>
        </a:solidFill>
        <a:effectLst/>
      </p:bgPr>
    </p:bg>
    <p:spTree>
      <p:nvGrpSpPr>
        <p:cNvPr id="1" name=""/>
        <p:cNvGrpSpPr/>
        <p:nvPr/>
      </p:nvGrpSpPr>
      <p:grpSpPr>
        <a:xfrm>
          <a:off x="0" y="0"/>
          <a:ext cx="0" cy="0"/>
          <a:chOff x="0" y="0"/>
          <a:chExt cx="0" cy="0"/>
        </a:xfrm>
      </p:grpSpPr>
      <p:sp>
        <p:nvSpPr>
          <p:cNvPr id="7" name="Text Placeholder 21">
            <a:extLst>
              <a:ext uri="{FF2B5EF4-FFF2-40B4-BE49-F238E27FC236}">
                <a16:creationId xmlns:a16="http://schemas.microsoft.com/office/drawing/2014/main" id="{2BC98CF5-E0A8-92D9-AB13-5A5B93AB9706}"/>
              </a:ext>
            </a:extLst>
          </p:cNvPr>
          <p:cNvSpPr>
            <a:spLocks noGrp="1"/>
          </p:cNvSpPr>
          <p:nvPr>
            <p:ph type="body" sz="quarter" idx="11" hasCustomPrompt="1"/>
          </p:nvPr>
        </p:nvSpPr>
        <p:spPr>
          <a:xfrm>
            <a:off x="502225" y="1962021"/>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text</a:t>
            </a:r>
          </a:p>
        </p:txBody>
      </p:sp>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3043524"/>
            <a:ext cx="7300863"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Tree>
    <p:extLst>
      <p:ext uri="{BB962C8B-B14F-4D97-AF65-F5344CB8AC3E}">
        <p14:creationId xmlns:p14="http://schemas.microsoft.com/office/powerpoint/2010/main" val="271717029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itle and content - 1">
    <p:bg>
      <p:bgPr>
        <a:solidFill>
          <a:srgbClr val="161D26"/>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D0129311-284C-BB10-2501-4D3B32E9BD43}"/>
              </a:ext>
            </a:extLst>
          </p:cNvPr>
          <p:cNvCxnSpPr>
            <a:cxnSpLocks/>
          </p:cNvCxnSpPr>
          <p:nvPr userDrawn="1"/>
        </p:nvCxnSpPr>
        <p:spPr>
          <a:xfrm>
            <a:off x="4711707" y="1586429"/>
            <a:ext cx="0" cy="4018274"/>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88265"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75635" y="2139299"/>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5155159" y="2214070"/>
            <a:ext cx="6396066"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75636"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Tree>
    <p:extLst>
      <p:ext uri="{BB962C8B-B14F-4D97-AF65-F5344CB8AC3E}">
        <p14:creationId xmlns:p14="http://schemas.microsoft.com/office/powerpoint/2010/main" val="318516816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1_Title and 3 row content">
    <p:bg>
      <p:bgPr>
        <a:solidFill>
          <a:srgbClr val="161D26"/>
        </a:solidFill>
        <a:effectLst/>
      </p:bgPr>
    </p:bg>
    <p:spTree>
      <p:nvGrpSpPr>
        <p:cNvPr id="1" name=""/>
        <p:cNvGrpSpPr/>
        <p:nvPr/>
      </p:nvGrpSpPr>
      <p:grpSpPr>
        <a:xfrm>
          <a:off x="0" y="0"/>
          <a:ext cx="0" cy="0"/>
          <a:chOff x="0" y="0"/>
          <a:chExt cx="0" cy="0"/>
        </a:xfrm>
      </p:grpSpPr>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86619" y="1106577"/>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4782056" y="1106577"/>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1</a:t>
            </a:r>
          </a:p>
        </p:txBody>
      </p:sp>
      <p:cxnSp>
        <p:nvCxnSpPr>
          <p:cNvPr id="16" name="Straight Connector 15">
            <a:extLst>
              <a:ext uri="{FF2B5EF4-FFF2-40B4-BE49-F238E27FC236}">
                <a16:creationId xmlns:a16="http://schemas.microsoft.com/office/drawing/2014/main" id="{F5287881-C57E-D101-1C25-3E0FF8FDC5E7}"/>
              </a:ext>
            </a:extLst>
          </p:cNvPr>
          <p:cNvCxnSpPr>
            <a:cxnSpLocks/>
          </p:cNvCxnSpPr>
          <p:nvPr userDrawn="1"/>
        </p:nvCxnSpPr>
        <p:spPr>
          <a:xfrm>
            <a:off x="4185978" y="1212574"/>
            <a:ext cx="0" cy="4721087"/>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8" name="Text Placeholder 21">
            <a:extLst>
              <a:ext uri="{FF2B5EF4-FFF2-40B4-BE49-F238E27FC236}">
                <a16:creationId xmlns:a16="http://schemas.microsoft.com/office/drawing/2014/main" id="{634A4CAF-90EC-E954-3BFB-6E43FD445519}"/>
              </a:ext>
            </a:extLst>
          </p:cNvPr>
          <p:cNvSpPr>
            <a:spLocks noGrp="1"/>
          </p:cNvSpPr>
          <p:nvPr>
            <p:ph type="body" sz="quarter" idx="13" hasCustomPrompt="1"/>
          </p:nvPr>
        </p:nvSpPr>
        <p:spPr>
          <a:xfrm>
            <a:off x="4782056" y="1700906"/>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
        <p:nvSpPr>
          <p:cNvPr id="19" name="Text Placeholder 21">
            <a:extLst>
              <a:ext uri="{FF2B5EF4-FFF2-40B4-BE49-F238E27FC236}">
                <a16:creationId xmlns:a16="http://schemas.microsoft.com/office/drawing/2014/main" id="{37F65AD8-E4FD-4984-5FBA-EC5F6A685D9A}"/>
              </a:ext>
            </a:extLst>
          </p:cNvPr>
          <p:cNvSpPr>
            <a:spLocks noGrp="1"/>
          </p:cNvSpPr>
          <p:nvPr>
            <p:ph type="body" sz="quarter" idx="14" hasCustomPrompt="1"/>
          </p:nvPr>
        </p:nvSpPr>
        <p:spPr>
          <a:xfrm>
            <a:off x="4782056" y="2890611"/>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2</a:t>
            </a:r>
          </a:p>
        </p:txBody>
      </p:sp>
      <p:sp>
        <p:nvSpPr>
          <p:cNvPr id="20" name="Text Placeholder 21">
            <a:extLst>
              <a:ext uri="{FF2B5EF4-FFF2-40B4-BE49-F238E27FC236}">
                <a16:creationId xmlns:a16="http://schemas.microsoft.com/office/drawing/2014/main" id="{DCE340B5-AF30-C9FD-EA84-87B943FC7B83}"/>
              </a:ext>
            </a:extLst>
          </p:cNvPr>
          <p:cNvSpPr>
            <a:spLocks noGrp="1"/>
          </p:cNvSpPr>
          <p:nvPr>
            <p:ph type="body" sz="quarter" idx="15" hasCustomPrompt="1"/>
          </p:nvPr>
        </p:nvSpPr>
        <p:spPr>
          <a:xfrm>
            <a:off x="4782056" y="3484940"/>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
        <p:nvSpPr>
          <p:cNvPr id="21" name="Text Placeholder 21">
            <a:extLst>
              <a:ext uri="{FF2B5EF4-FFF2-40B4-BE49-F238E27FC236}">
                <a16:creationId xmlns:a16="http://schemas.microsoft.com/office/drawing/2014/main" id="{1344ABFA-783F-F7DE-C825-0026F5EB31A5}"/>
              </a:ext>
            </a:extLst>
          </p:cNvPr>
          <p:cNvSpPr>
            <a:spLocks noGrp="1"/>
          </p:cNvSpPr>
          <p:nvPr>
            <p:ph type="body" sz="quarter" idx="16" hasCustomPrompt="1"/>
          </p:nvPr>
        </p:nvSpPr>
        <p:spPr>
          <a:xfrm>
            <a:off x="4782056" y="4653183"/>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3</a:t>
            </a:r>
          </a:p>
        </p:txBody>
      </p:sp>
      <p:sp>
        <p:nvSpPr>
          <p:cNvPr id="22" name="Text Placeholder 21">
            <a:extLst>
              <a:ext uri="{FF2B5EF4-FFF2-40B4-BE49-F238E27FC236}">
                <a16:creationId xmlns:a16="http://schemas.microsoft.com/office/drawing/2014/main" id="{C3D4EB6E-2D83-811D-C211-5CA9EC0D0890}"/>
              </a:ext>
            </a:extLst>
          </p:cNvPr>
          <p:cNvSpPr>
            <a:spLocks noGrp="1"/>
          </p:cNvSpPr>
          <p:nvPr>
            <p:ph type="body" sz="quarter" idx="17" hasCustomPrompt="1"/>
          </p:nvPr>
        </p:nvSpPr>
        <p:spPr>
          <a:xfrm>
            <a:off x="4782056" y="5247512"/>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Tree>
    <p:extLst>
      <p:ext uri="{BB962C8B-B14F-4D97-AF65-F5344CB8AC3E}">
        <p14:creationId xmlns:p14="http://schemas.microsoft.com/office/powerpoint/2010/main" val="1320727789"/>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Title and content - 2">
    <p:bg>
      <p:bgPr>
        <a:solidFill>
          <a:srgbClr val="161D26"/>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D0129311-284C-BB10-2501-4D3B32E9BD43}"/>
              </a:ext>
            </a:extLst>
          </p:cNvPr>
          <p:cNvCxnSpPr>
            <a:cxnSpLocks/>
          </p:cNvCxnSpPr>
          <p:nvPr userDrawn="1"/>
        </p:nvCxnSpPr>
        <p:spPr>
          <a:xfrm>
            <a:off x="4722692" y="1586429"/>
            <a:ext cx="0" cy="4018274"/>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99250"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86620" y="2139299"/>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86621"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
        <p:nvSpPr>
          <p:cNvPr id="3" name="Text Placeholder 21">
            <a:extLst>
              <a:ext uri="{FF2B5EF4-FFF2-40B4-BE49-F238E27FC236}">
                <a16:creationId xmlns:a16="http://schemas.microsoft.com/office/drawing/2014/main" id="{EFE7A93F-D4FC-8E79-7A97-3BD5405D783D}"/>
              </a:ext>
            </a:extLst>
          </p:cNvPr>
          <p:cNvSpPr>
            <a:spLocks noGrp="1"/>
          </p:cNvSpPr>
          <p:nvPr>
            <p:ph type="body" sz="quarter" idx="12" hasCustomPrompt="1"/>
          </p:nvPr>
        </p:nvSpPr>
        <p:spPr>
          <a:xfrm>
            <a:off x="5166144" y="1726451"/>
            <a:ext cx="6396066" cy="3878252"/>
          </a:xfrm>
          <a:prstGeom prst="rect">
            <a:avLst/>
          </a:prstGeom>
        </p:spPr>
        <p:txBody>
          <a:bodyPr/>
          <a:lstStyle>
            <a:lvl1pPr marL="342900" marR="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kumimoji="0" lang="en-US" sz="2000" b="0" u="none" strike="noStrike" kern="1200" cap="none" spc="0" normalizeH="0" baseline="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342900" marR="0" lvl="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a:pP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amet</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elit</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endParaRPr lang="en-US" dirty="0"/>
          </a:p>
        </p:txBody>
      </p:sp>
    </p:spTree>
    <p:extLst>
      <p:ext uri="{BB962C8B-B14F-4D97-AF65-F5344CB8AC3E}">
        <p14:creationId xmlns:p14="http://schemas.microsoft.com/office/powerpoint/2010/main" val="339162644"/>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itle and 3 points">
    <p:bg>
      <p:bgPr>
        <a:solidFill>
          <a:srgbClr val="161D26"/>
        </a:solidFill>
        <a:effectLst/>
      </p:bgPr>
    </p:bg>
    <p:spTree>
      <p:nvGrpSpPr>
        <p:cNvPr id="1" name=""/>
        <p:cNvGrpSpPr/>
        <p:nvPr/>
      </p:nvGrpSpPr>
      <p:grpSpPr>
        <a:xfrm>
          <a:off x="0" y="0"/>
          <a:ext cx="0" cy="0"/>
          <a:chOff x="0" y="0"/>
          <a:chExt cx="0" cy="0"/>
        </a:xfrm>
      </p:grpSpPr>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840191" y="1550104"/>
            <a:ext cx="10511618" cy="717713"/>
          </a:xfrm>
          <a:prstGeom prst="rect">
            <a:avLst/>
          </a:prstGeom>
        </p:spPr>
        <p:txBody>
          <a:bodyPr/>
          <a:lstStyle>
            <a:lvl1pPr marL="0" indent="0" algn="ctr">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3 points content</a:t>
            </a:r>
          </a:p>
        </p:txBody>
      </p:sp>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8401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456567"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8" name="Text Placeholder 21">
            <a:extLst>
              <a:ext uri="{FF2B5EF4-FFF2-40B4-BE49-F238E27FC236}">
                <a16:creationId xmlns:a16="http://schemas.microsoft.com/office/drawing/2014/main" id="{4D93B6E7-8048-C338-5C72-FE30BD6E56A6}"/>
              </a:ext>
            </a:extLst>
          </p:cNvPr>
          <p:cNvSpPr>
            <a:spLocks noGrp="1"/>
          </p:cNvSpPr>
          <p:nvPr>
            <p:ph type="body" sz="quarter" idx="16" hasCustomPrompt="1"/>
          </p:nvPr>
        </p:nvSpPr>
        <p:spPr>
          <a:xfrm>
            <a:off x="80029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839788"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456567"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6" name="Text Placeholder 23">
            <a:extLst>
              <a:ext uri="{FF2B5EF4-FFF2-40B4-BE49-F238E27FC236}">
                <a16:creationId xmlns:a16="http://schemas.microsoft.com/office/drawing/2014/main" id="{D0238D2F-7794-48FD-5C85-A87C72E7AD96}"/>
              </a:ext>
            </a:extLst>
          </p:cNvPr>
          <p:cNvSpPr>
            <a:spLocks noGrp="1"/>
          </p:cNvSpPr>
          <p:nvPr>
            <p:ph type="body" sz="quarter" idx="22" hasCustomPrompt="1"/>
          </p:nvPr>
        </p:nvSpPr>
        <p:spPr>
          <a:xfrm>
            <a:off x="8002991"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180093354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and 2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67426"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648637"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502225" y="1550104"/>
            <a:ext cx="10511618" cy="717713"/>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 column content</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67426" y="3624191"/>
            <a:ext cx="3336925"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647900" y="3624191"/>
            <a:ext cx="3336925"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535249770"/>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1_Title and 3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76109" y="2788213"/>
            <a:ext cx="2863866"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13296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97053" y="1550104"/>
            <a:ext cx="10511618" cy="717713"/>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3 column content</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76110" y="3624191"/>
            <a:ext cx="2863866"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132968" y="3624191"/>
            <a:ext cx="2863866"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12" name="Text Placeholder 21">
            <a:extLst>
              <a:ext uri="{FF2B5EF4-FFF2-40B4-BE49-F238E27FC236}">
                <a16:creationId xmlns:a16="http://schemas.microsoft.com/office/drawing/2014/main" id="{0011CB6F-3F94-DC6A-29BB-1B7A0F3B8C71}"/>
              </a:ext>
            </a:extLst>
          </p:cNvPr>
          <p:cNvSpPr>
            <a:spLocks noGrp="1"/>
          </p:cNvSpPr>
          <p:nvPr>
            <p:ph type="body" sz="quarter" idx="22" hasCustomPrompt="1"/>
          </p:nvPr>
        </p:nvSpPr>
        <p:spPr>
          <a:xfrm>
            <a:off x="775165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13" name="Text Placeholder 23">
            <a:extLst>
              <a:ext uri="{FF2B5EF4-FFF2-40B4-BE49-F238E27FC236}">
                <a16:creationId xmlns:a16="http://schemas.microsoft.com/office/drawing/2014/main" id="{D42DB03B-CCC9-C3A9-0E68-734ED9FAE2D3}"/>
              </a:ext>
            </a:extLst>
          </p:cNvPr>
          <p:cNvSpPr>
            <a:spLocks noGrp="1"/>
          </p:cNvSpPr>
          <p:nvPr>
            <p:ph type="body" sz="quarter" idx="23" hasCustomPrompt="1"/>
          </p:nvPr>
        </p:nvSpPr>
        <p:spPr>
          <a:xfrm>
            <a:off x="7751657" y="3624191"/>
            <a:ext cx="286386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2184470523"/>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1_Title and 2x2 column">
    <p:bg>
      <p:bgPr>
        <a:solidFill>
          <a:srgbClr val="161D26"/>
        </a:solidFill>
        <a:effectLst/>
      </p:bgPr>
    </p:bg>
    <p:spTree>
      <p:nvGrpSpPr>
        <p:cNvPr id="1" name=""/>
        <p:cNvGrpSpPr/>
        <p:nvPr/>
      </p:nvGrpSpPr>
      <p:grpSpPr>
        <a:xfrm>
          <a:off x="0" y="0"/>
          <a:ext cx="0" cy="0"/>
          <a:chOff x="0" y="0"/>
          <a:chExt cx="0" cy="0"/>
        </a:xfrm>
      </p:grpSpPr>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700356"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83200" y="1550104"/>
            <a:ext cx="3156282" cy="3183749"/>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2x2 column content</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700358" y="2233382"/>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2" name="Text Placeholder 21">
            <a:extLst>
              <a:ext uri="{FF2B5EF4-FFF2-40B4-BE49-F238E27FC236}">
                <a16:creationId xmlns:a16="http://schemas.microsoft.com/office/drawing/2014/main" id="{D7738712-33DD-CFDE-10D7-31F3F70DC871}"/>
              </a:ext>
            </a:extLst>
          </p:cNvPr>
          <p:cNvSpPr>
            <a:spLocks noGrp="1"/>
          </p:cNvSpPr>
          <p:nvPr>
            <p:ph type="body" sz="quarter" idx="24" hasCustomPrompt="1"/>
          </p:nvPr>
        </p:nvSpPr>
        <p:spPr>
          <a:xfrm>
            <a:off x="8108574"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23" name="Text Placeholder 23">
            <a:extLst>
              <a:ext uri="{FF2B5EF4-FFF2-40B4-BE49-F238E27FC236}">
                <a16:creationId xmlns:a16="http://schemas.microsoft.com/office/drawing/2014/main" id="{C1F1EE16-B454-545C-69BE-7C3321C83F79}"/>
              </a:ext>
            </a:extLst>
          </p:cNvPr>
          <p:cNvSpPr>
            <a:spLocks noGrp="1"/>
          </p:cNvSpPr>
          <p:nvPr>
            <p:ph type="body" sz="quarter" idx="25" hasCustomPrompt="1"/>
          </p:nvPr>
        </p:nvSpPr>
        <p:spPr>
          <a:xfrm>
            <a:off x="8108576" y="2233382"/>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6" name="Text Placeholder 21">
            <a:extLst>
              <a:ext uri="{FF2B5EF4-FFF2-40B4-BE49-F238E27FC236}">
                <a16:creationId xmlns:a16="http://schemas.microsoft.com/office/drawing/2014/main" id="{6663C62C-AC24-84F5-051D-738253F7948C}"/>
              </a:ext>
            </a:extLst>
          </p:cNvPr>
          <p:cNvSpPr>
            <a:spLocks noGrp="1"/>
          </p:cNvSpPr>
          <p:nvPr>
            <p:ph type="body" sz="quarter" idx="26" hasCustomPrompt="1"/>
          </p:nvPr>
        </p:nvSpPr>
        <p:spPr>
          <a:xfrm>
            <a:off x="4700356"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7" name="Text Placeholder 23">
            <a:extLst>
              <a:ext uri="{FF2B5EF4-FFF2-40B4-BE49-F238E27FC236}">
                <a16:creationId xmlns:a16="http://schemas.microsoft.com/office/drawing/2014/main" id="{A2C5E56C-1A90-63E7-1531-1E93392952D3}"/>
              </a:ext>
            </a:extLst>
          </p:cNvPr>
          <p:cNvSpPr>
            <a:spLocks noGrp="1"/>
          </p:cNvSpPr>
          <p:nvPr>
            <p:ph type="body" sz="quarter" idx="27" hasCustomPrompt="1"/>
          </p:nvPr>
        </p:nvSpPr>
        <p:spPr>
          <a:xfrm>
            <a:off x="4700358" y="4608446"/>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8" name="Text Placeholder 21">
            <a:extLst>
              <a:ext uri="{FF2B5EF4-FFF2-40B4-BE49-F238E27FC236}">
                <a16:creationId xmlns:a16="http://schemas.microsoft.com/office/drawing/2014/main" id="{6D94D881-186D-3B8B-5FE6-0629728AFA36}"/>
              </a:ext>
            </a:extLst>
          </p:cNvPr>
          <p:cNvSpPr>
            <a:spLocks noGrp="1"/>
          </p:cNvSpPr>
          <p:nvPr>
            <p:ph type="body" sz="quarter" idx="28" hasCustomPrompt="1"/>
          </p:nvPr>
        </p:nvSpPr>
        <p:spPr>
          <a:xfrm>
            <a:off x="8108574"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4</a:t>
            </a:r>
          </a:p>
        </p:txBody>
      </p:sp>
      <p:sp>
        <p:nvSpPr>
          <p:cNvPr id="29" name="Text Placeholder 23">
            <a:extLst>
              <a:ext uri="{FF2B5EF4-FFF2-40B4-BE49-F238E27FC236}">
                <a16:creationId xmlns:a16="http://schemas.microsoft.com/office/drawing/2014/main" id="{0714E946-886B-5901-56E0-B56EF06122E9}"/>
              </a:ext>
            </a:extLst>
          </p:cNvPr>
          <p:cNvSpPr>
            <a:spLocks noGrp="1"/>
          </p:cNvSpPr>
          <p:nvPr>
            <p:ph type="body" sz="quarter" idx="29" hasCustomPrompt="1"/>
          </p:nvPr>
        </p:nvSpPr>
        <p:spPr>
          <a:xfrm>
            <a:off x="8108576" y="4608446"/>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3352509107"/>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2_Title and 2x2 column w boxes">
    <p:bg>
      <p:bgPr>
        <a:solidFill>
          <a:srgbClr val="161D26"/>
        </a:solidFill>
        <a:effectLst/>
      </p:bgPr>
    </p:bg>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0F712FE6-91E4-EF03-76D2-2C281623487C}"/>
              </a:ext>
            </a:extLst>
          </p:cNvPr>
          <p:cNvSpPr/>
          <p:nvPr userDrawn="1"/>
        </p:nvSpPr>
        <p:spPr>
          <a:xfrm>
            <a:off x="4700565" y="1128216"/>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884862"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97055" y="1550104"/>
            <a:ext cx="3156282" cy="3183749"/>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2x2 column content</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884864" y="2114629"/>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0" name="Rounded Rectangle 19">
            <a:extLst>
              <a:ext uri="{FF2B5EF4-FFF2-40B4-BE49-F238E27FC236}">
                <a16:creationId xmlns:a16="http://schemas.microsoft.com/office/drawing/2014/main" id="{55EDB056-8738-3DE7-CC6F-29C1DEC53BB9}"/>
              </a:ext>
            </a:extLst>
          </p:cNvPr>
          <p:cNvSpPr/>
          <p:nvPr userDrawn="1"/>
        </p:nvSpPr>
        <p:spPr>
          <a:xfrm>
            <a:off x="4700565" y="3728912"/>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21" name="Text Placeholder 21">
            <a:extLst>
              <a:ext uri="{FF2B5EF4-FFF2-40B4-BE49-F238E27FC236}">
                <a16:creationId xmlns:a16="http://schemas.microsoft.com/office/drawing/2014/main" id="{999EE95E-4EFC-FB7B-14F9-24CAB4FEEF5E}"/>
              </a:ext>
            </a:extLst>
          </p:cNvPr>
          <p:cNvSpPr>
            <a:spLocks noGrp="1"/>
          </p:cNvSpPr>
          <p:nvPr>
            <p:ph type="body" sz="quarter" idx="22" hasCustomPrompt="1"/>
          </p:nvPr>
        </p:nvSpPr>
        <p:spPr>
          <a:xfrm>
            <a:off x="4884862"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4" name="Text Placeholder 23">
            <a:extLst>
              <a:ext uri="{FF2B5EF4-FFF2-40B4-BE49-F238E27FC236}">
                <a16:creationId xmlns:a16="http://schemas.microsoft.com/office/drawing/2014/main" id="{BF0138DD-073B-683F-F960-155017654C2E}"/>
              </a:ext>
            </a:extLst>
          </p:cNvPr>
          <p:cNvSpPr>
            <a:spLocks noGrp="1"/>
          </p:cNvSpPr>
          <p:nvPr>
            <p:ph type="body" sz="quarter" idx="23" hasCustomPrompt="1"/>
          </p:nvPr>
        </p:nvSpPr>
        <p:spPr>
          <a:xfrm>
            <a:off x="4884864" y="471532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30" name="Rounded Rectangle 29">
            <a:extLst>
              <a:ext uri="{FF2B5EF4-FFF2-40B4-BE49-F238E27FC236}">
                <a16:creationId xmlns:a16="http://schemas.microsoft.com/office/drawing/2014/main" id="{F35112F6-7394-90C4-A39C-039069DE503C}"/>
              </a:ext>
            </a:extLst>
          </p:cNvPr>
          <p:cNvSpPr/>
          <p:nvPr userDrawn="1"/>
        </p:nvSpPr>
        <p:spPr>
          <a:xfrm>
            <a:off x="7835651" y="1128216"/>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31" name="Text Placeholder 21">
            <a:extLst>
              <a:ext uri="{FF2B5EF4-FFF2-40B4-BE49-F238E27FC236}">
                <a16:creationId xmlns:a16="http://schemas.microsoft.com/office/drawing/2014/main" id="{C18FBA74-DAAA-E129-8851-6CB983EB9051}"/>
              </a:ext>
            </a:extLst>
          </p:cNvPr>
          <p:cNvSpPr>
            <a:spLocks noGrp="1"/>
          </p:cNvSpPr>
          <p:nvPr>
            <p:ph type="body" sz="quarter" idx="24" hasCustomPrompt="1"/>
          </p:nvPr>
        </p:nvSpPr>
        <p:spPr>
          <a:xfrm>
            <a:off x="8019948"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32" name="Text Placeholder 23">
            <a:extLst>
              <a:ext uri="{FF2B5EF4-FFF2-40B4-BE49-F238E27FC236}">
                <a16:creationId xmlns:a16="http://schemas.microsoft.com/office/drawing/2014/main" id="{C870C8EF-4B14-2D07-7D95-92D913A6076B}"/>
              </a:ext>
            </a:extLst>
          </p:cNvPr>
          <p:cNvSpPr>
            <a:spLocks noGrp="1"/>
          </p:cNvSpPr>
          <p:nvPr>
            <p:ph type="body" sz="quarter" idx="25" hasCustomPrompt="1"/>
          </p:nvPr>
        </p:nvSpPr>
        <p:spPr>
          <a:xfrm>
            <a:off x="8019950" y="2114629"/>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33" name="Rounded Rectangle 32">
            <a:extLst>
              <a:ext uri="{FF2B5EF4-FFF2-40B4-BE49-F238E27FC236}">
                <a16:creationId xmlns:a16="http://schemas.microsoft.com/office/drawing/2014/main" id="{F011B1B7-5825-9664-35BD-1E73774A280F}"/>
              </a:ext>
            </a:extLst>
          </p:cNvPr>
          <p:cNvSpPr/>
          <p:nvPr userDrawn="1"/>
        </p:nvSpPr>
        <p:spPr>
          <a:xfrm>
            <a:off x="7835651" y="3728912"/>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34" name="Text Placeholder 21">
            <a:extLst>
              <a:ext uri="{FF2B5EF4-FFF2-40B4-BE49-F238E27FC236}">
                <a16:creationId xmlns:a16="http://schemas.microsoft.com/office/drawing/2014/main" id="{183B6973-2CB8-4B71-D683-BC770EC99463}"/>
              </a:ext>
            </a:extLst>
          </p:cNvPr>
          <p:cNvSpPr>
            <a:spLocks noGrp="1"/>
          </p:cNvSpPr>
          <p:nvPr>
            <p:ph type="body" sz="quarter" idx="26" hasCustomPrompt="1"/>
          </p:nvPr>
        </p:nvSpPr>
        <p:spPr>
          <a:xfrm>
            <a:off x="8019948"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4</a:t>
            </a:r>
          </a:p>
        </p:txBody>
      </p:sp>
      <p:sp>
        <p:nvSpPr>
          <p:cNvPr id="35" name="Text Placeholder 23">
            <a:extLst>
              <a:ext uri="{FF2B5EF4-FFF2-40B4-BE49-F238E27FC236}">
                <a16:creationId xmlns:a16="http://schemas.microsoft.com/office/drawing/2014/main" id="{6E51BEE7-3A11-AEB2-1488-A173CF807879}"/>
              </a:ext>
            </a:extLst>
          </p:cNvPr>
          <p:cNvSpPr>
            <a:spLocks noGrp="1"/>
          </p:cNvSpPr>
          <p:nvPr>
            <p:ph type="body" sz="quarter" idx="27" hasCustomPrompt="1"/>
          </p:nvPr>
        </p:nvSpPr>
        <p:spPr>
          <a:xfrm>
            <a:off x="8019950" y="471532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92706911"/>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Title and image">
    <p:bg>
      <p:bgPr>
        <a:solidFill>
          <a:srgbClr val="161D26"/>
        </a:solidFill>
        <a:effectLst/>
      </p:bgPr>
    </p:bg>
    <p:spTree>
      <p:nvGrpSpPr>
        <p:cNvPr id="1" name=""/>
        <p:cNvGrpSpPr/>
        <p:nvPr/>
      </p:nvGrpSpPr>
      <p:grpSpPr>
        <a:xfrm>
          <a:off x="0" y="0"/>
          <a:ext cx="0" cy="0"/>
          <a:chOff x="0" y="0"/>
          <a:chExt cx="0" cy="0"/>
        </a:xfrm>
      </p:grpSpPr>
      <p:sp>
        <p:nvSpPr>
          <p:cNvPr id="4" name="Text Placeholder 21">
            <a:extLst>
              <a:ext uri="{FF2B5EF4-FFF2-40B4-BE49-F238E27FC236}">
                <a16:creationId xmlns:a16="http://schemas.microsoft.com/office/drawing/2014/main" id="{AA313648-329E-EA50-B837-6EBA3D3F76ED}"/>
              </a:ext>
            </a:extLst>
          </p:cNvPr>
          <p:cNvSpPr>
            <a:spLocks noGrp="1"/>
          </p:cNvSpPr>
          <p:nvPr>
            <p:ph type="body" sz="quarter" idx="11" hasCustomPrompt="1"/>
          </p:nvPr>
        </p:nvSpPr>
        <p:spPr>
          <a:xfrm>
            <a:off x="500416" y="1532637"/>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image</a:t>
            </a:r>
          </a:p>
        </p:txBody>
      </p:sp>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763656" y="2648239"/>
            <a:ext cx="10664687" cy="3384550"/>
          </a:xfrm>
          <a:prstGeom prst="roundRect">
            <a:avLst>
              <a:gd name="adj" fmla="val 8562"/>
            </a:avLst>
          </a:prstGeom>
          <a:solidFill>
            <a:schemeClr val="bg2"/>
          </a:solidFill>
        </p:spPr>
        <p:txBody>
          <a:bodyPr/>
          <a:lstStyle/>
          <a:p>
            <a:endParaRPr lang="en-US"/>
          </a:p>
        </p:txBody>
      </p:sp>
    </p:spTree>
    <p:extLst>
      <p:ext uri="{BB962C8B-B14F-4D97-AF65-F5344CB8AC3E}">
        <p14:creationId xmlns:p14="http://schemas.microsoft.com/office/powerpoint/2010/main" val="32320342"/>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1_Title and code">
    <p:bg>
      <p:bgPr>
        <a:solidFill>
          <a:srgbClr val="161D26"/>
        </a:solidFill>
        <a:effectLst/>
      </p:bgPr>
    </p:bg>
    <p:spTree>
      <p:nvGrpSpPr>
        <p:cNvPr id="1" name=""/>
        <p:cNvGrpSpPr/>
        <p:nvPr/>
      </p:nvGrpSpPr>
      <p:grpSpPr>
        <a:xfrm>
          <a:off x="0" y="0"/>
          <a:ext cx="0" cy="0"/>
          <a:chOff x="0" y="0"/>
          <a:chExt cx="0" cy="0"/>
        </a:xfrm>
      </p:grpSpPr>
      <p:sp>
        <p:nvSpPr>
          <p:cNvPr id="4" name="Text Placeholder 21">
            <a:extLst>
              <a:ext uri="{FF2B5EF4-FFF2-40B4-BE49-F238E27FC236}">
                <a16:creationId xmlns:a16="http://schemas.microsoft.com/office/drawing/2014/main" id="{AA313648-329E-EA50-B837-6EBA3D3F76ED}"/>
              </a:ext>
            </a:extLst>
          </p:cNvPr>
          <p:cNvSpPr>
            <a:spLocks noGrp="1"/>
          </p:cNvSpPr>
          <p:nvPr>
            <p:ph type="body" sz="quarter" idx="11" hasCustomPrompt="1"/>
          </p:nvPr>
        </p:nvSpPr>
        <p:spPr>
          <a:xfrm>
            <a:off x="486561" y="1124707"/>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code</a:t>
            </a:r>
          </a:p>
        </p:txBody>
      </p:sp>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763656" y="2606675"/>
            <a:ext cx="10664687" cy="3384550"/>
          </a:xfrm>
          <a:prstGeom prst="roundRect">
            <a:avLst>
              <a:gd name="adj" fmla="val 8562"/>
            </a:avLst>
          </a:prstGeom>
          <a:noFill/>
          <a:ln w="19050">
            <a:solidFill>
              <a:schemeClr val="bg2"/>
            </a:solidFill>
          </a:ln>
        </p:spPr>
        <p:txBody>
          <a:bodyPr/>
          <a:lstStyle/>
          <a:p>
            <a:endParaRPr lang="en-US"/>
          </a:p>
        </p:txBody>
      </p:sp>
      <p:sp>
        <p:nvSpPr>
          <p:cNvPr id="5" name="Text Placeholder 21">
            <a:extLst>
              <a:ext uri="{FF2B5EF4-FFF2-40B4-BE49-F238E27FC236}">
                <a16:creationId xmlns:a16="http://schemas.microsoft.com/office/drawing/2014/main" id="{761B93CA-04D6-E74F-91FD-A35FAB4C3701}"/>
              </a:ext>
            </a:extLst>
          </p:cNvPr>
          <p:cNvSpPr>
            <a:spLocks noGrp="1"/>
          </p:cNvSpPr>
          <p:nvPr>
            <p:ph type="body" sz="quarter" idx="10" hasCustomPrompt="1"/>
          </p:nvPr>
        </p:nvSpPr>
        <p:spPr>
          <a:xfrm>
            <a:off x="486561" y="749209"/>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Tree>
    <p:extLst>
      <p:ext uri="{BB962C8B-B14F-4D97-AF65-F5344CB8AC3E}">
        <p14:creationId xmlns:p14="http://schemas.microsoft.com/office/powerpoint/2010/main" val="42288888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itle, content, and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5022" y="694380"/>
            <a:ext cx="5346883" cy="549146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486060" y="1520848"/>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486061"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Tree>
    <p:extLst>
      <p:ext uri="{BB962C8B-B14F-4D97-AF65-F5344CB8AC3E}">
        <p14:creationId xmlns:p14="http://schemas.microsoft.com/office/powerpoint/2010/main" val="375469499"/>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itle, content, and image_02">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5865021" y="1520848"/>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Tree>
    <p:extLst>
      <p:ext uri="{BB962C8B-B14F-4D97-AF65-F5344CB8AC3E}">
        <p14:creationId xmlns:p14="http://schemas.microsoft.com/office/powerpoint/2010/main" val="3488937833"/>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itle, content, two columns, and image_">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5865021" y="721360"/>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2458544"/>
            <a:ext cx="5422738" cy="66599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
        <p:nvSpPr>
          <p:cNvPr id="3" name="Text Placeholder 21">
            <a:extLst>
              <a:ext uri="{FF2B5EF4-FFF2-40B4-BE49-F238E27FC236}">
                <a16:creationId xmlns:a16="http://schemas.microsoft.com/office/drawing/2014/main" id="{2149FBC2-7683-A9B2-46C5-5B57FB19189E}"/>
              </a:ext>
            </a:extLst>
          </p:cNvPr>
          <p:cNvSpPr>
            <a:spLocks noGrp="1"/>
          </p:cNvSpPr>
          <p:nvPr>
            <p:ph type="body" sz="quarter" idx="22" hasCustomPrompt="1"/>
          </p:nvPr>
        </p:nvSpPr>
        <p:spPr>
          <a:xfrm>
            <a:off x="5865021"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4" name="Text Placeholder 23">
            <a:extLst>
              <a:ext uri="{FF2B5EF4-FFF2-40B4-BE49-F238E27FC236}">
                <a16:creationId xmlns:a16="http://schemas.microsoft.com/office/drawing/2014/main" id="{17EDA63C-3159-CA34-D4B9-9A79B9E9B3E2}"/>
              </a:ext>
            </a:extLst>
          </p:cNvPr>
          <p:cNvSpPr>
            <a:spLocks noGrp="1"/>
          </p:cNvSpPr>
          <p:nvPr>
            <p:ph type="body" sz="quarter" idx="23" hasCustomPrompt="1"/>
          </p:nvPr>
        </p:nvSpPr>
        <p:spPr>
          <a:xfrm>
            <a:off x="5865023" y="442244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5" name="Text Placeholder 21">
            <a:extLst>
              <a:ext uri="{FF2B5EF4-FFF2-40B4-BE49-F238E27FC236}">
                <a16:creationId xmlns:a16="http://schemas.microsoft.com/office/drawing/2014/main" id="{39D65247-30E9-1D1B-9BBF-08C0134797DF}"/>
              </a:ext>
            </a:extLst>
          </p:cNvPr>
          <p:cNvSpPr>
            <a:spLocks noGrp="1"/>
          </p:cNvSpPr>
          <p:nvPr>
            <p:ph type="body" sz="quarter" idx="26" hasCustomPrompt="1"/>
          </p:nvPr>
        </p:nvSpPr>
        <p:spPr>
          <a:xfrm>
            <a:off x="9000107"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6" name="Text Placeholder 23">
            <a:extLst>
              <a:ext uri="{FF2B5EF4-FFF2-40B4-BE49-F238E27FC236}">
                <a16:creationId xmlns:a16="http://schemas.microsoft.com/office/drawing/2014/main" id="{F16989F6-4ED5-C533-8D96-71926EBC6E56}"/>
              </a:ext>
            </a:extLst>
          </p:cNvPr>
          <p:cNvSpPr>
            <a:spLocks noGrp="1"/>
          </p:cNvSpPr>
          <p:nvPr>
            <p:ph type="body" sz="quarter" idx="27" hasCustomPrompt="1"/>
          </p:nvPr>
        </p:nvSpPr>
        <p:spPr>
          <a:xfrm>
            <a:off x="9000109" y="442244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2609025219"/>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1_Title, content, and cod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1304" y="694380"/>
            <a:ext cx="5346883" cy="5491468"/>
          </a:xfrm>
          <a:prstGeom prst="roundRect">
            <a:avLst>
              <a:gd name="adj" fmla="val 4675"/>
            </a:avLst>
          </a:prstGeom>
          <a:noFill/>
          <a:ln w="19050">
            <a:solidFill>
              <a:schemeClr val="bg2"/>
            </a:solidFill>
          </a:ln>
        </p:spPr>
        <p:txBody>
          <a:bodyPr/>
          <a:lstStyle/>
          <a:p>
            <a:endParaRPr lang="en-US"/>
          </a:p>
        </p:txBody>
      </p:sp>
      <p:sp>
        <p:nvSpPr>
          <p:cNvPr id="2" name="Text Placeholder 21">
            <a:extLst>
              <a:ext uri="{FF2B5EF4-FFF2-40B4-BE49-F238E27FC236}">
                <a16:creationId xmlns:a16="http://schemas.microsoft.com/office/drawing/2014/main" id="{C2D34918-D686-3120-DEC4-3DC57586D1CD}"/>
              </a:ext>
            </a:extLst>
          </p:cNvPr>
          <p:cNvSpPr>
            <a:spLocks noGrp="1"/>
          </p:cNvSpPr>
          <p:nvPr>
            <p:ph type="body" sz="quarter" idx="10" hasCustomPrompt="1"/>
          </p:nvPr>
        </p:nvSpPr>
        <p:spPr>
          <a:xfrm>
            <a:off x="499248"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3" name="Text Placeholder 21">
            <a:extLst>
              <a:ext uri="{FF2B5EF4-FFF2-40B4-BE49-F238E27FC236}">
                <a16:creationId xmlns:a16="http://schemas.microsoft.com/office/drawing/2014/main" id="{92BE8E6F-2E29-1C28-D47A-4F8DA736641D}"/>
              </a:ext>
            </a:extLst>
          </p:cNvPr>
          <p:cNvSpPr>
            <a:spLocks noGrp="1"/>
          </p:cNvSpPr>
          <p:nvPr>
            <p:ph type="body" sz="quarter" idx="11" hasCustomPrompt="1"/>
          </p:nvPr>
        </p:nvSpPr>
        <p:spPr>
          <a:xfrm>
            <a:off x="486618" y="2139299"/>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code</a:t>
            </a:r>
          </a:p>
        </p:txBody>
      </p:sp>
      <p:sp>
        <p:nvSpPr>
          <p:cNvPr id="4" name="Text Placeholder 21">
            <a:extLst>
              <a:ext uri="{FF2B5EF4-FFF2-40B4-BE49-F238E27FC236}">
                <a16:creationId xmlns:a16="http://schemas.microsoft.com/office/drawing/2014/main" id="{D327B1D7-50B2-3252-1FA4-35AECAFF00EE}"/>
              </a:ext>
            </a:extLst>
          </p:cNvPr>
          <p:cNvSpPr>
            <a:spLocks noGrp="1"/>
          </p:cNvSpPr>
          <p:nvPr>
            <p:ph type="body" sz="quarter" idx="13" hasCustomPrompt="1"/>
          </p:nvPr>
        </p:nvSpPr>
        <p:spPr>
          <a:xfrm>
            <a:off x="486619"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Tree>
    <p:extLst>
      <p:ext uri="{BB962C8B-B14F-4D97-AF65-F5344CB8AC3E}">
        <p14:creationId xmlns:p14="http://schemas.microsoft.com/office/powerpoint/2010/main" val="3876607447"/>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Full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128015" y="0"/>
            <a:ext cx="12320016" cy="6858000"/>
          </a:xfrm>
          <a:prstGeom prst="roundRect">
            <a:avLst>
              <a:gd name="adj" fmla="val 0"/>
            </a:avLst>
          </a:prstGeom>
          <a:solidFill>
            <a:schemeClr val="bg2"/>
          </a:solidFill>
        </p:spPr>
        <p:txBody>
          <a:bodyPr/>
          <a:lstStyle/>
          <a:p>
            <a:endParaRPr lang="en-US"/>
          </a:p>
        </p:txBody>
      </p:sp>
    </p:spTree>
    <p:extLst>
      <p:ext uri="{BB962C8B-B14F-4D97-AF65-F5344CB8AC3E}">
        <p14:creationId xmlns:p14="http://schemas.microsoft.com/office/powerpoint/2010/main" val="2252690390"/>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161D26"/>
        </a:solidFill>
        <a:effectLst/>
      </p:bgPr>
    </p:bg>
    <p:spTree>
      <p:nvGrpSpPr>
        <p:cNvPr id="1" name=""/>
        <p:cNvGrpSpPr/>
        <p:nvPr/>
      </p:nvGrpSpPr>
      <p:grpSpPr>
        <a:xfrm>
          <a:off x="0" y="0"/>
          <a:ext cx="0" cy="0"/>
          <a:chOff x="0" y="0"/>
          <a:chExt cx="0" cy="0"/>
        </a:xfrm>
      </p:grpSpPr>
      <p:sp>
        <p:nvSpPr>
          <p:cNvPr id="3" name="Text Placeholder 21">
            <a:extLst>
              <a:ext uri="{FF2B5EF4-FFF2-40B4-BE49-F238E27FC236}">
                <a16:creationId xmlns:a16="http://schemas.microsoft.com/office/drawing/2014/main" id="{4214D09F-C4A1-6D48-55BF-33FE47B9089D}"/>
              </a:ext>
            </a:extLst>
          </p:cNvPr>
          <p:cNvSpPr>
            <a:spLocks noGrp="1"/>
          </p:cNvSpPr>
          <p:nvPr>
            <p:ph type="body" sz="quarter" idx="11" hasCustomPrompt="1"/>
          </p:nvPr>
        </p:nvSpPr>
        <p:spPr>
          <a:xfrm>
            <a:off x="486566" y="650191"/>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only slide</a:t>
            </a:r>
          </a:p>
        </p:txBody>
      </p:sp>
    </p:spTree>
    <p:extLst>
      <p:ext uri="{BB962C8B-B14F-4D97-AF65-F5344CB8AC3E}">
        <p14:creationId xmlns:p14="http://schemas.microsoft.com/office/powerpoint/2010/main" val="1635248963"/>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ession Title - 1">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8"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3" y="1773933"/>
            <a:ext cx="10511618" cy="3125036"/>
          </a:xfrm>
          <a:prstGeom prst="rect">
            <a:avLst/>
          </a:prstGeom>
        </p:spPr>
        <p:txBody>
          <a:bodyPr/>
          <a:lstStyle>
            <a:lvl1pPr marL="228600" marR="0" indent="-228600" algn="l" defTabSz="914400" rtl="0" eaLnBrk="1" fontAlgn="auto" latinLnBrk="0" hangingPunct="1">
              <a:lnSpc>
                <a:spcPts val="6000"/>
              </a:lnSpc>
              <a:spcBef>
                <a:spcPct val="0"/>
              </a:spcBef>
              <a:spcAft>
                <a:spcPts val="0"/>
              </a:spcAft>
              <a:buClrTx/>
              <a:buSzTx/>
              <a:buFontTx/>
              <a:buNone/>
              <a:defRPr kumimoji="0" lang="en-US" sz="4400" b="0" i="0" u="none" strike="noStrike" kern="1200" cap="none" spc="0" normalizeH="0" baseline="0">
                <a:ln>
                  <a:noFill/>
                </a:ln>
                <a:solidFill>
                  <a:srgbClr val="FFFFFF"/>
                </a:solidFill>
                <a:effectLst/>
                <a:uLnTx/>
                <a:uFillTx/>
                <a:latin typeface="Amazon Ember Display"/>
                <a:ea typeface="+mj-ea"/>
                <a:cs typeface="+mj-cs"/>
              </a:defRPr>
            </a:lvl1pPr>
          </a:lstStyle>
          <a:p>
            <a:pPr marL="228600" marR="0" lvl="0" indent="-228600" algn="l" defTabSz="914400" rtl="0" eaLnBrk="1" fontAlgn="auto" latinLnBrk="0" hangingPunct="1">
              <a:lnSpc>
                <a:spcPts val="6000"/>
              </a:lnSpc>
              <a:spcBef>
                <a:spcPct val="0"/>
              </a:spcBef>
              <a:spcAft>
                <a:spcPts val="0"/>
              </a:spcAft>
              <a:buClrTx/>
              <a:buSzTx/>
              <a:buFontTx/>
              <a:buNone/>
              <a:defRPr/>
            </a:pPr>
            <a:r>
              <a:rPr lang="en-US" b="0" dirty="0">
                <a:solidFill>
                  <a:srgbClr val="FFFFFF"/>
                </a:solidFill>
                <a:latin typeface="Amazon Ember Display"/>
              </a:rPr>
              <a:t>“Quote goes here.”</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3"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Author</a:t>
            </a:r>
          </a:p>
          <a:p>
            <a:pPr lvl="0"/>
            <a:r>
              <a:rPr lang="en-US" dirty="0"/>
              <a:t>Source</a:t>
            </a:r>
          </a:p>
        </p:txBody>
      </p:sp>
    </p:spTree>
    <p:extLst>
      <p:ext uri="{BB962C8B-B14F-4D97-AF65-F5344CB8AC3E}">
        <p14:creationId xmlns:p14="http://schemas.microsoft.com/office/powerpoint/2010/main" val="3969123560"/>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2_Session Title -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437687-5DF0-1D81-925D-844EE787EEB9}"/>
              </a:ext>
            </a:extLst>
          </p:cNvPr>
          <p:cNvSpPr/>
          <p:nvPr userDrawn="1"/>
        </p:nvSpPr>
        <p:spPr>
          <a:xfrm>
            <a:off x="0" y="0"/>
            <a:ext cx="12192000" cy="6858000"/>
          </a:xfrm>
          <a:prstGeom prst="rect">
            <a:avLst/>
          </a:prstGeom>
          <a:solidFill>
            <a:srgbClr val="151D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p>
        </p:txBody>
      </p:sp>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1773933"/>
            <a:ext cx="10511618" cy="3125036"/>
          </a:xfrm>
          <a:prstGeom prst="rect">
            <a:avLst/>
          </a:prstGeom>
        </p:spPr>
        <p:txBody>
          <a:bodyPr/>
          <a:lstStyle>
            <a:lvl1pPr marL="228600" marR="0" indent="-228600" algn="l" defTabSz="914400" rtl="0" eaLnBrk="1" fontAlgn="auto" latinLnBrk="0" hangingPunct="1">
              <a:lnSpc>
                <a:spcPts val="6000"/>
              </a:lnSpc>
              <a:spcBef>
                <a:spcPct val="0"/>
              </a:spcBef>
              <a:spcAft>
                <a:spcPts val="0"/>
              </a:spcAft>
              <a:buClrTx/>
              <a:buSzTx/>
              <a:buFontTx/>
              <a:buNone/>
              <a:defRPr kumimoji="0" lang="en-US" sz="4400" b="0" i="0" u="none" strike="noStrike" kern="1200" cap="none" spc="0" normalizeH="0" baseline="0">
                <a:ln>
                  <a:noFill/>
                </a:ln>
                <a:solidFill>
                  <a:srgbClr val="FFFFFF"/>
                </a:solidFill>
                <a:effectLst/>
                <a:uLnTx/>
                <a:uFillTx/>
                <a:latin typeface="Amazon Ember Display"/>
                <a:ea typeface="+mj-ea"/>
                <a:cs typeface="+mj-cs"/>
              </a:defRPr>
            </a:lvl1pPr>
          </a:lstStyle>
          <a:p>
            <a:pPr marL="228600" marR="0" lvl="0" indent="-228600" algn="l" defTabSz="914400" rtl="0" eaLnBrk="1" fontAlgn="auto" latinLnBrk="0" hangingPunct="1">
              <a:lnSpc>
                <a:spcPts val="6000"/>
              </a:lnSpc>
              <a:spcBef>
                <a:spcPct val="0"/>
              </a:spcBef>
              <a:spcAft>
                <a:spcPts val="0"/>
              </a:spcAft>
              <a:buClrTx/>
              <a:buSzTx/>
              <a:buFontTx/>
              <a:buNone/>
              <a:defRPr/>
            </a:pPr>
            <a:r>
              <a:rPr lang="en-US" b="0" dirty="0">
                <a:solidFill>
                  <a:srgbClr val="FFFFFF"/>
                </a:solidFill>
                <a:latin typeface="Amazon Ember Display"/>
              </a:rPr>
              <a:t>“Quote goes here.”</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4"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Author</a:t>
            </a:r>
          </a:p>
          <a:p>
            <a:pPr lvl="0"/>
            <a:r>
              <a:rPr lang="en-US" dirty="0"/>
              <a:t>Source</a:t>
            </a:r>
          </a:p>
        </p:txBody>
      </p:sp>
    </p:spTree>
    <p:extLst>
      <p:ext uri="{BB962C8B-B14F-4D97-AF65-F5344CB8AC3E}">
        <p14:creationId xmlns:p14="http://schemas.microsoft.com/office/powerpoint/2010/main" val="2865977447"/>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6_Thank you &amp; QR code">
    <p:spTree>
      <p:nvGrpSpPr>
        <p:cNvPr id="1" name=""/>
        <p:cNvGrpSpPr/>
        <p:nvPr/>
      </p:nvGrpSpPr>
      <p:grpSpPr>
        <a:xfrm>
          <a:off x="0" y="0"/>
          <a:ext cx="0" cy="0"/>
          <a:chOff x="0" y="0"/>
          <a:chExt cx="0" cy="0"/>
        </a:xfrm>
      </p:grpSpPr>
      <p:pic>
        <p:nvPicPr>
          <p:cNvPr id="10" name="Picture 9" descr="A purple and blue background&#10;&#10;AI-generated content may be incorrect.">
            <a:extLst>
              <a:ext uri="{FF2B5EF4-FFF2-40B4-BE49-F238E27FC236}">
                <a16:creationId xmlns:a16="http://schemas.microsoft.com/office/drawing/2014/main" id="{655FC996-A5B8-5013-E799-734F0CE5370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1" b="4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5" name="Rectangle 4">
            <a:extLst>
              <a:ext uri="{FF2B5EF4-FFF2-40B4-BE49-F238E27FC236}">
                <a16:creationId xmlns:a16="http://schemas.microsoft.com/office/drawing/2014/main" id="{6930E374-E43A-7817-56ED-620244F03D37}"/>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6" name="TextBox 5">
            <a:extLst>
              <a:ext uri="{FF2B5EF4-FFF2-40B4-BE49-F238E27FC236}">
                <a16:creationId xmlns:a16="http://schemas.microsoft.com/office/drawing/2014/main" id="{25D28670-6BD7-6EDA-1F7A-A1CDEFB809E2}"/>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60655984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3_Thank you">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537277"/>
            <a:ext cx="835752" cy="499786"/>
          </a:xfrm>
          <a:prstGeom prst="rect">
            <a:avLst/>
          </a:prstGeom>
        </p:spPr>
      </p:pic>
      <p:sp>
        <p:nvSpPr>
          <p:cNvPr id="2" name="Text Placeholder 21">
            <a:extLst>
              <a:ext uri="{FF2B5EF4-FFF2-40B4-BE49-F238E27FC236}">
                <a16:creationId xmlns:a16="http://schemas.microsoft.com/office/drawing/2014/main" id="{BD798EA0-85C0-1EE6-826D-0B9CC385B0AD}"/>
              </a:ext>
            </a:extLst>
          </p:cNvPr>
          <p:cNvSpPr>
            <a:spLocks noGrp="1"/>
          </p:cNvSpPr>
          <p:nvPr>
            <p:ph type="body" sz="quarter" idx="11" hasCustomPrompt="1"/>
          </p:nvPr>
        </p:nvSpPr>
        <p:spPr>
          <a:xfrm>
            <a:off x="486616"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9" name="Rectangle 8">
            <a:extLst>
              <a:ext uri="{FF2B5EF4-FFF2-40B4-BE49-F238E27FC236}">
                <a16:creationId xmlns:a16="http://schemas.microsoft.com/office/drawing/2014/main" id="{CB32FC0C-8C3E-EC9A-E2FA-6EE909E76F37}"/>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0" name="TextBox 9">
            <a:extLst>
              <a:ext uri="{FF2B5EF4-FFF2-40B4-BE49-F238E27FC236}">
                <a16:creationId xmlns:a16="http://schemas.microsoft.com/office/drawing/2014/main" id="{1ED149B1-2D95-35AC-CEBC-88E8E42F7571}"/>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75541501"/>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5_Thank you &amp; QR code">
    <p:spTree>
      <p:nvGrpSpPr>
        <p:cNvPr id="1" name=""/>
        <p:cNvGrpSpPr/>
        <p:nvPr/>
      </p:nvGrpSpPr>
      <p:grpSpPr>
        <a:xfrm>
          <a:off x="0" y="0"/>
          <a:ext cx="0" cy="0"/>
          <a:chOff x="0" y="0"/>
          <a:chExt cx="0" cy="0"/>
        </a:xfrm>
      </p:grpSpPr>
      <p:pic>
        <p:nvPicPr>
          <p:cNvPr id="12" name="Picture 11" descr="A purple and blue background&#10;&#10;AI-generated content may be incorrect.">
            <a:extLst>
              <a:ext uri="{FF2B5EF4-FFF2-40B4-BE49-F238E27FC236}">
                <a16:creationId xmlns:a16="http://schemas.microsoft.com/office/drawing/2014/main" id="{56BF139E-A371-BD33-4544-690E2510164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1" b="4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9" name="Rectangle 8">
            <a:extLst>
              <a:ext uri="{FF2B5EF4-FFF2-40B4-BE49-F238E27FC236}">
                <a16:creationId xmlns:a16="http://schemas.microsoft.com/office/drawing/2014/main" id="{BF665193-C876-5B9E-E3ED-F7303F605376}"/>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0" name="TextBox 9">
            <a:extLst>
              <a:ext uri="{FF2B5EF4-FFF2-40B4-BE49-F238E27FC236}">
                <a16:creationId xmlns:a16="http://schemas.microsoft.com/office/drawing/2014/main" id="{33AF1947-BEFA-E116-B659-78B6A2F46848}"/>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161725585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4_Thank you &amp; QR code">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8" name="Rectangle 7">
            <a:extLst>
              <a:ext uri="{FF2B5EF4-FFF2-40B4-BE49-F238E27FC236}">
                <a16:creationId xmlns:a16="http://schemas.microsoft.com/office/drawing/2014/main" id="{FA0364CA-33E8-6BA8-69BF-4B4F35C5EEB2}"/>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9" name="TextBox 8">
            <a:extLst>
              <a:ext uri="{FF2B5EF4-FFF2-40B4-BE49-F238E27FC236}">
                <a16:creationId xmlns:a16="http://schemas.microsoft.com/office/drawing/2014/main" id="{6A72C134-7120-C362-31B3-9F9E993EE4C4}"/>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3742930765"/>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pic>
        <p:nvPicPr>
          <p:cNvPr id="3" name="Picture 2" descr="A purple and blue gradient&#10;&#10;AI-generated content may be incorrect.">
            <a:extLst>
              <a:ext uri="{FF2B5EF4-FFF2-40B4-BE49-F238E27FC236}">
                <a16:creationId xmlns:a16="http://schemas.microsoft.com/office/drawing/2014/main" id="{EDBFAC01-0FA7-B8F7-7462-2916A3EEE9C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spTree>
    <p:extLst>
      <p:ext uri="{BB962C8B-B14F-4D97-AF65-F5344CB8AC3E}">
        <p14:creationId xmlns:p14="http://schemas.microsoft.com/office/powerpoint/2010/main" val="807829973"/>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3FA8EB-0600-F8CB-1D5D-ADAF85CCDB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28D0138-670A-478D-BCC5-48A85ECF1D46}"/>
              </a:ext>
            </a:extLst>
          </p:cNvPr>
          <p:cNvSpPr>
            <a:spLocks noGrp="1"/>
          </p:cNvSpPr>
          <p:nvPr>
            <p:ph type="title" hasCustomPrompt="1"/>
          </p:nvPr>
        </p:nvSpPr>
        <p:spPr>
          <a:xfrm>
            <a:off x="304800" y="2707821"/>
            <a:ext cx="8191500" cy="1442355"/>
          </a:xfrm>
        </p:spPr>
        <p:txBody>
          <a:bodyPr anchor="ctr"/>
          <a:lstStyle>
            <a:lvl1pPr>
              <a:defRPr sz="4400"/>
            </a:lvl1pPr>
          </a:lstStyle>
          <a:p>
            <a:r>
              <a:rPr lang="en-US" dirty="0"/>
              <a:t>Section divider – </a:t>
            </a:r>
            <a:br>
              <a:rPr lang="en-US" dirty="0"/>
            </a:br>
            <a:r>
              <a:rPr lang="en-US" dirty="0"/>
              <a:t>Enter section name here</a:t>
            </a:r>
          </a:p>
        </p:txBody>
      </p:sp>
      <p:sp>
        <p:nvSpPr>
          <p:cNvPr id="5" name="TextBox 3">
            <a:extLst>
              <a:ext uri="{FF2B5EF4-FFF2-40B4-BE49-F238E27FC236}">
                <a16:creationId xmlns:a16="http://schemas.microsoft.com/office/drawing/2014/main" id="{8346ACD8-81A7-4692-9AFD-C9752EC695DD}"/>
              </a:ext>
            </a:extLst>
          </p:cNvPr>
          <p:cNvSpPr txBox="1">
            <a:spLocks noChangeArrowheads="1"/>
          </p:cNvSpPr>
          <p:nvPr userDrawn="1"/>
        </p:nvSpPr>
        <p:spPr bwMode="white">
          <a:xfrm>
            <a:off x="1101540"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l" defTabSz="1097212" eaLnBrk="1" fontAlgn="auto" hangingPunct="1">
              <a:spcBef>
                <a:spcPts val="0"/>
              </a:spcBef>
              <a:spcAft>
                <a:spcPts val="0"/>
              </a:spcAft>
              <a:defRPr/>
            </a:pPr>
            <a:r>
              <a:rPr lang="en-US" altLang="x-none" sz="700" b="0" i="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 2025, Amazon Web Services, Inc. or its affiliates. All rights reserved.</a:t>
            </a:r>
          </a:p>
        </p:txBody>
      </p:sp>
      <p:pic>
        <p:nvPicPr>
          <p:cNvPr id="8" name="Picture 7">
            <a:extLst>
              <a:ext uri="{FF2B5EF4-FFF2-40B4-BE49-F238E27FC236}">
                <a16:creationId xmlns:a16="http://schemas.microsoft.com/office/drawing/2014/main" id="{853D8AE1-0FD2-4DEF-8808-670A058C1CE3}"/>
              </a:ext>
            </a:extLst>
          </p:cNvPr>
          <p:cNvPicPr>
            <a:picLocks noChangeAspect="1"/>
          </p:cNvPicPr>
          <p:nvPr userDrawn="1"/>
        </p:nvPicPr>
        <p:blipFill>
          <a:blip r:embed="rId3"/>
          <a:srcRect/>
          <a:stretch/>
        </p:blipFill>
        <p:spPr>
          <a:xfrm>
            <a:off x="292501" y="6428661"/>
            <a:ext cx="388818" cy="219592"/>
          </a:xfrm>
          <a:prstGeom prst="rect">
            <a:avLst/>
          </a:prstGeom>
        </p:spPr>
      </p:pic>
    </p:spTree>
    <p:extLst>
      <p:ext uri="{BB962C8B-B14F-4D97-AF65-F5344CB8AC3E}">
        <p14:creationId xmlns:p14="http://schemas.microsoft.com/office/powerpoint/2010/main" val="4046694943"/>
      </p:ext>
    </p:extLst>
  </p:cSld>
  <p:clrMapOvr>
    <a:masterClrMapping/>
  </p:clrMapOvr>
  <p:transition>
    <p:fade/>
  </p:transition>
</p:sldLayout>
</file>

<file path=ppt/slideLayouts/slideLayout119.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dirty="0"/>
              <a:t>Title only layout</a:t>
            </a:r>
          </a:p>
        </p:txBody>
      </p:sp>
      <p:pic>
        <p:nvPicPr>
          <p:cNvPr id="5" name="Picture 4">
            <a:extLst>
              <a:ext uri="{FF2B5EF4-FFF2-40B4-BE49-F238E27FC236}">
                <a16:creationId xmlns:a16="http://schemas.microsoft.com/office/drawing/2014/main" id="{402F0F9B-4E5D-4C0C-B506-59FB29965EB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 y="0"/>
            <a:ext cx="97536" cy="6858000"/>
          </a:xfrm>
          <a:prstGeom prst="rect">
            <a:avLst/>
          </a:prstGeom>
        </p:spPr>
      </p:pic>
    </p:spTree>
    <p:extLst>
      <p:ext uri="{BB962C8B-B14F-4D97-AF65-F5344CB8AC3E}">
        <p14:creationId xmlns:p14="http://schemas.microsoft.com/office/powerpoint/2010/main" val="4066051211"/>
      </p:ext>
    </p:extLst>
  </p:cSld>
  <p:clrMapOvr>
    <a:masterClrMapping/>
  </p:clrMapOvr>
  <p:transition>
    <p:fade/>
  </p:transition>
</p:sldLayout>
</file>

<file path=ppt/slideLayouts/slideLayout12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F9B2D-B36B-40AC-9254-12739BCD5930}"/>
              </a:ext>
            </a:extLst>
          </p:cNvPr>
          <p:cNvSpPr>
            <a:spLocks noGrp="1"/>
          </p:cNvSpPr>
          <p:nvPr>
            <p:ph type="title" hasCustomPrompt="1"/>
          </p:nvPr>
        </p:nvSpPr>
        <p:spPr/>
        <p:txBody>
          <a:bodyPr/>
          <a:lstStyle>
            <a:lvl1pPr>
              <a:defRPr/>
            </a:lvl1pPr>
          </a:lstStyle>
          <a:p>
            <a:r>
              <a:rPr lang="en-US" dirty="0"/>
              <a:t>Title and content layout</a:t>
            </a:r>
          </a:p>
        </p:txBody>
      </p:sp>
      <p:sp>
        <p:nvSpPr>
          <p:cNvPr id="3" name="Content Placeholder 2">
            <a:extLst>
              <a:ext uri="{FF2B5EF4-FFF2-40B4-BE49-F238E27FC236}">
                <a16:creationId xmlns:a16="http://schemas.microsoft.com/office/drawing/2014/main" id="{704FFD8E-0DC3-4B8E-8C49-6A0F23E3D239}"/>
              </a:ext>
            </a:extLst>
          </p:cNvPr>
          <p:cNvSpPr>
            <a:spLocks noGrp="1"/>
          </p:cNvSpPr>
          <p:nvPr>
            <p:ph idx="1" hasCustomPrompt="1"/>
          </p:nvPr>
        </p:nvSpPr>
        <p:spPr/>
        <p:txBody>
          <a:bodyPr/>
          <a:lstStyle>
            <a:lvl1pPr marL="0" indent="0">
              <a:buNone/>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0D7547C9-19DE-47C5-B92E-D961CE0CDE7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 y="0"/>
            <a:ext cx="97536" cy="6858000"/>
          </a:xfrm>
          <a:prstGeom prst="rect">
            <a:avLst/>
          </a:prstGeom>
        </p:spPr>
      </p:pic>
    </p:spTree>
    <p:extLst>
      <p:ext uri="{BB962C8B-B14F-4D97-AF65-F5344CB8AC3E}">
        <p14:creationId xmlns:p14="http://schemas.microsoft.com/office/powerpoint/2010/main" val="3843490042"/>
      </p:ext>
    </p:extLst>
  </p:cSld>
  <p:clrMapOvr>
    <a:masterClrMapping/>
  </p:clrMapOvr>
  <p:transition>
    <p:fade/>
  </p:transition>
</p:sldLayout>
</file>

<file path=ppt/slideLayouts/slideLayout12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1070088"/>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Walk on">
    <p:spTree>
      <p:nvGrpSpPr>
        <p:cNvPr id="1" name=""/>
        <p:cNvGrpSpPr/>
        <p:nvPr/>
      </p:nvGrpSpPr>
      <p:grpSpPr>
        <a:xfrm>
          <a:off x="0" y="0"/>
          <a:ext cx="0" cy="0"/>
          <a:chOff x="0" y="0"/>
          <a:chExt cx="0" cy="0"/>
        </a:xfrm>
      </p:grpSpPr>
      <p:pic>
        <p:nvPicPr>
          <p:cNvPr id="3" name="Picture 2" descr="A close-up of a colorful background&#10;&#10;AI-generated content may be incorrect.">
            <a:extLst>
              <a:ext uri="{FF2B5EF4-FFF2-40B4-BE49-F238E27FC236}">
                <a16:creationId xmlns:a16="http://schemas.microsoft.com/office/drawing/2014/main" id="{8F0CD83B-FED8-8C19-0DC5-591BFA61F63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12412EBA-77D0-2550-D30E-416009443B1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51150" y="3312356"/>
            <a:ext cx="4168175" cy="1344189"/>
          </a:xfrm>
          <a:prstGeom prst="rect">
            <a:avLst/>
          </a:prstGeom>
        </p:spPr>
      </p:pic>
    </p:spTree>
    <p:extLst>
      <p:ext uri="{BB962C8B-B14F-4D97-AF65-F5344CB8AC3E}">
        <p14:creationId xmlns:p14="http://schemas.microsoft.com/office/powerpoint/2010/main" val="2831408292"/>
      </p:ext>
    </p:extLst>
  </p:cSld>
  <p:clrMapOvr>
    <a:masterClrMapping/>
  </p:clrMapOvr>
  <p:extLst>
    <p:ext uri="{DCECCB84-F9BA-43D5-87BE-67443E8EF086}">
      <p15:sldGuideLst xmlns:p15="http://schemas.microsoft.com/office/powerpoint/2012/main"/>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Session Title - 1">
    <p:spTree>
      <p:nvGrpSpPr>
        <p:cNvPr id="1" name=""/>
        <p:cNvGrpSpPr/>
        <p:nvPr/>
      </p:nvGrpSpPr>
      <p:grpSpPr>
        <a:xfrm>
          <a:off x="0" y="0"/>
          <a:ext cx="0" cy="0"/>
          <a:chOff x="0" y="0"/>
          <a:chExt cx="0" cy="0"/>
        </a:xfrm>
      </p:grpSpPr>
      <p:pic>
        <p:nvPicPr>
          <p:cNvPr id="3" name="Picture 2" descr="A blurry image of a colorful background&#10;&#10;AI-generated content may be incorrect.">
            <a:extLst>
              <a:ext uri="{FF2B5EF4-FFF2-40B4-BE49-F238E27FC236}">
                <a16:creationId xmlns:a16="http://schemas.microsoft.com/office/drawing/2014/main" id="{7B9D837A-94BA-DED9-AE91-9C0503ABE2F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1442174607"/>
      </p:ext>
    </p:extLst>
  </p:cSld>
  <p:clrMapOvr>
    <a:masterClrMapping/>
  </p:clrMapOvr>
  <p:extLst>
    <p:ext uri="{DCECCB84-F9BA-43D5-87BE-67443E8EF086}">
      <p15:sldGuideLst xmlns:p15="http://schemas.microsoft.com/office/powerpoint/2012/main"/>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3_Session Title - 1">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4122375717"/>
      </p:ext>
    </p:extLst>
  </p:cSld>
  <p:clrMapOvr>
    <a:masterClrMapping/>
  </p:clrMapOvr>
  <p:extLst>
    <p:ext uri="{DCECCB84-F9BA-43D5-87BE-67443E8EF086}">
      <p15:sldGuideLst xmlns:p15="http://schemas.microsoft.com/office/powerpoint/2012/main"/>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Session Title - 2">
    <p:spTree>
      <p:nvGrpSpPr>
        <p:cNvPr id="1" name=""/>
        <p:cNvGrpSpPr/>
        <p:nvPr/>
      </p:nvGrpSpPr>
      <p:grpSpPr>
        <a:xfrm>
          <a:off x="0" y="0"/>
          <a:ext cx="0" cy="0"/>
          <a:chOff x="0" y="0"/>
          <a:chExt cx="0" cy="0"/>
        </a:xfrm>
      </p:grpSpPr>
      <p:pic>
        <p:nvPicPr>
          <p:cNvPr id="2" name="Picture 1" descr="A purple and blue gradient&#10;&#10;AI-generated content may be incorrect.">
            <a:extLst>
              <a:ext uri="{FF2B5EF4-FFF2-40B4-BE49-F238E27FC236}">
                <a16:creationId xmlns:a16="http://schemas.microsoft.com/office/drawing/2014/main" id="{D1BFE156-3870-45A2-6BDF-AB0351C2A3E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1861555742"/>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Session Title - 3">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9688E7E-560D-1F85-60AE-F11B53EB181C}"/>
              </a:ext>
            </a:extLst>
          </p:cNvPr>
          <p:cNvSpPr/>
          <p:nvPr userDrawn="1"/>
        </p:nvSpPr>
        <p:spPr>
          <a:xfrm>
            <a:off x="0" y="0"/>
            <a:ext cx="12192000" cy="6858000"/>
          </a:xfrm>
          <a:prstGeom prst="rect">
            <a:avLst/>
          </a:prstGeom>
          <a:solidFill>
            <a:srgbClr val="151D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p>
        </p:txBody>
      </p:sp>
      <p:pic>
        <p:nvPicPr>
          <p:cNvPr id="2" name="Graphic 1">
            <a:extLst>
              <a:ext uri="{FF2B5EF4-FFF2-40B4-BE49-F238E27FC236}">
                <a16:creationId xmlns:a16="http://schemas.microsoft.com/office/drawing/2014/main" id="{1EF57A0F-E278-CD58-9703-2C36EBEE4F7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53304" y="537277"/>
            <a:ext cx="835752" cy="499786"/>
          </a:xfrm>
          <a:prstGeom prst="rect">
            <a:avLst/>
          </a:prstGeom>
        </p:spPr>
      </p:pic>
      <p:sp>
        <p:nvSpPr>
          <p:cNvPr id="3" name="Text Placeholder 21">
            <a:extLst>
              <a:ext uri="{FF2B5EF4-FFF2-40B4-BE49-F238E27FC236}">
                <a16:creationId xmlns:a16="http://schemas.microsoft.com/office/drawing/2014/main" id="{75964A49-4B15-7572-0B46-92FB64D1679B}"/>
              </a:ext>
            </a:extLst>
          </p:cNvPr>
          <p:cNvSpPr>
            <a:spLocks noGrp="1"/>
          </p:cNvSpPr>
          <p:nvPr>
            <p:ph type="body" sz="quarter" idx="10" hasCustomPrompt="1"/>
          </p:nvPr>
        </p:nvSpPr>
        <p:spPr>
          <a:xfrm>
            <a:off x="471539" y="2085707"/>
            <a:ext cx="2992437"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4" name="Text Placeholder 21">
            <a:extLst>
              <a:ext uri="{FF2B5EF4-FFF2-40B4-BE49-F238E27FC236}">
                <a16:creationId xmlns:a16="http://schemas.microsoft.com/office/drawing/2014/main" id="{6CB35DDF-B025-928C-8606-6F4A1B6250B6}"/>
              </a:ext>
            </a:extLst>
          </p:cNvPr>
          <p:cNvSpPr>
            <a:spLocks noGrp="1"/>
          </p:cNvSpPr>
          <p:nvPr>
            <p:ph type="body" sz="quarter" idx="11" hasCustomPrompt="1"/>
          </p:nvPr>
        </p:nvSpPr>
        <p:spPr>
          <a:xfrm>
            <a:off x="458909" y="2498555"/>
            <a:ext cx="1051161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5" name="Text Placeholder 21">
            <a:extLst>
              <a:ext uri="{FF2B5EF4-FFF2-40B4-BE49-F238E27FC236}">
                <a16:creationId xmlns:a16="http://schemas.microsoft.com/office/drawing/2014/main" id="{4A7E3313-4259-1997-ED9D-5C3D97E23092}"/>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6" name="Text Placeholder 21">
            <a:extLst>
              <a:ext uri="{FF2B5EF4-FFF2-40B4-BE49-F238E27FC236}">
                <a16:creationId xmlns:a16="http://schemas.microsoft.com/office/drawing/2014/main" id="{10016296-5F2F-BE48-746B-ACD2B085B0D2}"/>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7" name="Text Placeholder 21">
            <a:extLst>
              <a:ext uri="{FF2B5EF4-FFF2-40B4-BE49-F238E27FC236}">
                <a16:creationId xmlns:a16="http://schemas.microsoft.com/office/drawing/2014/main" id="{A473B96F-ACDC-834E-D803-FE0EDB6F6B42}"/>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8" name="Text Placeholder 21">
            <a:extLst>
              <a:ext uri="{FF2B5EF4-FFF2-40B4-BE49-F238E27FC236}">
                <a16:creationId xmlns:a16="http://schemas.microsoft.com/office/drawing/2014/main" id="{0EBCA48F-8E14-CBBE-B836-B37F2CD05143}"/>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9" name="Text Placeholder 21">
            <a:extLst>
              <a:ext uri="{FF2B5EF4-FFF2-40B4-BE49-F238E27FC236}">
                <a16:creationId xmlns:a16="http://schemas.microsoft.com/office/drawing/2014/main" id="{9FD6071B-2B55-3490-FBFF-04599195AC7D}"/>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10" name="Text Placeholder 21">
            <a:extLst>
              <a:ext uri="{FF2B5EF4-FFF2-40B4-BE49-F238E27FC236}">
                <a16:creationId xmlns:a16="http://schemas.microsoft.com/office/drawing/2014/main" id="{B8330354-A7B3-333A-42F3-C2381A5D603D}"/>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315000121"/>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1_Section divider">
    <p:spTree>
      <p:nvGrpSpPr>
        <p:cNvPr id="1" name=""/>
        <p:cNvGrpSpPr/>
        <p:nvPr/>
      </p:nvGrpSpPr>
      <p:grpSpPr>
        <a:xfrm>
          <a:off x="0" y="0"/>
          <a:ext cx="0" cy="0"/>
          <a:chOff x="0" y="0"/>
          <a:chExt cx="0" cy="0"/>
        </a:xfrm>
      </p:grpSpPr>
      <p:sp>
        <p:nvSpPr>
          <p:cNvPr id="6" name="Text Placeholder 21">
            <a:extLst>
              <a:ext uri="{FF2B5EF4-FFF2-40B4-BE49-F238E27FC236}">
                <a16:creationId xmlns:a16="http://schemas.microsoft.com/office/drawing/2014/main" id="{BEE5A1A4-5BF3-7678-58BF-DBEF8F0E0269}"/>
              </a:ext>
            </a:extLst>
          </p:cNvPr>
          <p:cNvSpPr>
            <a:spLocks noGrp="1"/>
          </p:cNvSpPr>
          <p:nvPr>
            <p:ph type="body" sz="quarter" idx="11" hasCustomPrompt="1"/>
          </p:nvPr>
        </p:nvSpPr>
        <p:spPr>
          <a:xfrm>
            <a:off x="471500" y="2761554"/>
            <a:ext cx="6720456" cy="1757786"/>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2025,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1500" y="6428661"/>
            <a:ext cx="388818" cy="232516"/>
          </a:xfrm>
          <a:prstGeom prst="rect">
            <a:avLst/>
          </a:prstGeom>
        </p:spPr>
      </p:pic>
      <p:pic>
        <p:nvPicPr>
          <p:cNvPr id="4" name="Picture 3" descr="A close up of a purple and blue gradient&#10;&#10;AI-generated content may be incorrect.">
            <a:extLst>
              <a:ext uri="{FF2B5EF4-FFF2-40B4-BE49-F238E27FC236}">
                <a16:creationId xmlns:a16="http://schemas.microsoft.com/office/drawing/2014/main" id="{71B910AB-8F37-BE20-F28A-2E2E6BF62B9E}"/>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341" b="4183"/>
          <a:stretch>
            <a:fillRect/>
          </a:stretch>
        </p:blipFill>
        <p:spPr>
          <a:xfrm>
            <a:off x="0" y="0"/>
            <a:ext cx="12192000" cy="6858000"/>
          </a:xfrm>
          <a:prstGeom prst="rect">
            <a:avLst/>
          </a:prstGeom>
        </p:spPr>
      </p:pic>
    </p:spTree>
    <p:extLst>
      <p:ext uri="{BB962C8B-B14F-4D97-AF65-F5344CB8AC3E}">
        <p14:creationId xmlns:p14="http://schemas.microsoft.com/office/powerpoint/2010/main" val="1508402389"/>
      </p:ext>
    </p:extLst>
  </p:cSld>
  <p:clrMapOvr>
    <a:masterClrMapping/>
  </p:clrMapOvr>
  <p:extLst>
    <p:ext uri="{DCECCB84-F9BA-43D5-87BE-67443E8EF086}">
      <p15:sldGuideLst xmlns:p15="http://schemas.microsoft.com/office/powerpoint/2012/main"/>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pic>
        <p:nvPicPr>
          <p:cNvPr id="3" name="Picture 2" descr="A blue and pink gradient&#10;&#10;AI-generated content may be incorrect.">
            <a:extLst>
              <a:ext uri="{FF2B5EF4-FFF2-40B4-BE49-F238E27FC236}">
                <a16:creationId xmlns:a16="http://schemas.microsoft.com/office/drawing/2014/main" id="{97CB27F8-3A0B-FB32-ED56-4885C07CCC8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sp>
        <p:nvSpPr>
          <p:cNvPr id="6" name="Text Placeholder 21">
            <a:extLst>
              <a:ext uri="{FF2B5EF4-FFF2-40B4-BE49-F238E27FC236}">
                <a16:creationId xmlns:a16="http://schemas.microsoft.com/office/drawing/2014/main" id="{BEE5A1A4-5BF3-7678-58BF-DBEF8F0E0269}"/>
              </a:ext>
            </a:extLst>
          </p:cNvPr>
          <p:cNvSpPr>
            <a:spLocks noGrp="1"/>
          </p:cNvSpPr>
          <p:nvPr>
            <p:ph type="body" sz="quarter" idx="11" hasCustomPrompt="1"/>
          </p:nvPr>
        </p:nvSpPr>
        <p:spPr>
          <a:xfrm>
            <a:off x="471500" y="2761554"/>
            <a:ext cx="6720456" cy="1757786"/>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6428661"/>
            <a:ext cx="388818" cy="232516"/>
          </a:xfrm>
          <a:prstGeom prst="rect">
            <a:avLst/>
          </a:prstGeom>
        </p:spPr>
      </p:pic>
    </p:spTree>
    <p:extLst>
      <p:ext uri="{BB962C8B-B14F-4D97-AF65-F5344CB8AC3E}">
        <p14:creationId xmlns:p14="http://schemas.microsoft.com/office/powerpoint/2010/main" val="796043401"/>
      </p:ext>
    </p:extLst>
  </p:cSld>
  <p:clrMapOvr>
    <a:masterClrMapping/>
  </p:clrMapOvr>
  <p:extLst>
    <p:ext uri="{DCECCB84-F9BA-43D5-87BE-67443E8EF086}">
      <p15:sldGuideLst xmlns:p15="http://schemas.microsoft.com/office/powerpoint/2012/main"/>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61D26"/>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44FB4B58-2049-3EB6-9DE6-586F41586795}"/>
              </a:ext>
            </a:extLst>
          </p:cNvPr>
          <p:cNvCxnSpPr>
            <a:cxnSpLocks/>
          </p:cNvCxnSpPr>
          <p:nvPr userDrawn="1"/>
        </p:nvCxnSpPr>
        <p:spPr>
          <a:xfrm>
            <a:off x="3443706" y="1349224"/>
            <a:ext cx="0" cy="4546609"/>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5" name="Text Placeholder 21">
            <a:extLst>
              <a:ext uri="{FF2B5EF4-FFF2-40B4-BE49-F238E27FC236}">
                <a16:creationId xmlns:a16="http://schemas.microsoft.com/office/drawing/2014/main" id="{818BB5EC-A618-2D03-DEA5-36873FA1E1F5}"/>
              </a:ext>
            </a:extLst>
          </p:cNvPr>
          <p:cNvSpPr>
            <a:spLocks noGrp="1"/>
          </p:cNvSpPr>
          <p:nvPr>
            <p:ph type="body" sz="quarter" idx="11" hasCustomPrompt="1"/>
          </p:nvPr>
        </p:nvSpPr>
        <p:spPr>
          <a:xfrm>
            <a:off x="481864" y="1422541"/>
            <a:ext cx="2504923" cy="116825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Agenda</a:t>
            </a:r>
          </a:p>
        </p:txBody>
      </p:sp>
      <p:sp>
        <p:nvSpPr>
          <p:cNvPr id="6" name="Text Placeholder 21">
            <a:extLst>
              <a:ext uri="{FF2B5EF4-FFF2-40B4-BE49-F238E27FC236}">
                <a16:creationId xmlns:a16="http://schemas.microsoft.com/office/drawing/2014/main" id="{C2614ABB-5806-776E-27EA-3AA282A6B581}"/>
              </a:ext>
            </a:extLst>
          </p:cNvPr>
          <p:cNvSpPr>
            <a:spLocks noGrp="1"/>
          </p:cNvSpPr>
          <p:nvPr>
            <p:ph type="body" sz="quarter" idx="12" hasCustomPrompt="1"/>
          </p:nvPr>
        </p:nvSpPr>
        <p:spPr>
          <a:xfrm>
            <a:off x="4004447" y="1422541"/>
            <a:ext cx="6178623" cy="4376307"/>
          </a:xfrm>
          <a:prstGeom prst="rect">
            <a:avLst/>
          </a:prstGeom>
        </p:spPr>
        <p:txBody>
          <a:bodyPr/>
          <a:lstStyle>
            <a:lvl1pPr marL="0" marR="0" indent="0" algn="l" defTabSz="914400" rtl="0" eaLnBrk="1" fontAlgn="auto" latinLnBrk="0" hangingPunct="1">
              <a:lnSpc>
                <a:spcPct val="100000"/>
              </a:lnSpc>
              <a:spcBef>
                <a:spcPts val="0"/>
              </a:spcBef>
              <a:spcAft>
                <a:spcPts val="3000"/>
              </a:spcAft>
              <a:buClrTx/>
              <a:buSzTx/>
              <a:buFont typeface="Arial" panose="020B0604020202020204" pitchFamily="34" charset="0"/>
              <a:buNone/>
              <a:tabLst/>
              <a:defRPr kumimoji="0" lang="en-US" sz="20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Agenda item 1</a:t>
            </a:r>
          </a:p>
          <a:p>
            <a:pPr lvl="0"/>
            <a:r>
              <a:rPr lang="en-US" dirty="0"/>
              <a:t>Agenda item 2</a:t>
            </a:r>
          </a:p>
          <a:p>
            <a:pPr lvl="0"/>
            <a:r>
              <a:rPr lang="en-US" dirty="0"/>
              <a:t>Agenda item 3</a:t>
            </a:r>
          </a:p>
          <a:p>
            <a:pPr lvl="0"/>
            <a:r>
              <a:rPr lang="en-US" dirty="0"/>
              <a:t>Agenda item 4</a:t>
            </a:r>
          </a:p>
          <a:p>
            <a:pPr lvl="0"/>
            <a:r>
              <a:rPr lang="en-US" dirty="0"/>
              <a:t>Agenda item 5</a:t>
            </a:r>
          </a:p>
          <a:p>
            <a:pPr lvl="0"/>
            <a:r>
              <a:rPr lang="en-US" dirty="0"/>
              <a:t>Agenda item 6</a:t>
            </a:r>
          </a:p>
          <a:p>
            <a:pPr lvl="0"/>
            <a:endParaRPr lang="en-US" dirty="0"/>
          </a:p>
        </p:txBody>
      </p:sp>
    </p:spTree>
    <p:extLst>
      <p:ext uri="{BB962C8B-B14F-4D97-AF65-F5344CB8AC3E}">
        <p14:creationId xmlns:p14="http://schemas.microsoft.com/office/powerpoint/2010/main" val="3189205868"/>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rgbClr val="161D26"/>
        </a:solidFill>
        <a:effectLst/>
      </p:bgPr>
    </p:bg>
    <p:spTree>
      <p:nvGrpSpPr>
        <p:cNvPr id="1" name=""/>
        <p:cNvGrpSpPr/>
        <p:nvPr/>
      </p:nvGrpSpPr>
      <p:grpSpPr>
        <a:xfrm>
          <a:off x="0" y="0"/>
          <a:ext cx="0" cy="0"/>
          <a:chOff x="0" y="0"/>
          <a:chExt cx="0" cy="0"/>
        </a:xfrm>
      </p:grpSpPr>
      <p:sp>
        <p:nvSpPr>
          <p:cNvPr id="7" name="Text Placeholder 21">
            <a:extLst>
              <a:ext uri="{FF2B5EF4-FFF2-40B4-BE49-F238E27FC236}">
                <a16:creationId xmlns:a16="http://schemas.microsoft.com/office/drawing/2014/main" id="{2BC98CF5-E0A8-92D9-AB13-5A5B93AB9706}"/>
              </a:ext>
            </a:extLst>
          </p:cNvPr>
          <p:cNvSpPr>
            <a:spLocks noGrp="1"/>
          </p:cNvSpPr>
          <p:nvPr>
            <p:ph type="body" sz="quarter" idx="11" hasCustomPrompt="1"/>
          </p:nvPr>
        </p:nvSpPr>
        <p:spPr>
          <a:xfrm>
            <a:off x="502225" y="1962021"/>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text</a:t>
            </a:r>
          </a:p>
        </p:txBody>
      </p:sp>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3043524"/>
            <a:ext cx="7300863"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Tree>
    <p:extLst>
      <p:ext uri="{BB962C8B-B14F-4D97-AF65-F5344CB8AC3E}">
        <p14:creationId xmlns:p14="http://schemas.microsoft.com/office/powerpoint/2010/main" val="1937112865"/>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Title and content - 1">
    <p:bg>
      <p:bgPr>
        <a:solidFill>
          <a:srgbClr val="161D26"/>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D0129311-284C-BB10-2501-4D3B32E9BD43}"/>
              </a:ext>
            </a:extLst>
          </p:cNvPr>
          <p:cNvCxnSpPr>
            <a:cxnSpLocks/>
          </p:cNvCxnSpPr>
          <p:nvPr userDrawn="1"/>
        </p:nvCxnSpPr>
        <p:spPr>
          <a:xfrm>
            <a:off x="4711707" y="1586429"/>
            <a:ext cx="0" cy="4018274"/>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88265"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75635" y="2139299"/>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5155159" y="2214070"/>
            <a:ext cx="6396066"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75636"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Tree>
    <p:extLst>
      <p:ext uri="{BB962C8B-B14F-4D97-AF65-F5344CB8AC3E}">
        <p14:creationId xmlns:p14="http://schemas.microsoft.com/office/powerpoint/2010/main" val="751801946"/>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1_Title and 3 row content">
    <p:bg>
      <p:bgPr>
        <a:solidFill>
          <a:srgbClr val="161D26"/>
        </a:solidFill>
        <a:effectLst/>
      </p:bgPr>
    </p:bg>
    <p:spTree>
      <p:nvGrpSpPr>
        <p:cNvPr id="1" name=""/>
        <p:cNvGrpSpPr/>
        <p:nvPr/>
      </p:nvGrpSpPr>
      <p:grpSpPr>
        <a:xfrm>
          <a:off x="0" y="0"/>
          <a:ext cx="0" cy="0"/>
          <a:chOff x="0" y="0"/>
          <a:chExt cx="0" cy="0"/>
        </a:xfrm>
      </p:grpSpPr>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86619" y="1106577"/>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4782056" y="1106577"/>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1</a:t>
            </a:r>
          </a:p>
        </p:txBody>
      </p:sp>
      <p:cxnSp>
        <p:nvCxnSpPr>
          <p:cNvPr id="16" name="Straight Connector 15">
            <a:extLst>
              <a:ext uri="{FF2B5EF4-FFF2-40B4-BE49-F238E27FC236}">
                <a16:creationId xmlns:a16="http://schemas.microsoft.com/office/drawing/2014/main" id="{F5287881-C57E-D101-1C25-3E0FF8FDC5E7}"/>
              </a:ext>
            </a:extLst>
          </p:cNvPr>
          <p:cNvCxnSpPr>
            <a:cxnSpLocks/>
          </p:cNvCxnSpPr>
          <p:nvPr userDrawn="1"/>
        </p:nvCxnSpPr>
        <p:spPr>
          <a:xfrm>
            <a:off x="4185978" y="1212574"/>
            <a:ext cx="0" cy="4721087"/>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8" name="Text Placeholder 21">
            <a:extLst>
              <a:ext uri="{FF2B5EF4-FFF2-40B4-BE49-F238E27FC236}">
                <a16:creationId xmlns:a16="http://schemas.microsoft.com/office/drawing/2014/main" id="{634A4CAF-90EC-E954-3BFB-6E43FD445519}"/>
              </a:ext>
            </a:extLst>
          </p:cNvPr>
          <p:cNvSpPr>
            <a:spLocks noGrp="1"/>
          </p:cNvSpPr>
          <p:nvPr>
            <p:ph type="body" sz="quarter" idx="13" hasCustomPrompt="1"/>
          </p:nvPr>
        </p:nvSpPr>
        <p:spPr>
          <a:xfrm>
            <a:off x="4782056" y="1700906"/>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
        <p:nvSpPr>
          <p:cNvPr id="19" name="Text Placeholder 21">
            <a:extLst>
              <a:ext uri="{FF2B5EF4-FFF2-40B4-BE49-F238E27FC236}">
                <a16:creationId xmlns:a16="http://schemas.microsoft.com/office/drawing/2014/main" id="{37F65AD8-E4FD-4984-5FBA-EC5F6A685D9A}"/>
              </a:ext>
            </a:extLst>
          </p:cNvPr>
          <p:cNvSpPr>
            <a:spLocks noGrp="1"/>
          </p:cNvSpPr>
          <p:nvPr>
            <p:ph type="body" sz="quarter" idx="14" hasCustomPrompt="1"/>
          </p:nvPr>
        </p:nvSpPr>
        <p:spPr>
          <a:xfrm>
            <a:off x="4782056" y="2890611"/>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2</a:t>
            </a:r>
          </a:p>
        </p:txBody>
      </p:sp>
      <p:sp>
        <p:nvSpPr>
          <p:cNvPr id="20" name="Text Placeholder 21">
            <a:extLst>
              <a:ext uri="{FF2B5EF4-FFF2-40B4-BE49-F238E27FC236}">
                <a16:creationId xmlns:a16="http://schemas.microsoft.com/office/drawing/2014/main" id="{DCE340B5-AF30-C9FD-EA84-87B943FC7B83}"/>
              </a:ext>
            </a:extLst>
          </p:cNvPr>
          <p:cNvSpPr>
            <a:spLocks noGrp="1"/>
          </p:cNvSpPr>
          <p:nvPr>
            <p:ph type="body" sz="quarter" idx="15" hasCustomPrompt="1"/>
          </p:nvPr>
        </p:nvSpPr>
        <p:spPr>
          <a:xfrm>
            <a:off x="4782056" y="3484940"/>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
        <p:nvSpPr>
          <p:cNvPr id="21" name="Text Placeholder 21">
            <a:extLst>
              <a:ext uri="{FF2B5EF4-FFF2-40B4-BE49-F238E27FC236}">
                <a16:creationId xmlns:a16="http://schemas.microsoft.com/office/drawing/2014/main" id="{1344ABFA-783F-F7DE-C825-0026F5EB31A5}"/>
              </a:ext>
            </a:extLst>
          </p:cNvPr>
          <p:cNvSpPr>
            <a:spLocks noGrp="1"/>
          </p:cNvSpPr>
          <p:nvPr>
            <p:ph type="body" sz="quarter" idx="16" hasCustomPrompt="1"/>
          </p:nvPr>
        </p:nvSpPr>
        <p:spPr>
          <a:xfrm>
            <a:off x="4782056" y="4653183"/>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3</a:t>
            </a:r>
          </a:p>
        </p:txBody>
      </p:sp>
      <p:sp>
        <p:nvSpPr>
          <p:cNvPr id="22" name="Text Placeholder 21">
            <a:extLst>
              <a:ext uri="{FF2B5EF4-FFF2-40B4-BE49-F238E27FC236}">
                <a16:creationId xmlns:a16="http://schemas.microsoft.com/office/drawing/2014/main" id="{C3D4EB6E-2D83-811D-C211-5CA9EC0D0890}"/>
              </a:ext>
            </a:extLst>
          </p:cNvPr>
          <p:cNvSpPr>
            <a:spLocks noGrp="1"/>
          </p:cNvSpPr>
          <p:nvPr>
            <p:ph type="body" sz="quarter" idx="17" hasCustomPrompt="1"/>
          </p:nvPr>
        </p:nvSpPr>
        <p:spPr>
          <a:xfrm>
            <a:off x="4782056" y="5247512"/>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Tree>
    <p:extLst>
      <p:ext uri="{BB962C8B-B14F-4D97-AF65-F5344CB8AC3E}">
        <p14:creationId xmlns:p14="http://schemas.microsoft.com/office/powerpoint/2010/main" val="2271056767"/>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Title and content - 2">
    <p:bg>
      <p:bgPr>
        <a:solidFill>
          <a:srgbClr val="161D26"/>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D0129311-284C-BB10-2501-4D3B32E9BD43}"/>
              </a:ext>
            </a:extLst>
          </p:cNvPr>
          <p:cNvCxnSpPr>
            <a:cxnSpLocks/>
          </p:cNvCxnSpPr>
          <p:nvPr userDrawn="1"/>
        </p:nvCxnSpPr>
        <p:spPr>
          <a:xfrm>
            <a:off x="4722692" y="1586429"/>
            <a:ext cx="0" cy="4018274"/>
          </a:xfrm>
          <a:prstGeom prst="line">
            <a:avLst/>
          </a:prstGeom>
          <a:ln w="2540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99250"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86620" y="2139299"/>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86621"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
        <p:nvSpPr>
          <p:cNvPr id="3" name="Text Placeholder 21">
            <a:extLst>
              <a:ext uri="{FF2B5EF4-FFF2-40B4-BE49-F238E27FC236}">
                <a16:creationId xmlns:a16="http://schemas.microsoft.com/office/drawing/2014/main" id="{EFE7A93F-D4FC-8E79-7A97-3BD5405D783D}"/>
              </a:ext>
            </a:extLst>
          </p:cNvPr>
          <p:cNvSpPr>
            <a:spLocks noGrp="1"/>
          </p:cNvSpPr>
          <p:nvPr>
            <p:ph type="body" sz="quarter" idx="12" hasCustomPrompt="1"/>
          </p:nvPr>
        </p:nvSpPr>
        <p:spPr>
          <a:xfrm>
            <a:off x="5166144" y="1726451"/>
            <a:ext cx="6396066" cy="3878252"/>
          </a:xfrm>
          <a:prstGeom prst="rect">
            <a:avLst/>
          </a:prstGeom>
        </p:spPr>
        <p:txBody>
          <a:bodyPr/>
          <a:lstStyle>
            <a:lvl1pPr marL="342900" marR="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kumimoji="0" lang="en-US" sz="2000" b="0" u="none" strike="noStrike" kern="1200" cap="none" spc="0" normalizeH="0" baseline="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342900" marR="0" lvl="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a:pP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amet</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elit</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endParaRPr lang="en-US" dirty="0"/>
          </a:p>
        </p:txBody>
      </p:sp>
    </p:spTree>
    <p:extLst>
      <p:ext uri="{BB962C8B-B14F-4D97-AF65-F5344CB8AC3E}">
        <p14:creationId xmlns:p14="http://schemas.microsoft.com/office/powerpoint/2010/main" val="3500793227"/>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Title and 3 points">
    <p:bg>
      <p:bgPr>
        <a:solidFill>
          <a:srgbClr val="161D26"/>
        </a:solidFill>
        <a:effectLst/>
      </p:bgPr>
    </p:bg>
    <p:spTree>
      <p:nvGrpSpPr>
        <p:cNvPr id="1" name=""/>
        <p:cNvGrpSpPr/>
        <p:nvPr/>
      </p:nvGrpSpPr>
      <p:grpSpPr>
        <a:xfrm>
          <a:off x="0" y="0"/>
          <a:ext cx="0" cy="0"/>
          <a:chOff x="0" y="0"/>
          <a:chExt cx="0" cy="0"/>
        </a:xfrm>
      </p:grpSpPr>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840191" y="1550104"/>
            <a:ext cx="10511618" cy="717713"/>
          </a:xfrm>
          <a:prstGeom prst="rect">
            <a:avLst/>
          </a:prstGeom>
        </p:spPr>
        <p:txBody>
          <a:bodyPr/>
          <a:lstStyle>
            <a:lvl1pPr marL="0" indent="0" algn="ctr">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3 points content</a:t>
            </a:r>
          </a:p>
        </p:txBody>
      </p:sp>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8401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456567"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8" name="Text Placeholder 21">
            <a:extLst>
              <a:ext uri="{FF2B5EF4-FFF2-40B4-BE49-F238E27FC236}">
                <a16:creationId xmlns:a16="http://schemas.microsoft.com/office/drawing/2014/main" id="{4D93B6E7-8048-C338-5C72-FE30BD6E56A6}"/>
              </a:ext>
            </a:extLst>
          </p:cNvPr>
          <p:cNvSpPr>
            <a:spLocks noGrp="1"/>
          </p:cNvSpPr>
          <p:nvPr>
            <p:ph type="body" sz="quarter" idx="16" hasCustomPrompt="1"/>
          </p:nvPr>
        </p:nvSpPr>
        <p:spPr>
          <a:xfrm>
            <a:off x="80029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839788"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456567"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6" name="Text Placeholder 23">
            <a:extLst>
              <a:ext uri="{FF2B5EF4-FFF2-40B4-BE49-F238E27FC236}">
                <a16:creationId xmlns:a16="http://schemas.microsoft.com/office/drawing/2014/main" id="{D0238D2F-7794-48FD-5C85-A87C72E7AD96}"/>
              </a:ext>
            </a:extLst>
          </p:cNvPr>
          <p:cNvSpPr>
            <a:spLocks noGrp="1"/>
          </p:cNvSpPr>
          <p:nvPr>
            <p:ph type="body" sz="quarter" idx="22" hasCustomPrompt="1"/>
          </p:nvPr>
        </p:nvSpPr>
        <p:spPr>
          <a:xfrm>
            <a:off x="8002991" y="3624191"/>
            <a:ext cx="3336925" cy="1109662"/>
          </a:xfrm>
          <a:prstGeom prst="rect">
            <a:avLst/>
          </a:prstGeom>
        </p:spPr>
        <p:txBody>
          <a:bodyPr/>
          <a:lstStyle>
            <a:lvl1pPr marL="0" indent="0" algn="ctr">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4251886862"/>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Title and 2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67426"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648637"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502225" y="1550104"/>
            <a:ext cx="10511618" cy="717713"/>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 column content</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67426" y="3624191"/>
            <a:ext cx="3336925"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647900" y="3624191"/>
            <a:ext cx="3336925"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45864518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1_Title and 3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76109" y="2788213"/>
            <a:ext cx="2863866"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13296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97053" y="1550104"/>
            <a:ext cx="10511618" cy="717713"/>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3 column content</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76110" y="3624191"/>
            <a:ext cx="2863866"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132968" y="3624191"/>
            <a:ext cx="2863866"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12" name="Text Placeholder 21">
            <a:extLst>
              <a:ext uri="{FF2B5EF4-FFF2-40B4-BE49-F238E27FC236}">
                <a16:creationId xmlns:a16="http://schemas.microsoft.com/office/drawing/2014/main" id="{0011CB6F-3F94-DC6A-29BB-1B7A0F3B8C71}"/>
              </a:ext>
            </a:extLst>
          </p:cNvPr>
          <p:cNvSpPr>
            <a:spLocks noGrp="1"/>
          </p:cNvSpPr>
          <p:nvPr>
            <p:ph type="body" sz="quarter" idx="22" hasCustomPrompt="1"/>
          </p:nvPr>
        </p:nvSpPr>
        <p:spPr>
          <a:xfrm>
            <a:off x="775165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13" name="Text Placeholder 23">
            <a:extLst>
              <a:ext uri="{FF2B5EF4-FFF2-40B4-BE49-F238E27FC236}">
                <a16:creationId xmlns:a16="http://schemas.microsoft.com/office/drawing/2014/main" id="{D42DB03B-CCC9-C3A9-0E68-734ED9FAE2D3}"/>
              </a:ext>
            </a:extLst>
          </p:cNvPr>
          <p:cNvSpPr>
            <a:spLocks noGrp="1"/>
          </p:cNvSpPr>
          <p:nvPr>
            <p:ph type="body" sz="quarter" idx="23" hasCustomPrompt="1"/>
          </p:nvPr>
        </p:nvSpPr>
        <p:spPr>
          <a:xfrm>
            <a:off x="7751657" y="3624191"/>
            <a:ext cx="286386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3793209312"/>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1_Title and 2x2 column">
    <p:bg>
      <p:bgPr>
        <a:solidFill>
          <a:srgbClr val="161D26"/>
        </a:solidFill>
        <a:effectLst/>
      </p:bgPr>
    </p:bg>
    <p:spTree>
      <p:nvGrpSpPr>
        <p:cNvPr id="1" name=""/>
        <p:cNvGrpSpPr/>
        <p:nvPr/>
      </p:nvGrpSpPr>
      <p:grpSpPr>
        <a:xfrm>
          <a:off x="0" y="0"/>
          <a:ext cx="0" cy="0"/>
          <a:chOff x="0" y="0"/>
          <a:chExt cx="0" cy="0"/>
        </a:xfrm>
      </p:grpSpPr>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700356"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83200" y="1550104"/>
            <a:ext cx="3156282" cy="3183749"/>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2x2 column content</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700358" y="2233382"/>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2" name="Text Placeholder 21">
            <a:extLst>
              <a:ext uri="{FF2B5EF4-FFF2-40B4-BE49-F238E27FC236}">
                <a16:creationId xmlns:a16="http://schemas.microsoft.com/office/drawing/2014/main" id="{D7738712-33DD-CFDE-10D7-31F3F70DC871}"/>
              </a:ext>
            </a:extLst>
          </p:cNvPr>
          <p:cNvSpPr>
            <a:spLocks noGrp="1"/>
          </p:cNvSpPr>
          <p:nvPr>
            <p:ph type="body" sz="quarter" idx="24" hasCustomPrompt="1"/>
          </p:nvPr>
        </p:nvSpPr>
        <p:spPr>
          <a:xfrm>
            <a:off x="8108574"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23" name="Text Placeholder 23">
            <a:extLst>
              <a:ext uri="{FF2B5EF4-FFF2-40B4-BE49-F238E27FC236}">
                <a16:creationId xmlns:a16="http://schemas.microsoft.com/office/drawing/2014/main" id="{C1F1EE16-B454-545C-69BE-7C3321C83F79}"/>
              </a:ext>
            </a:extLst>
          </p:cNvPr>
          <p:cNvSpPr>
            <a:spLocks noGrp="1"/>
          </p:cNvSpPr>
          <p:nvPr>
            <p:ph type="body" sz="quarter" idx="25" hasCustomPrompt="1"/>
          </p:nvPr>
        </p:nvSpPr>
        <p:spPr>
          <a:xfrm>
            <a:off x="8108576" y="2233382"/>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6" name="Text Placeholder 21">
            <a:extLst>
              <a:ext uri="{FF2B5EF4-FFF2-40B4-BE49-F238E27FC236}">
                <a16:creationId xmlns:a16="http://schemas.microsoft.com/office/drawing/2014/main" id="{6663C62C-AC24-84F5-051D-738253F7948C}"/>
              </a:ext>
            </a:extLst>
          </p:cNvPr>
          <p:cNvSpPr>
            <a:spLocks noGrp="1"/>
          </p:cNvSpPr>
          <p:nvPr>
            <p:ph type="body" sz="quarter" idx="26" hasCustomPrompt="1"/>
          </p:nvPr>
        </p:nvSpPr>
        <p:spPr>
          <a:xfrm>
            <a:off x="4700356"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7" name="Text Placeholder 23">
            <a:extLst>
              <a:ext uri="{FF2B5EF4-FFF2-40B4-BE49-F238E27FC236}">
                <a16:creationId xmlns:a16="http://schemas.microsoft.com/office/drawing/2014/main" id="{A2C5E56C-1A90-63E7-1531-1E93392952D3}"/>
              </a:ext>
            </a:extLst>
          </p:cNvPr>
          <p:cNvSpPr>
            <a:spLocks noGrp="1"/>
          </p:cNvSpPr>
          <p:nvPr>
            <p:ph type="body" sz="quarter" idx="27" hasCustomPrompt="1"/>
          </p:nvPr>
        </p:nvSpPr>
        <p:spPr>
          <a:xfrm>
            <a:off x="4700358" y="4608446"/>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8" name="Text Placeholder 21">
            <a:extLst>
              <a:ext uri="{FF2B5EF4-FFF2-40B4-BE49-F238E27FC236}">
                <a16:creationId xmlns:a16="http://schemas.microsoft.com/office/drawing/2014/main" id="{6D94D881-186D-3B8B-5FE6-0629728AFA36}"/>
              </a:ext>
            </a:extLst>
          </p:cNvPr>
          <p:cNvSpPr>
            <a:spLocks noGrp="1"/>
          </p:cNvSpPr>
          <p:nvPr>
            <p:ph type="body" sz="quarter" idx="28" hasCustomPrompt="1"/>
          </p:nvPr>
        </p:nvSpPr>
        <p:spPr>
          <a:xfrm>
            <a:off x="8108574"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4</a:t>
            </a:r>
          </a:p>
        </p:txBody>
      </p:sp>
      <p:sp>
        <p:nvSpPr>
          <p:cNvPr id="29" name="Text Placeholder 23">
            <a:extLst>
              <a:ext uri="{FF2B5EF4-FFF2-40B4-BE49-F238E27FC236}">
                <a16:creationId xmlns:a16="http://schemas.microsoft.com/office/drawing/2014/main" id="{0714E946-886B-5901-56E0-B56EF06122E9}"/>
              </a:ext>
            </a:extLst>
          </p:cNvPr>
          <p:cNvSpPr>
            <a:spLocks noGrp="1"/>
          </p:cNvSpPr>
          <p:nvPr>
            <p:ph type="body" sz="quarter" idx="29" hasCustomPrompt="1"/>
          </p:nvPr>
        </p:nvSpPr>
        <p:spPr>
          <a:xfrm>
            <a:off x="8108576" y="4608446"/>
            <a:ext cx="2610703" cy="1109662"/>
          </a:xfrm>
          <a:prstGeom prst="rect">
            <a:avLst/>
          </a:prstGeom>
        </p:spPr>
        <p:txBody>
          <a:bodyPr/>
          <a:lstStyle>
            <a:lvl1pPr marL="0" indent="0" algn="l">
              <a:lnSpc>
                <a:spcPts val="2100"/>
              </a:lnSpc>
              <a:buNone/>
              <a:defRPr sz="16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2908148831"/>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2_Title and 2x2 column w boxes">
    <p:bg>
      <p:bgPr>
        <a:solidFill>
          <a:srgbClr val="161D26"/>
        </a:solidFill>
        <a:effectLst/>
      </p:bgPr>
    </p:bg>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0F712FE6-91E4-EF03-76D2-2C281623487C}"/>
              </a:ext>
            </a:extLst>
          </p:cNvPr>
          <p:cNvSpPr/>
          <p:nvPr userDrawn="1"/>
        </p:nvSpPr>
        <p:spPr>
          <a:xfrm>
            <a:off x="4700565" y="1128216"/>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884862"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97055" y="1550104"/>
            <a:ext cx="3156282" cy="3183749"/>
          </a:xfrm>
          <a:prstGeom prst="rect">
            <a:avLst/>
          </a:prstGeom>
        </p:spPr>
        <p:txBody>
          <a:bodyPr/>
          <a:lstStyle>
            <a:lvl1pPr marL="0" indent="0" algn="l">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2x2 column content</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884864" y="2114629"/>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0" name="Rounded Rectangle 19">
            <a:extLst>
              <a:ext uri="{FF2B5EF4-FFF2-40B4-BE49-F238E27FC236}">
                <a16:creationId xmlns:a16="http://schemas.microsoft.com/office/drawing/2014/main" id="{55EDB056-8738-3DE7-CC6F-29C1DEC53BB9}"/>
              </a:ext>
            </a:extLst>
          </p:cNvPr>
          <p:cNvSpPr/>
          <p:nvPr userDrawn="1"/>
        </p:nvSpPr>
        <p:spPr>
          <a:xfrm>
            <a:off x="4700565" y="3728912"/>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21" name="Text Placeholder 21">
            <a:extLst>
              <a:ext uri="{FF2B5EF4-FFF2-40B4-BE49-F238E27FC236}">
                <a16:creationId xmlns:a16="http://schemas.microsoft.com/office/drawing/2014/main" id="{999EE95E-4EFC-FB7B-14F9-24CAB4FEEF5E}"/>
              </a:ext>
            </a:extLst>
          </p:cNvPr>
          <p:cNvSpPr>
            <a:spLocks noGrp="1"/>
          </p:cNvSpPr>
          <p:nvPr>
            <p:ph type="body" sz="quarter" idx="22" hasCustomPrompt="1"/>
          </p:nvPr>
        </p:nvSpPr>
        <p:spPr>
          <a:xfrm>
            <a:off x="4884862"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4" name="Text Placeholder 23">
            <a:extLst>
              <a:ext uri="{FF2B5EF4-FFF2-40B4-BE49-F238E27FC236}">
                <a16:creationId xmlns:a16="http://schemas.microsoft.com/office/drawing/2014/main" id="{BF0138DD-073B-683F-F960-155017654C2E}"/>
              </a:ext>
            </a:extLst>
          </p:cNvPr>
          <p:cNvSpPr>
            <a:spLocks noGrp="1"/>
          </p:cNvSpPr>
          <p:nvPr>
            <p:ph type="body" sz="quarter" idx="23" hasCustomPrompt="1"/>
          </p:nvPr>
        </p:nvSpPr>
        <p:spPr>
          <a:xfrm>
            <a:off x="4884864" y="471532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30" name="Rounded Rectangle 29">
            <a:extLst>
              <a:ext uri="{FF2B5EF4-FFF2-40B4-BE49-F238E27FC236}">
                <a16:creationId xmlns:a16="http://schemas.microsoft.com/office/drawing/2014/main" id="{F35112F6-7394-90C4-A39C-039069DE503C}"/>
              </a:ext>
            </a:extLst>
          </p:cNvPr>
          <p:cNvSpPr/>
          <p:nvPr userDrawn="1"/>
        </p:nvSpPr>
        <p:spPr>
          <a:xfrm>
            <a:off x="7835651" y="1128216"/>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31" name="Text Placeholder 21">
            <a:extLst>
              <a:ext uri="{FF2B5EF4-FFF2-40B4-BE49-F238E27FC236}">
                <a16:creationId xmlns:a16="http://schemas.microsoft.com/office/drawing/2014/main" id="{C18FBA74-DAAA-E129-8851-6CB983EB9051}"/>
              </a:ext>
            </a:extLst>
          </p:cNvPr>
          <p:cNvSpPr>
            <a:spLocks noGrp="1"/>
          </p:cNvSpPr>
          <p:nvPr>
            <p:ph type="body" sz="quarter" idx="24" hasCustomPrompt="1"/>
          </p:nvPr>
        </p:nvSpPr>
        <p:spPr>
          <a:xfrm>
            <a:off x="8019948"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32" name="Text Placeholder 23">
            <a:extLst>
              <a:ext uri="{FF2B5EF4-FFF2-40B4-BE49-F238E27FC236}">
                <a16:creationId xmlns:a16="http://schemas.microsoft.com/office/drawing/2014/main" id="{C870C8EF-4B14-2D07-7D95-92D913A6076B}"/>
              </a:ext>
            </a:extLst>
          </p:cNvPr>
          <p:cNvSpPr>
            <a:spLocks noGrp="1"/>
          </p:cNvSpPr>
          <p:nvPr>
            <p:ph type="body" sz="quarter" idx="25" hasCustomPrompt="1"/>
          </p:nvPr>
        </p:nvSpPr>
        <p:spPr>
          <a:xfrm>
            <a:off x="8019950" y="2114629"/>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33" name="Rounded Rectangle 32">
            <a:extLst>
              <a:ext uri="{FF2B5EF4-FFF2-40B4-BE49-F238E27FC236}">
                <a16:creationId xmlns:a16="http://schemas.microsoft.com/office/drawing/2014/main" id="{F011B1B7-5825-9664-35BD-1E73774A280F}"/>
              </a:ext>
            </a:extLst>
          </p:cNvPr>
          <p:cNvSpPr/>
          <p:nvPr userDrawn="1"/>
        </p:nvSpPr>
        <p:spPr>
          <a:xfrm>
            <a:off x="7835651" y="3728912"/>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34" name="Text Placeholder 21">
            <a:extLst>
              <a:ext uri="{FF2B5EF4-FFF2-40B4-BE49-F238E27FC236}">
                <a16:creationId xmlns:a16="http://schemas.microsoft.com/office/drawing/2014/main" id="{183B6973-2CB8-4B71-D683-BC770EC99463}"/>
              </a:ext>
            </a:extLst>
          </p:cNvPr>
          <p:cNvSpPr>
            <a:spLocks noGrp="1"/>
          </p:cNvSpPr>
          <p:nvPr>
            <p:ph type="body" sz="quarter" idx="26" hasCustomPrompt="1"/>
          </p:nvPr>
        </p:nvSpPr>
        <p:spPr>
          <a:xfrm>
            <a:off x="8019948"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4</a:t>
            </a:r>
          </a:p>
        </p:txBody>
      </p:sp>
      <p:sp>
        <p:nvSpPr>
          <p:cNvPr id="35" name="Text Placeholder 23">
            <a:extLst>
              <a:ext uri="{FF2B5EF4-FFF2-40B4-BE49-F238E27FC236}">
                <a16:creationId xmlns:a16="http://schemas.microsoft.com/office/drawing/2014/main" id="{6E51BEE7-3A11-AEB2-1488-A173CF807879}"/>
              </a:ext>
            </a:extLst>
          </p:cNvPr>
          <p:cNvSpPr>
            <a:spLocks noGrp="1"/>
          </p:cNvSpPr>
          <p:nvPr>
            <p:ph type="body" sz="quarter" idx="27" hasCustomPrompt="1"/>
          </p:nvPr>
        </p:nvSpPr>
        <p:spPr>
          <a:xfrm>
            <a:off x="8019950" y="471532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409730552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Title and image">
    <p:bg>
      <p:bgPr>
        <a:solidFill>
          <a:srgbClr val="161D26"/>
        </a:solidFill>
        <a:effectLst/>
      </p:bgPr>
    </p:bg>
    <p:spTree>
      <p:nvGrpSpPr>
        <p:cNvPr id="1" name=""/>
        <p:cNvGrpSpPr/>
        <p:nvPr/>
      </p:nvGrpSpPr>
      <p:grpSpPr>
        <a:xfrm>
          <a:off x="0" y="0"/>
          <a:ext cx="0" cy="0"/>
          <a:chOff x="0" y="0"/>
          <a:chExt cx="0" cy="0"/>
        </a:xfrm>
      </p:grpSpPr>
      <p:sp>
        <p:nvSpPr>
          <p:cNvPr id="4" name="Text Placeholder 21">
            <a:extLst>
              <a:ext uri="{FF2B5EF4-FFF2-40B4-BE49-F238E27FC236}">
                <a16:creationId xmlns:a16="http://schemas.microsoft.com/office/drawing/2014/main" id="{AA313648-329E-EA50-B837-6EBA3D3F76ED}"/>
              </a:ext>
            </a:extLst>
          </p:cNvPr>
          <p:cNvSpPr>
            <a:spLocks noGrp="1"/>
          </p:cNvSpPr>
          <p:nvPr>
            <p:ph type="body" sz="quarter" idx="11" hasCustomPrompt="1"/>
          </p:nvPr>
        </p:nvSpPr>
        <p:spPr>
          <a:xfrm>
            <a:off x="500416" y="1532637"/>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image</a:t>
            </a:r>
          </a:p>
        </p:txBody>
      </p:sp>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763656" y="2648239"/>
            <a:ext cx="10664687" cy="3384550"/>
          </a:xfrm>
          <a:prstGeom prst="roundRect">
            <a:avLst>
              <a:gd name="adj" fmla="val 8562"/>
            </a:avLst>
          </a:prstGeom>
          <a:solidFill>
            <a:schemeClr val="bg2"/>
          </a:solidFill>
        </p:spPr>
        <p:txBody>
          <a:bodyPr/>
          <a:lstStyle/>
          <a:p>
            <a:endParaRPr lang="en-US"/>
          </a:p>
        </p:txBody>
      </p:sp>
    </p:spTree>
    <p:extLst>
      <p:ext uri="{BB962C8B-B14F-4D97-AF65-F5344CB8AC3E}">
        <p14:creationId xmlns:p14="http://schemas.microsoft.com/office/powerpoint/2010/main" val="2421612431"/>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1_Title and code">
    <p:bg>
      <p:bgPr>
        <a:solidFill>
          <a:srgbClr val="161D26"/>
        </a:solidFill>
        <a:effectLst/>
      </p:bgPr>
    </p:bg>
    <p:spTree>
      <p:nvGrpSpPr>
        <p:cNvPr id="1" name=""/>
        <p:cNvGrpSpPr/>
        <p:nvPr/>
      </p:nvGrpSpPr>
      <p:grpSpPr>
        <a:xfrm>
          <a:off x="0" y="0"/>
          <a:ext cx="0" cy="0"/>
          <a:chOff x="0" y="0"/>
          <a:chExt cx="0" cy="0"/>
        </a:xfrm>
      </p:grpSpPr>
      <p:sp>
        <p:nvSpPr>
          <p:cNvPr id="4" name="Text Placeholder 21">
            <a:extLst>
              <a:ext uri="{FF2B5EF4-FFF2-40B4-BE49-F238E27FC236}">
                <a16:creationId xmlns:a16="http://schemas.microsoft.com/office/drawing/2014/main" id="{AA313648-329E-EA50-B837-6EBA3D3F76ED}"/>
              </a:ext>
            </a:extLst>
          </p:cNvPr>
          <p:cNvSpPr>
            <a:spLocks noGrp="1"/>
          </p:cNvSpPr>
          <p:nvPr>
            <p:ph type="body" sz="quarter" idx="11" hasCustomPrompt="1"/>
          </p:nvPr>
        </p:nvSpPr>
        <p:spPr>
          <a:xfrm>
            <a:off x="486561" y="1124707"/>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code</a:t>
            </a:r>
          </a:p>
        </p:txBody>
      </p:sp>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763656" y="2606675"/>
            <a:ext cx="10664687" cy="3384550"/>
          </a:xfrm>
          <a:prstGeom prst="roundRect">
            <a:avLst>
              <a:gd name="adj" fmla="val 8562"/>
            </a:avLst>
          </a:prstGeom>
          <a:noFill/>
          <a:ln w="19050">
            <a:solidFill>
              <a:schemeClr val="bg2"/>
            </a:solidFill>
          </a:ln>
        </p:spPr>
        <p:txBody>
          <a:bodyPr/>
          <a:lstStyle/>
          <a:p>
            <a:endParaRPr lang="en-US"/>
          </a:p>
        </p:txBody>
      </p:sp>
      <p:sp>
        <p:nvSpPr>
          <p:cNvPr id="5" name="Text Placeholder 21">
            <a:extLst>
              <a:ext uri="{FF2B5EF4-FFF2-40B4-BE49-F238E27FC236}">
                <a16:creationId xmlns:a16="http://schemas.microsoft.com/office/drawing/2014/main" id="{761B93CA-04D6-E74F-91FD-A35FAB4C3701}"/>
              </a:ext>
            </a:extLst>
          </p:cNvPr>
          <p:cNvSpPr>
            <a:spLocks noGrp="1"/>
          </p:cNvSpPr>
          <p:nvPr>
            <p:ph type="body" sz="quarter" idx="10" hasCustomPrompt="1"/>
          </p:nvPr>
        </p:nvSpPr>
        <p:spPr>
          <a:xfrm>
            <a:off x="486561" y="749209"/>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Tree>
    <p:extLst>
      <p:ext uri="{BB962C8B-B14F-4D97-AF65-F5344CB8AC3E}">
        <p14:creationId xmlns:p14="http://schemas.microsoft.com/office/powerpoint/2010/main" val="1179120831"/>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Title, content, and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5022" y="694380"/>
            <a:ext cx="5346883" cy="549146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486060" y="1520848"/>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486061"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Tree>
    <p:extLst>
      <p:ext uri="{BB962C8B-B14F-4D97-AF65-F5344CB8AC3E}">
        <p14:creationId xmlns:p14="http://schemas.microsoft.com/office/powerpoint/2010/main" val="2859488665"/>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Title, content, and image_02">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5865021" y="1520848"/>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Tree>
    <p:extLst>
      <p:ext uri="{BB962C8B-B14F-4D97-AF65-F5344CB8AC3E}">
        <p14:creationId xmlns:p14="http://schemas.microsoft.com/office/powerpoint/2010/main" val="65986096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Title, content, two columns, and image_">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5865021" y="721360"/>
            <a:ext cx="3890148"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2458544"/>
            <a:ext cx="5422738" cy="66599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
        <p:nvSpPr>
          <p:cNvPr id="3" name="Text Placeholder 21">
            <a:extLst>
              <a:ext uri="{FF2B5EF4-FFF2-40B4-BE49-F238E27FC236}">
                <a16:creationId xmlns:a16="http://schemas.microsoft.com/office/drawing/2014/main" id="{2149FBC2-7683-A9B2-46C5-5B57FB19189E}"/>
              </a:ext>
            </a:extLst>
          </p:cNvPr>
          <p:cNvSpPr>
            <a:spLocks noGrp="1"/>
          </p:cNvSpPr>
          <p:nvPr>
            <p:ph type="body" sz="quarter" idx="22" hasCustomPrompt="1"/>
          </p:nvPr>
        </p:nvSpPr>
        <p:spPr>
          <a:xfrm>
            <a:off x="5865021"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4" name="Text Placeholder 23">
            <a:extLst>
              <a:ext uri="{FF2B5EF4-FFF2-40B4-BE49-F238E27FC236}">
                <a16:creationId xmlns:a16="http://schemas.microsoft.com/office/drawing/2014/main" id="{17EDA63C-3159-CA34-D4B9-9A79B9E9B3E2}"/>
              </a:ext>
            </a:extLst>
          </p:cNvPr>
          <p:cNvSpPr>
            <a:spLocks noGrp="1"/>
          </p:cNvSpPr>
          <p:nvPr>
            <p:ph type="body" sz="quarter" idx="23" hasCustomPrompt="1"/>
          </p:nvPr>
        </p:nvSpPr>
        <p:spPr>
          <a:xfrm>
            <a:off x="5865023" y="442244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5" name="Text Placeholder 21">
            <a:extLst>
              <a:ext uri="{FF2B5EF4-FFF2-40B4-BE49-F238E27FC236}">
                <a16:creationId xmlns:a16="http://schemas.microsoft.com/office/drawing/2014/main" id="{39D65247-30E9-1D1B-9BBF-08C0134797DF}"/>
              </a:ext>
            </a:extLst>
          </p:cNvPr>
          <p:cNvSpPr>
            <a:spLocks noGrp="1"/>
          </p:cNvSpPr>
          <p:nvPr>
            <p:ph type="body" sz="quarter" idx="26" hasCustomPrompt="1"/>
          </p:nvPr>
        </p:nvSpPr>
        <p:spPr>
          <a:xfrm>
            <a:off x="9000107"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6" name="Text Placeholder 23">
            <a:extLst>
              <a:ext uri="{FF2B5EF4-FFF2-40B4-BE49-F238E27FC236}">
                <a16:creationId xmlns:a16="http://schemas.microsoft.com/office/drawing/2014/main" id="{F16989F6-4ED5-C533-8D96-71926EBC6E56}"/>
              </a:ext>
            </a:extLst>
          </p:cNvPr>
          <p:cNvSpPr>
            <a:spLocks noGrp="1"/>
          </p:cNvSpPr>
          <p:nvPr>
            <p:ph type="body" sz="quarter" idx="27" hasCustomPrompt="1"/>
          </p:nvPr>
        </p:nvSpPr>
        <p:spPr>
          <a:xfrm>
            <a:off x="9000109" y="4422445"/>
            <a:ext cx="2440229" cy="1109662"/>
          </a:xfrm>
          <a:prstGeom prst="rect">
            <a:avLst/>
          </a:prstGeom>
        </p:spPr>
        <p:txBody>
          <a:bodyPr/>
          <a:lstStyle>
            <a:lvl1pPr marL="0" indent="0" algn="l">
              <a:lnSpc>
                <a:spcPts val="1800"/>
              </a:lnSpc>
              <a:buNone/>
              <a:defRPr sz="14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1421867947"/>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1_Title, content, and cod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1304" y="694380"/>
            <a:ext cx="5346883" cy="5491468"/>
          </a:xfrm>
          <a:prstGeom prst="roundRect">
            <a:avLst>
              <a:gd name="adj" fmla="val 4675"/>
            </a:avLst>
          </a:prstGeom>
          <a:noFill/>
          <a:ln w="19050">
            <a:solidFill>
              <a:schemeClr val="bg2"/>
            </a:solidFill>
          </a:ln>
        </p:spPr>
        <p:txBody>
          <a:bodyPr/>
          <a:lstStyle/>
          <a:p>
            <a:endParaRPr lang="en-US"/>
          </a:p>
        </p:txBody>
      </p:sp>
      <p:sp>
        <p:nvSpPr>
          <p:cNvPr id="2" name="Text Placeholder 21">
            <a:extLst>
              <a:ext uri="{FF2B5EF4-FFF2-40B4-BE49-F238E27FC236}">
                <a16:creationId xmlns:a16="http://schemas.microsoft.com/office/drawing/2014/main" id="{C2D34918-D686-3120-DEC4-3DC57586D1CD}"/>
              </a:ext>
            </a:extLst>
          </p:cNvPr>
          <p:cNvSpPr>
            <a:spLocks noGrp="1"/>
          </p:cNvSpPr>
          <p:nvPr>
            <p:ph type="body" sz="quarter" idx="10" hasCustomPrompt="1"/>
          </p:nvPr>
        </p:nvSpPr>
        <p:spPr>
          <a:xfrm>
            <a:off x="499248" y="1726451"/>
            <a:ext cx="3578552" cy="235131"/>
          </a:xfrm>
          <a:prstGeom prst="rect">
            <a:avLst/>
          </a:prstGeom>
        </p:spPr>
        <p:txBody>
          <a:bodyPr/>
          <a:lstStyle>
            <a:lvl1pPr marL="0" indent="0">
              <a:buNone/>
              <a:defRPr kumimoji="0" lang="en-US" sz="1200" b="0" i="0" u="none" strike="noStrike" kern="1200" cap="all" spc="300" normalizeH="0" baseline="0" dirty="0" smtClean="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3" name="Text Placeholder 21">
            <a:extLst>
              <a:ext uri="{FF2B5EF4-FFF2-40B4-BE49-F238E27FC236}">
                <a16:creationId xmlns:a16="http://schemas.microsoft.com/office/drawing/2014/main" id="{92BE8E6F-2E29-1C28-D47A-4F8DA736641D}"/>
              </a:ext>
            </a:extLst>
          </p:cNvPr>
          <p:cNvSpPr>
            <a:spLocks noGrp="1"/>
          </p:cNvSpPr>
          <p:nvPr>
            <p:ph type="body" sz="quarter" idx="11" hasCustomPrompt="1"/>
          </p:nvPr>
        </p:nvSpPr>
        <p:spPr>
          <a:xfrm>
            <a:off x="486618" y="2139299"/>
            <a:ext cx="3578552" cy="1393191"/>
          </a:xfrm>
          <a:prstGeom prst="rect">
            <a:avLst/>
          </a:prstGeom>
        </p:spPr>
        <p:txBody>
          <a:bodyPr/>
          <a:lstStyle>
            <a:lvl1pPr marL="0" indent="0">
              <a:buNone/>
              <a:defRPr kumimoji="0" lang="en-US" sz="44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code</a:t>
            </a:r>
          </a:p>
        </p:txBody>
      </p:sp>
      <p:sp>
        <p:nvSpPr>
          <p:cNvPr id="4" name="Text Placeholder 21">
            <a:extLst>
              <a:ext uri="{FF2B5EF4-FFF2-40B4-BE49-F238E27FC236}">
                <a16:creationId xmlns:a16="http://schemas.microsoft.com/office/drawing/2014/main" id="{D327B1D7-50B2-3252-1FA4-35AECAFF00EE}"/>
              </a:ext>
            </a:extLst>
          </p:cNvPr>
          <p:cNvSpPr>
            <a:spLocks noGrp="1"/>
          </p:cNvSpPr>
          <p:nvPr>
            <p:ph type="body" sz="quarter" idx="13" hasCustomPrompt="1"/>
          </p:nvPr>
        </p:nvSpPr>
        <p:spPr>
          <a:xfrm>
            <a:off x="486619"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Tree>
    <p:extLst>
      <p:ext uri="{BB962C8B-B14F-4D97-AF65-F5344CB8AC3E}">
        <p14:creationId xmlns:p14="http://schemas.microsoft.com/office/powerpoint/2010/main" val="2108562185"/>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Full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128015" y="0"/>
            <a:ext cx="12320016" cy="6858000"/>
          </a:xfrm>
          <a:prstGeom prst="roundRect">
            <a:avLst>
              <a:gd name="adj" fmla="val 0"/>
            </a:avLst>
          </a:prstGeom>
          <a:solidFill>
            <a:schemeClr val="bg2"/>
          </a:solidFill>
        </p:spPr>
        <p:txBody>
          <a:bodyPr/>
          <a:lstStyle/>
          <a:p>
            <a:endParaRPr lang="en-US"/>
          </a:p>
        </p:txBody>
      </p:sp>
    </p:spTree>
    <p:extLst>
      <p:ext uri="{BB962C8B-B14F-4D97-AF65-F5344CB8AC3E}">
        <p14:creationId xmlns:p14="http://schemas.microsoft.com/office/powerpoint/2010/main" val="2983971175"/>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161D26"/>
        </a:solidFill>
        <a:effectLst/>
      </p:bgPr>
    </p:bg>
    <p:spTree>
      <p:nvGrpSpPr>
        <p:cNvPr id="1" name=""/>
        <p:cNvGrpSpPr/>
        <p:nvPr/>
      </p:nvGrpSpPr>
      <p:grpSpPr>
        <a:xfrm>
          <a:off x="0" y="0"/>
          <a:ext cx="0" cy="0"/>
          <a:chOff x="0" y="0"/>
          <a:chExt cx="0" cy="0"/>
        </a:xfrm>
      </p:grpSpPr>
      <p:sp>
        <p:nvSpPr>
          <p:cNvPr id="3" name="Text Placeholder 21">
            <a:extLst>
              <a:ext uri="{FF2B5EF4-FFF2-40B4-BE49-F238E27FC236}">
                <a16:creationId xmlns:a16="http://schemas.microsoft.com/office/drawing/2014/main" id="{4214D09F-C4A1-6D48-55BF-33FE47B9089D}"/>
              </a:ext>
            </a:extLst>
          </p:cNvPr>
          <p:cNvSpPr>
            <a:spLocks noGrp="1"/>
          </p:cNvSpPr>
          <p:nvPr>
            <p:ph type="body" sz="quarter" idx="11" hasCustomPrompt="1"/>
          </p:nvPr>
        </p:nvSpPr>
        <p:spPr>
          <a:xfrm>
            <a:off x="486566" y="650191"/>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only slide</a:t>
            </a:r>
          </a:p>
        </p:txBody>
      </p:sp>
    </p:spTree>
    <p:extLst>
      <p:ext uri="{BB962C8B-B14F-4D97-AF65-F5344CB8AC3E}">
        <p14:creationId xmlns:p14="http://schemas.microsoft.com/office/powerpoint/2010/main" val="3954096841"/>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1_Session Title - 1">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8"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3" y="1773933"/>
            <a:ext cx="10511618" cy="3125036"/>
          </a:xfrm>
          <a:prstGeom prst="rect">
            <a:avLst/>
          </a:prstGeom>
        </p:spPr>
        <p:txBody>
          <a:bodyPr/>
          <a:lstStyle>
            <a:lvl1pPr marL="228600" marR="0" indent="-228600" algn="l" defTabSz="914400" rtl="0" eaLnBrk="1" fontAlgn="auto" latinLnBrk="0" hangingPunct="1">
              <a:lnSpc>
                <a:spcPts val="6000"/>
              </a:lnSpc>
              <a:spcBef>
                <a:spcPct val="0"/>
              </a:spcBef>
              <a:spcAft>
                <a:spcPts val="0"/>
              </a:spcAft>
              <a:buClrTx/>
              <a:buSzTx/>
              <a:buFontTx/>
              <a:buNone/>
              <a:defRPr kumimoji="0" lang="en-US" sz="4400" b="0" i="0" u="none" strike="noStrike" kern="1200" cap="none" spc="0" normalizeH="0" baseline="0">
                <a:ln>
                  <a:noFill/>
                </a:ln>
                <a:solidFill>
                  <a:srgbClr val="FFFFFF"/>
                </a:solidFill>
                <a:effectLst/>
                <a:uLnTx/>
                <a:uFillTx/>
                <a:latin typeface="Amazon Ember Display"/>
                <a:ea typeface="+mj-ea"/>
                <a:cs typeface="+mj-cs"/>
              </a:defRPr>
            </a:lvl1pPr>
          </a:lstStyle>
          <a:p>
            <a:pPr marL="228600" marR="0" lvl="0" indent="-228600" algn="l" defTabSz="914400" rtl="0" eaLnBrk="1" fontAlgn="auto" latinLnBrk="0" hangingPunct="1">
              <a:lnSpc>
                <a:spcPts val="6000"/>
              </a:lnSpc>
              <a:spcBef>
                <a:spcPct val="0"/>
              </a:spcBef>
              <a:spcAft>
                <a:spcPts val="0"/>
              </a:spcAft>
              <a:buClrTx/>
              <a:buSzTx/>
              <a:buFontTx/>
              <a:buNone/>
              <a:defRPr/>
            </a:pPr>
            <a:r>
              <a:rPr lang="en-US" b="0" dirty="0">
                <a:solidFill>
                  <a:srgbClr val="FFFFFF"/>
                </a:solidFill>
                <a:latin typeface="Amazon Ember Display"/>
              </a:rPr>
              <a:t>“Quote goes here.”</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3"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Author</a:t>
            </a:r>
          </a:p>
          <a:p>
            <a:pPr lvl="0"/>
            <a:r>
              <a:rPr lang="en-US" dirty="0"/>
              <a:t>Source</a:t>
            </a:r>
          </a:p>
        </p:txBody>
      </p:sp>
    </p:spTree>
    <p:extLst>
      <p:ext uri="{BB962C8B-B14F-4D97-AF65-F5344CB8AC3E}">
        <p14:creationId xmlns:p14="http://schemas.microsoft.com/office/powerpoint/2010/main" val="1314029191"/>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2_Session Title -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437687-5DF0-1D81-925D-844EE787EEB9}"/>
              </a:ext>
            </a:extLst>
          </p:cNvPr>
          <p:cNvSpPr/>
          <p:nvPr userDrawn="1"/>
        </p:nvSpPr>
        <p:spPr>
          <a:xfrm>
            <a:off x="0" y="0"/>
            <a:ext cx="12192000" cy="6858000"/>
          </a:xfrm>
          <a:prstGeom prst="rect">
            <a:avLst/>
          </a:prstGeom>
          <a:solidFill>
            <a:srgbClr val="151D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p>
        </p:txBody>
      </p:sp>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1773933"/>
            <a:ext cx="10511618" cy="3125036"/>
          </a:xfrm>
          <a:prstGeom prst="rect">
            <a:avLst/>
          </a:prstGeom>
        </p:spPr>
        <p:txBody>
          <a:bodyPr/>
          <a:lstStyle>
            <a:lvl1pPr marL="228600" marR="0" indent="-228600" algn="l" defTabSz="914400" rtl="0" eaLnBrk="1" fontAlgn="auto" latinLnBrk="0" hangingPunct="1">
              <a:lnSpc>
                <a:spcPts val="6000"/>
              </a:lnSpc>
              <a:spcBef>
                <a:spcPct val="0"/>
              </a:spcBef>
              <a:spcAft>
                <a:spcPts val="0"/>
              </a:spcAft>
              <a:buClrTx/>
              <a:buSzTx/>
              <a:buFontTx/>
              <a:buNone/>
              <a:defRPr kumimoji="0" lang="en-US" sz="4400" b="0" i="0" u="none" strike="noStrike" kern="1200" cap="none" spc="0" normalizeH="0" baseline="0">
                <a:ln>
                  <a:noFill/>
                </a:ln>
                <a:solidFill>
                  <a:srgbClr val="FFFFFF"/>
                </a:solidFill>
                <a:effectLst/>
                <a:uLnTx/>
                <a:uFillTx/>
                <a:latin typeface="Amazon Ember Display"/>
                <a:ea typeface="+mj-ea"/>
                <a:cs typeface="+mj-cs"/>
              </a:defRPr>
            </a:lvl1pPr>
          </a:lstStyle>
          <a:p>
            <a:pPr marL="228600" marR="0" lvl="0" indent="-228600" algn="l" defTabSz="914400" rtl="0" eaLnBrk="1" fontAlgn="auto" latinLnBrk="0" hangingPunct="1">
              <a:lnSpc>
                <a:spcPts val="6000"/>
              </a:lnSpc>
              <a:spcBef>
                <a:spcPct val="0"/>
              </a:spcBef>
              <a:spcAft>
                <a:spcPts val="0"/>
              </a:spcAft>
              <a:buClrTx/>
              <a:buSzTx/>
              <a:buFontTx/>
              <a:buNone/>
              <a:defRPr/>
            </a:pPr>
            <a:r>
              <a:rPr lang="en-US" b="0" dirty="0">
                <a:solidFill>
                  <a:srgbClr val="FFFFFF"/>
                </a:solidFill>
                <a:latin typeface="Amazon Ember Display"/>
              </a:rPr>
              <a:t>“Quote goes here.”</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4"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Author</a:t>
            </a:r>
          </a:p>
          <a:p>
            <a:pPr lvl="0"/>
            <a:r>
              <a:rPr lang="en-US" dirty="0"/>
              <a:t>Source</a:t>
            </a:r>
          </a:p>
        </p:txBody>
      </p:sp>
    </p:spTree>
    <p:extLst>
      <p:ext uri="{BB962C8B-B14F-4D97-AF65-F5344CB8AC3E}">
        <p14:creationId xmlns:p14="http://schemas.microsoft.com/office/powerpoint/2010/main" val="3089889578"/>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6_Thank you &amp; QR code">
    <p:spTree>
      <p:nvGrpSpPr>
        <p:cNvPr id="1" name=""/>
        <p:cNvGrpSpPr/>
        <p:nvPr/>
      </p:nvGrpSpPr>
      <p:grpSpPr>
        <a:xfrm>
          <a:off x="0" y="0"/>
          <a:ext cx="0" cy="0"/>
          <a:chOff x="0" y="0"/>
          <a:chExt cx="0" cy="0"/>
        </a:xfrm>
      </p:grpSpPr>
      <p:pic>
        <p:nvPicPr>
          <p:cNvPr id="10" name="Picture 9" descr="A purple and blue background&#10;&#10;AI-generated content may be incorrect.">
            <a:extLst>
              <a:ext uri="{FF2B5EF4-FFF2-40B4-BE49-F238E27FC236}">
                <a16:creationId xmlns:a16="http://schemas.microsoft.com/office/drawing/2014/main" id="{655FC996-A5B8-5013-E799-734F0CE5370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1" b="4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5" name="Rectangle 4">
            <a:extLst>
              <a:ext uri="{FF2B5EF4-FFF2-40B4-BE49-F238E27FC236}">
                <a16:creationId xmlns:a16="http://schemas.microsoft.com/office/drawing/2014/main" id="{6930E374-E43A-7817-56ED-620244F03D37}"/>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6" name="TextBox 5">
            <a:extLst>
              <a:ext uri="{FF2B5EF4-FFF2-40B4-BE49-F238E27FC236}">
                <a16:creationId xmlns:a16="http://schemas.microsoft.com/office/drawing/2014/main" id="{25D28670-6BD7-6EDA-1F7A-A1CDEFB809E2}"/>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1033678026"/>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3_Thank you">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537277"/>
            <a:ext cx="835752" cy="499786"/>
          </a:xfrm>
          <a:prstGeom prst="rect">
            <a:avLst/>
          </a:prstGeom>
        </p:spPr>
      </p:pic>
      <p:sp>
        <p:nvSpPr>
          <p:cNvPr id="2" name="Text Placeholder 21">
            <a:extLst>
              <a:ext uri="{FF2B5EF4-FFF2-40B4-BE49-F238E27FC236}">
                <a16:creationId xmlns:a16="http://schemas.microsoft.com/office/drawing/2014/main" id="{BD798EA0-85C0-1EE6-826D-0B9CC385B0AD}"/>
              </a:ext>
            </a:extLst>
          </p:cNvPr>
          <p:cNvSpPr>
            <a:spLocks noGrp="1"/>
          </p:cNvSpPr>
          <p:nvPr>
            <p:ph type="body" sz="quarter" idx="11" hasCustomPrompt="1"/>
          </p:nvPr>
        </p:nvSpPr>
        <p:spPr>
          <a:xfrm>
            <a:off x="486616"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9" name="Rectangle 8">
            <a:extLst>
              <a:ext uri="{FF2B5EF4-FFF2-40B4-BE49-F238E27FC236}">
                <a16:creationId xmlns:a16="http://schemas.microsoft.com/office/drawing/2014/main" id="{CB32FC0C-8C3E-EC9A-E2FA-6EE909E76F37}"/>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0" name="TextBox 9">
            <a:extLst>
              <a:ext uri="{FF2B5EF4-FFF2-40B4-BE49-F238E27FC236}">
                <a16:creationId xmlns:a16="http://schemas.microsoft.com/office/drawing/2014/main" id="{1ED149B1-2D95-35AC-CEBC-88E8E42F7571}"/>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547436735"/>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5_Thank you &amp; QR code">
    <p:spTree>
      <p:nvGrpSpPr>
        <p:cNvPr id="1" name=""/>
        <p:cNvGrpSpPr/>
        <p:nvPr/>
      </p:nvGrpSpPr>
      <p:grpSpPr>
        <a:xfrm>
          <a:off x="0" y="0"/>
          <a:ext cx="0" cy="0"/>
          <a:chOff x="0" y="0"/>
          <a:chExt cx="0" cy="0"/>
        </a:xfrm>
      </p:grpSpPr>
      <p:pic>
        <p:nvPicPr>
          <p:cNvPr id="12" name="Picture 11" descr="A purple and blue background&#10;&#10;AI-generated content may be incorrect.">
            <a:extLst>
              <a:ext uri="{FF2B5EF4-FFF2-40B4-BE49-F238E27FC236}">
                <a16:creationId xmlns:a16="http://schemas.microsoft.com/office/drawing/2014/main" id="{56BF139E-A371-BD33-4544-690E2510164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1" b="4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9" name="Rectangle 8">
            <a:extLst>
              <a:ext uri="{FF2B5EF4-FFF2-40B4-BE49-F238E27FC236}">
                <a16:creationId xmlns:a16="http://schemas.microsoft.com/office/drawing/2014/main" id="{BF665193-C876-5B9E-E3ED-F7303F605376}"/>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0" name="TextBox 9">
            <a:extLst>
              <a:ext uri="{FF2B5EF4-FFF2-40B4-BE49-F238E27FC236}">
                <a16:creationId xmlns:a16="http://schemas.microsoft.com/office/drawing/2014/main" id="{33AF1947-BEFA-E116-B659-78B6A2F46848}"/>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114768307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4_Thank you &amp; QR code">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8" name="Rectangle 7">
            <a:extLst>
              <a:ext uri="{FF2B5EF4-FFF2-40B4-BE49-F238E27FC236}">
                <a16:creationId xmlns:a16="http://schemas.microsoft.com/office/drawing/2014/main" id="{FA0364CA-33E8-6BA8-69BF-4B4F35C5EEB2}"/>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9" name="TextBox 8">
            <a:extLst>
              <a:ext uri="{FF2B5EF4-FFF2-40B4-BE49-F238E27FC236}">
                <a16:creationId xmlns:a16="http://schemas.microsoft.com/office/drawing/2014/main" id="{6A72C134-7120-C362-31B3-9F9E993EE4C4}"/>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283550873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pic>
        <p:nvPicPr>
          <p:cNvPr id="3" name="Picture 2" descr="A purple and blue gradient&#10;&#10;AI-generated content may be incorrect.">
            <a:extLst>
              <a:ext uri="{FF2B5EF4-FFF2-40B4-BE49-F238E27FC236}">
                <a16:creationId xmlns:a16="http://schemas.microsoft.com/office/drawing/2014/main" id="{EDBFAC01-0FA7-B8F7-7462-2916A3EEE9C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spTree>
    <p:extLst>
      <p:ext uri="{BB962C8B-B14F-4D97-AF65-F5344CB8AC3E}">
        <p14:creationId xmlns:p14="http://schemas.microsoft.com/office/powerpoint/2010/main" val="1756313646"/>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4495800"/>
          </a:xfrm>
        </p:spPr>
        <p:txBody>
          <a:bodyPr/>
          <a:lstStyle>
            <a:lvl1pPr marL="0" indent="0">
              <a:spcAft>
                <a:spcPts val="1800"/>
              </a:spcAft>
              <a:buNone/>
              <a:defRPr/>
            </a:lvl1pPr>
            <a:lvl2pPr marL="285750" indent="0">
              <a:spcAft>
                <a:spcPts val="1800"/>
              </a:spcAft>
              <a:buNone/>
              <a:defRPr/>
            </a:lvl2pPr>
            <a:lvl3pPr marL="628650" indent="0">
              <a:spcAft>
                <a:spcPts val="1800"/>
              </a:spcAft>
              <a:buNone/>
              <a:defRPr/>
            </a:lvl3pPr>
            <a:lvl4pPr marL="914400" indent="0">
              <a:spcAft>
                <a:spcPts val="1800"/>
              </a:spcAft>
              <a:buNone/>
              <a:defRPr/>
            </a:lvl4pPr>
            <a:lvl5pPr marL="1143000" indent="0">
              <a:spcAft>
                <a:spcPts val="1800"/>
              </a:spcAft>
              <a:buNone/>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Tree>
    <p:extLst>
      <p:ext uri="{BB962C8B-B14F-4D97-AF65-F5344CB8AC3E}">
        <p14:creationId xmlns:p14="http://schemas.microsoft.com/office/powerpoint/2010/main" val="36029316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sldLayout>
</file>

<file path=ppt/slideLayouts/slideLayout155.xml><?xml version="1.0" encoding="utf-8"?>
<p:sldLayout xmlns:a="http://schemas.openxmlformats.org/drawingml/2006/main" xmlns:r="http://schemas.openxmlformats.org/officeDocument/2006/relationships" xmlns:p="http://schemas.openxmlformats.org/presentationml/2006/main" type="titleOnly">
  <p:cSld name="Title Only with Ar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b="0"/>
            </a:lvl1pPr>
          </a:lstStyle>
          <a:p>
            <a:r>
              <a:rPr lang="en-US" dirty="0"/>
              <a:t>Title only layout with art</a:t>
            </a:r>
          </a:p>
        </p:txBody>
      </p:sp>
    </p:spTree>
    <p:extLst>
      <p:ext uri="{BB962C8B-B14F-4D97-AF65-F5344CB8AC3E}">
        <p14:creationId xmlns:p14="http://schemas.microsoft.com/office/powerpoint/2010/main" val="2168631980"/>
      </p:ext>
    </p:extLst>
  </p:cSld>
  <p:clrMapOvr>
    <a:masterClrMapping/>
  </p:clrMapOvr>
  <p:transition>
    <p:fade/>
  </p:transition>
</p:sldLayout>
</file>

<file path=ppt/slideLayouts/slideLayout156.xml><?xml version="1.0" encoding="utf-8"?>
<p:sldLayout xmlns:a="http://schemas.openxmlformats.org/drawingml/2006/main" xmlns:r="http://schemas.openxmlformats.org/officeDocument/2006/relationships" xmlns:p="http://schemas.openxmlformats.org/presentationml/2006/main" userDrawn="1">
  <p:cSld name="Title only">
    <p:bg>
      <p:bgPr>
        <a:solidFill>
          <a:srgbClr val="161D26"/>
        </a:solidFill>
        <a:effectLst/>
      </p:bgPr>
    </p:bg>
    <p:spTree>
      <p:nvGrpSpPr>
        <p:cNvPr id="1" name=""/>
        <p:cNvGrpSpPr/>
        <p:nvPr/>
      </p:nvGrpSpPr>
      <p:grpSpPr>
        <a:xfrm>
          <a:off x="0" y="0"/>
          <a:ext cx="0" cy="0"/>
          <a:chOff x="0" y="0"/>
          <a:chExt cx="0" cy="0"/>
        </a:xfrm>
      </p:grpSpPr>
      <p:sp>
        <p:nvSpPr>
          <p:cNvPr id="3" name="Text Placeholder 21">
            <a:extLst>
              <a:ext uri="{FF2B5EF4-FFF2-40B4-BE49-F238E27FC236}">
                <a16:creationId xmlns:a16="http://schemas.microsoft.com/office/drawing/2014/main" id="{4214D09F-C4A1-6D48-55BF-33FE47B9089D}"/>
              </a:ext>
            </a:extLst>
          </p:cNvPr>
          <p:cNvSpPr>
            <a:spLocks noGrp="1"/>
          </p:cNvSpPr>
          <p:nvPr>
            <p:ph type="body" sz="quarter" idx="11" hasCustomPrompt="1"/>
          </p:nvPr>
        </p:nvSpPr>
        <p:spPr>
          <a:xfrm>
            <a:off x="486566" y="650191"/>
            <a:ext cx="10664687" cy="688619"/>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only slide</a:t>
            </a:r>
          </a:p>
        </p:txBody>
      </p:sp>
    </p:spTree>
    <p:extLst>
      <p:ext uri="{BB962C8B-B14F-4D97-AF65-F5344CB8AC3E}">
        <p14:creationId xmlns:p14="http://schemas.microsoft.com/office/powerpoint/2010/main" val="39385143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Walk on">
    <p:spTree>
      <p:nvGrpSpPr>
        <p:cNvPr id="1" name=""/>
        <p:cNvGrpSpPr/>
        <p:nvPr/>
      </p:nvGrpSpPr>
      <p:grpSpPr>
        <a:xfrm>
          <a:off x="0" y="0"/>
          <a:ext cx="0" cy="0"/>
          <a:chOff x="0" y="0"/>
          <a:chExt cx="0" cy="0"/>
        </a:xfrm>
      </p:grpSpPr>
      <p:pic>
        <p:nvPicPr>
          <p:cNvPr id="3" name="Picture 2" descr="A close-up of a colorful background&#10;&#10;AI-generated content may be incorrect.">
            <a:extLst>
              <a:ext uri="{FF2B5EF4-FFF2-40B4-BE49-F238E27FC236}">
                <a16:creationId xmlns:a16="http://schemas.microsoft.com/office/drawing/2014/main" id="{8F0CD83B-FED8-8C19-0DC5-591BFA61F63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12412EBA-77D0-2550-D30E-416009443B1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51150" y="3312356"/>
            <a:ext cx="4168175" cy="1344189"/>
          </a:xfrm>
          <a:prstGeom prst="rect">
            <a:avLst/>
          </a:prstGeom>
        </p:spPr>
      </p:pic>
    </p:spTree>
    <p:extLst>
      <p:ext uri="{BB962C8B-B14F-4D97-AF65-F5344CB8AC3E}">
        <p14:creationId xmlns:p14="http://schemas.microsoft.com/office/powerpoint/2010/main" val="2484709919"/>
      </p:ext>
    </p:extLst>
  </p:cSld>
  <p:clrMapOvr>
    <a:masterClrMapping/>
  </p:clrMapOvr>
  <p:transition>
    <p:fade/>
  </p:transition>
  <p:extLst>
    <p:ext uri="{DCECCB84-F9BA-43D5-87BE-67443E8EF086}">
      <p15:sldGuideLst xmlns:p15="http://schemas.microsoft.com/office/powerpoint/2012/main"/>
    </p:ext>
  </p:extLst>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ession Title - 1">
    <p:spTree>
      <p:nvGrpSpPr>
        <p:cNvPr id="1" name=""/>
        <p:cNvGrpSpPr/>
        <p:nvPr/>
      </p:nvGrpSpPr>
      <p:grpSpPr>
        <a:xfrm>
          <a:off x="0" y="0"/>
          <a:ext cx="0" cy="0"/>
          <a:chOff x="0" y="0"/>
          <a:chExt cx="0" cy="0"/>
        </a:xfrm>
      </p:grpSpPr>
      <p:pic>
        <p:nvPicPr>
          <p:cNvPr id="3" name="Picture 2" descr="A blurry image of a colorful background&#10;&#10;AI-generated content may be incorrect.">
            <a:extLst>
              <a:ext uri="{FF2B5EF4-FFF2-40B4-BE49-F238E27FC236}">
                <a16:creationId xmlns:a16="http://schemas.microsoft.com/office/drawing/2014/main" id="{7B9D837A-94BA-DED9-AE91-9C0503ABE2F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58532"/>
          </a:xfrm>
          <a:prstGeom prst="rect">
            <a:avLst/>
          </a:prstGeom>
        </p:spPr>
        <p:txBody>
          <a:bodyPr/>
          <a:lstStyle>
            <a:lvl1pPr marL="0" indent="0">
              <a:buNone/>
              <a:defRPr kumimoji="0" lang="en-US" sz="1200" b="0" i="0" u="none" strike="noStrike" kern="1200" cap="all" spc="300" normalizeH="0" baseline="0" dirty="0" smtClean="0">
                <a:ln>
                  <a:noFill/>
                </a:ln>
                <a:solidFill>
                  <a:schemeClr val="tx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646331"/>
          </a:xfrm>
          <a:prstGeom prst="rect">
            <a:avLst/>
          </a:prstGeom>
        </p:spPr>
        <p:txBody>
          <a:bodyPr/>
          <a:lstStyle>
            <a:lvl1pPr marL="0" indent="0">
              <a:buNone/>
              <a:defRPr kumimoji="0" lang="en-US" sz="4000" b="0" i="0" u="none" strike="noStrike" kern="1200" cap="none" spc="0" normalizeH="0" baseline="0" dirty="0">
                <a:ln>
                  <a:noFill/>
                </a:ln>
                <a:solidFill>
                  <a:schemeClr val="tx1"/>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610180717"/>
      </p:ext>
    </p:extLst>
  </p:cSld>
  <p:clrMapOvr>
    <a:masterClrMapping/>
  </p:clrMapOvr>
  <p:transition>
    <p:fade/>
  </p:transition>
  <p:extLst>
    <p:ext uri="{DCECCB84-F9BA-43D5-87BE-67443E8EF086}">
      <p15:sldGuideLst xmlns:p15="http://schemas.microsoft.com/office/powerpoint/2012/main"/>
    </p:ext>
  </p:extLst>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Session Title - 4">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58532"/>
          </a:xfrm>
          <a:prstGeom prst="rect">
            <a:avLst/>
          </a:prstGeom>
        </p:spPr>
        <p:txBody>
          <a:bodyPr/>
          <a:lstStyle>
            <a:lvl1pPr marL="0" indent="0">
              <a:buNone/>
              <a:defRPr kumimoji="0" lang="en-US" sz="1200" b="0" i="0" u="none" strike="noStrike" kern="1200" cap="all" spc="300" normalizeH="0" baseline="0" dirty="0" smtClean="0">
                <a:ln>
                  <a:noFill/>
                </a:ln>
                <a:solidFill>
                  <a:schemeClr val="tx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646331"/>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934734594"/>
      </p:ext>
    </p:extLst>
  </p:cSld>
  <p:clrMapOvr>
    <a:masterClrMapping/>
  </p:clrMapOvr>
  <p:transition>
    <p:fade/>
  </p:transition>
  <p:extLst>
    <p:ext uri="{DCECCB84-F9BA-43D5-87BE-67443E8EF086}">
      <p15:sldGuideLst xmlns:p15="http://schemas.microsoft.com/office/powerpoint/2012/main"/>
    </p:ext>
  </p:extLst>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Session Title - 2">
    <p:spTree>
      <p:nvGrpSpPr>
        <p:cNvPr id="1" name=""/>
        <p:cNvGrpSpPr/>
        <p:nvPr/>
      </p:nvGrpSpPr>
      <p:grpSpPr>
        <a:xfrm>
          <a:off x="0" y="0"/>
          <a:ext cx="0" cy="0"/>
          <a:chOff x="0" y="0"/>
          <a:chExt cx="0" cy="0"/>
        </a:xfrm>
      </p:grpSpPr>
      <p:pic>
        <p:nvPicPr>
          <p:cNvPr id="2" name="Picture 1" descr="A purple and blue gradient&#10;&#10;AI-generated content may be incorrect.">
            <a:extLst>
              <a:ext uri="{FF2B5EF4-FFF2-40B4-BE49-F238E27FC236}">
                <a16:creationId xmlns:a16="http://schemas.microsoft.com/office/drawing/2014/main" id="{D1BFE156-3870-45A2-6BDF-AB0351C2A3E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3304" y="537277"/>
            <a:ext cx="835752" cy="499786"/>
          </a:xfrm>
          <a:prstGeom prst="rect">
            <a:avLst/>
          </a:prstGeom>
        </p:spPr>
      </p:pic>
      <p:sp>
        <p:nvSpPr>
          <p:cNvPr id="22" name="Text Placeholder 21">
            <a:extLst>
              <a:ext uri="{FF2B5EF4-FFF2-40B4-BE49-F238E27FC236}">
                <a16:creationId xmlns:a16="http://schemas.microsoft.com/office/drawing/2014/main" id="{10306F47-F75A-E094-F378-8596F58755E6}"/>
              </a:ext>
            </a:extLst>
          </p:cNvPr>
          <p:cNvSpPr>
            <a:spLocks noGrp="1"/>
          </p:cNvSpPr>
          <p:nvPr>
            <p:ph type="body" sz="quarter" idx="10" hasCustomPrompt="1"/>
          </p:nvPr>
        </p:nvSpPr>
        <p:spPr>
          <a:xfrm>
            <a:off x="471539" y="2085707"/>
            <a:ext cx="2992437" cy="258532"/>
          </a:xfrm>
          <a:prstGeom prst="rect">
            <a:avLst/>
          </a:prstGeom>
        </p:spPr>
        <p:txBody>
          <a:bodyPr/>
          <a:lstStyle>
            <a:lvl1pPr marL="0" indent="0">
              <a:buNone/>
              <a:defRPr kumimoji="0" lang="en-US" sz="1200" b="0" i="0" u="none" strike="noStrike" kern="1200" cap="all" spc="300" normalizeH="0" baseline="0" dirty="0" smtClean="0">
                <a:ln>
                  <a:noFill/>
                </a:ln>
                <a:solidFill>
                  <a:schemeClr val="tx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58909" y="2498555"/>
            <a:ext cx="10511618" cy="646331"/>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27" name="Text Placeholder 21">
            <a:extLst>
              <a:ext uri="{FF2B5EF4-FFF2-40B4-BE49-F238E27FC236}">
                <a16:creationId xmlns:a16="http://schemas.microsoft.com/office/drawing/2014/main" id="{7A89BAA2-6FD5-5D3C-33E2-A316081914D8}"/>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28" name="Text Placeholder 21">
            <a:extLst>
              <a:ext uri="{FF2B5EF4-FFF2-40B4-BE49-F238E27FC236}">
                <a16:creationId xmlns:a16="http://schemas.microsoft.com/office/drawing/2014/main" id="{8F8058FB-7DE1-1E26-AD33-0976C7D37F54}"/>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29" name="Text Placeholder 21">
            <a:extLst>
              <a:ext uri="{FF2B5EF4-FFF2-40B4-BE49-F238E27FC236}">
                <a16:creationId xmlns:a16="http://schemas.microsoft.com/office/drawing/2014/main" id="{B73CDB15-D753-86B4-5B7E-F5E99542714B}"/>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30" name="Text Placeholder 21">
            <a:extLst>
              <a:ext uri="{FF2B5EF4-FFF2-40B4-BE49-F238E27FC236}">
                <a16:creationId xmlns:a16="http://schemas.microsoft.com/office/drawing/2014/main" id="{7AA478AA-C773-D6F5-0AF5-1B34A47E5437}"/>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31" name="Text Placeholder 21">
            <a:extLst>
              <a:ext uri="{FF2B5EF4-FFF2-40B4-BE49-F238E27FC236}">
                <a16:creationId xmlns:a16="http://schemas.microsoft.com/office/drawing/2014/main" id="{8A30556E-3620-AA19-5CC6-8D66FC591AE7}"/>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3683818876"/>
      </p:ext>
    </p:extLst>
  </p:cSld>
  <p:clrMapOvr>
    <a:masterClrMapping/>
  </p:clrMapOvr>
  <p:transition>
    <p:fade/>
  </p:transition>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Session Title - 3">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9688E7E-560D-1F85-60AE-F11B53EB181C}"/>
              </a:ext>
            </a:extLst>
          </p:cNvPr>
          <p:cNvSpPr/>
          <p:nvPr userDrawn="1"/>
        </p:nvSpPr>
        <p:spPr>
          <a:xfrm>
            <a:off x="0" y="0"/>
            <a:ext cx="12192000" cy="6858000"/>
          </a:xfrm>
          <a:prstGeom prst="rect">
            <a:avLst/>
          </a:prstGeom>
          <a:solidFill>
            <a:srgbClr val="151D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p>
        </p:txBody>
      </p:sp>
      <p:pic>
        <p:nvPicPr>
          <p:cNvPr id="2" name="Graphic 1">
            <a:extLst>
              <a:ext uri="{FF2B5EF4-FFF2-40B4-BE49-F238E27FC236}">
                <a16:creationId xmlns:a16="http://schemas.microsoft.com/office/drawing/2014/main" id="{1EF57A0F-E278-CD58-9703-2C36EBEE4F7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53304" y="537277"/>
            <a:ext cx="835752" cy="499786"/>
          </a:xfrm>
          <a:prstGeom prst="rect">
            <a:avLst/>
          </a:prstGeom>
        </p:spPr>
      </p:pic>
      <p:sp>
        <p:nvSpPr>
          <p:cNvPr id="3" name="Text Placeholder 21">
            <a:extLst>
              <a:ext uri="{FF2B5EF4-FFF2-40B4-BE49-F238E27FC236}">
                <a16:creationId xmlns:a16="http://schemas.microsoft.com/office/drawing/2014/main" id="{75964A49-4B15-7572-0B46-92FB64D1679B}"/>
              </a:ext>
            </a:extLst>
          </p:cNvPr>
          <p:cNvSpPr>
            <a:spLocks noGrp="1"/>
          </p:cNvSpPr>
          <p:nvPr>
            <p:ph type="body" sz="quarter" idx="10" hasCustomPrompt="1"/>
          </p:nvPr>
        </p:nvSpPr>
        <p:spPr>
          <a:xfrm>
            <a:off x="471539" y="2085707"/>
            <a:ext cx="2992437" cy="258532"/>
          </a:xfrm>
          <a:prstGeom prst="rect">
            <a:avLst/>
          </a:prstGeom>
        </p:spPr>
        <p:txBody>
          <a:bodyPr/>
          <a:lstStyle>
            <a:lvl1pPr marL="0" indent="0">
              <a:buNone/>
              <a:defRPr kumimoji="0" lang="en-US" sz="1200" b="0" i="0" u="none" strike="noStrike" kern="1200" cap="all" spc="300" normalizeH="0" baseline="0" dirty="0" smtClean="0">
                <a:ln>
                  <a:noFill/>
                </a:ln>
                <a:solidFill>
                  <a:schemeClr val="tx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a:t>
            </a:r>
          </a:p>
        </p:txBody>
      </p:sp>
      <p:sp>
        <p:nvSpPr>
          <p:cNvPr id="4" name="Text Placeholder 21">
            <a:extLst>
              <a:ext uri="{FF2B5EF4-FFF2-40B4-BE49-F238E27FC236}">
                <a16:creationId xmlns:a16="http://schemas.microsoft.com/office/drawing/2014/main" id="{6CB35DDF-B025-928C-8606-6F4A1B6250B6}"/>
              </a:ext>
            </a:extLst>
          </p:cNvPr>
          <p:cNvSpPr>
            <a:spLocks noGrp="1"/>
          </p:cNvSpPr>
          <p:nvPr>
            <p:ph type="body" sz="quarter" idx="11" hasCustomPrompt="1"/>
          </p:nvPr>
        </p:nvSpPr>
        <p:spPr>
          <a:xfrm>
            <a:off x="458909" y="2498555"/>
            <a:ext cx="10511618" cy="646331"/>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Enter session title </a:t>
            </a:r>
          </a:p>
        </p:txBody>
      </p:sp>
      <p:sp>
        <p:nvSpPr>
          <p:cNvPr id="5" name="Text Placeholder 21">
            <a:extLst>
              <a:ext uri="{FF2B5EF4-FFF2-40B4-BE49-F238E27FC236}">
                <a16:creationId xmlns:a16="http://schemas.microsoft.com/office/drawing/2014/main" id="{4A7E3313-4259-1997-ED9D-5C3D97E23092}"/>
              </a:ext>
            </a:extLst>
          </p:cNvPr>
          <p:cNvSpPr>
            <a:spLocks noGrp="1"/>
          </p:cNvSpPr>
          <p:nvPr>
            <p:ph type="body" sz="quarter" idx="12" hasCustomPrompt="1"/>
          </p:nvPr>
        </p:nvSpPr>
        <p:spPr>
          <a:xfrm>
            <a:off x="4715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1 name</a:t>
            </a:r>
          </a:p>
        </p:txBody>
      </p:sp>
      <p:sp>
        <p:nvSpPr>
          <p:cNvPr id="6" name="Text Placeholder 21">
            <a:extLst>
              <a:ext uri="{FF2B5EF4-FFF2-40B4-BE49-F238E27FC236}">
                <a16:creationId xmlns:a16="http://schemas.microsoft.com/office/drawing/2014/main" id="{10016296-5F2F-BE48-746B-ACD2B085B0D2}"/>
              </a:ext>
            </a:extLst>
          </p:cNvPr>
          <p:cNvSpPr>
            <a:spLocks noGrp="1"/>
          </p:cNvSpPr>
          <p:nvPr>
            <p:ph type="body" sz="quarter" idx="13" hasCustomPrompt="1"/>
          </p:nvPr>
        </p:nvSpPr>
        <p:spPr>
          <a:xfrm>
            <a:off x="4715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7" name="Text Placeholder 21">
            <a:extLst>
              <a:ext uri="{FF2B5EF4-FFF2-40B4-BE49-F238E27FC236}">
                <a16:creationId xmlns:a16="http://schemas.microsoft.com/office/drawing/2014/main" id="{A473B96F-ACDC-834E-D803-FE0EDB6F6B42}"/>
              </a:ext>
            </a:extLst>
          </p:cNvPr>
          <p:cNvSpPr>
            <a:spLocks noGrp="1"/>
          </p:cNvSpPr>
          <p:nvPr>
            <p:ph type="body" sz="quarter" idx="14" hasCustomPrompt="1"/>
          </p:nvPr>
        </p:nvSpPr>
        <p:spPr>
          <a:xfrm>
            <a:off x="4087915"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2 name</a:t>
            </a:r>
          </a:p>
        </p:txBody>
      </p:sp>
      <p:sp>
        <p:nvSpPr>
          <p:cNvPr id="8" name="Text Placeholder 21">
            <a:extLst>
              <a:ext uri="{FF2B5EF4-FFF2-40B4-BE49-F238E27FC236}">
                <a16:creationId xmlns:a16="http://schemas.microsoft.com/office/drawing/2014/main" id="{0EBCA48F-8E14-CBBE-B836-B37F2CD05143}"/>
              </a:ext>
            </a:extLst>
          </p:cNvPr>
          <p:cNvSpPr>
            <a:spLocks noGrp="1"/>
          </p:cNvSpPr>
          <p:nvPr>
            <p:ph type="body" sz="quarter" idx="15" hasCustomPrompt="1"/>
          </p:nvPr>
        </p:nvSpPr>
        <p:spPr>
          <a:xfrm>
            <a:off x="4087915"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
        <p:nvSpPr>
          <p:cNvPr id="9" name="Text Placeholder 21">
            <a:extLst>
              <a:ext uri="{FF2B5EF4-FFF2-40B4-BE49-F238E27FC236}">
                <a16:creationId xmlns:a16="http://schemas.microsoft.com/office/drawing/2014/main" id="{9FD6071B-2B55-3490-FBFF-04599195AC7D}"/>
              </a:ext>
            </a:extLst>
          </p:cNvPr>
          <p:cNvSpPr>
            <a:spLocks noGrp="1"/>
          </p:cNvSpPr>
          <p:nvPr>
            <p:ph type="body" sz="quarter" idx="16" hasCustomPrompt="1"/>
          </p:nvPr>
        </p:nvSpPr>
        <p:spPr>
          <a:xfrm>
            <a:off x="7634339" y="4199409"/>
            <a:ext cx="3336188" cy="411161"/>
          </a:xfrm>
          <a:prstGeom prst="rect">
            <a:avLst/>
          </a:prstGeom>
        </p:spPr>
        <p:txBody>
          <a:bodyPr/>
          <a:lstStyle>
            <a:lvl1pPr marL="0" indent="0">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Speaker 3 name</a:t>
            </a:r>
          </a:p>
        </p:txBody>
      </p:sp>
      <p:sp>
        <p:nvSpPr>
          <p:cNvPr id="10" name="Text Placeholder 21">
            <a:extLst>
              <a:ext uri="{FF2B5EF4-FFF2-40B4-BE49-F238E27FC236}">
                <a16:creationId xmlns:a16="http://schemas.microsoft.com/office/drawing/2014/main" id="{B8330354-A7B3-333A-42F3-C2381A5D603D}"/>
              </a:ext>
            </a:extLst>
          </p:cNvPr>
          <p:cNvSpPr>
            <a:spLocks noGrp="1"/>
          </p:cNvSpPr>
          <p:nvPr>
            <p:ph type="body" sz="quarter" idx="17" hasCustomPrompt="1"/>
          </p:nvPr>
        </p:nvSpPr>
        <p:spPr>
          <a:xfrm>
            <a:off x="7634339" y="4627756"/>
            <a:ext cx="3336188" cy="1163444"/>
          </a:xfrm>
          <a:prstGeom prst="rect">
            <a:avLst/>
          </a:prstGeom>
        </p:spPr>
        <p:txBody>
          <a:bodyPr/>
          <a:lstStyle>
            <a:lvl1pPr marL="0" indent="0">
              <a:buNone/>
              <a:defRPr kumimoji="0" lang="en-US" sz="1200" b="0" i="0" u="none" strike="noStrike" kern="1200" cap="none" spc="0" normalizeH="0" baseline="0" dirty="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(pronouns)</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Job Title</a:t>
            </a:r>
          </a:p>
          <a:p>
            <a:pPr marL="0" marR="0" lvl="0" indent="0" algn="l" defTabSz="914400" rtl="0" eaLnBrk="1" fontAlgn="auto" latinLnBrk="0" hangingPunct="1">
              <a:lnSpc>
                <a:spcPts val="2100"/>
              </a:lnSpc>
              <a:spcBef>
                <a:spcPts val="0"/>
              </a:spcBef>
              <a:spcAft>
                <a:spcPts val="300"/>
              </a:spcAft>
              <a:buClr>
                <a:srgbClr val="FFFFFF"/>
              </a:buClr>
              <a:buSzPct val="90000"/>
              <a:buFont typeface="Amazon Ember Display" panose="020F0603020204020204" pitchFamily="34" charset="0"/>
              <a:buNone/>
              <a:tabLst/>
              <a:defRPr/>
            </a:pPr>
            <a:r>
              <a:rPr lang="en-US" dirty="0"/>
              <a:t>Company</a:t>
            </a:r>
          </a:p>
        </p:txBody>
      </p:sp>
    </p:spTree>
    <p:extLst>
      <p:ext uri="{BB962C8B-B14F-4D97-AF65-F5344CB8AC3E}">
        <p14:creationId xmlns:p14="http://schemas.microsoft.com/office/powerpoint/2010/main" val="83167694"/>
      </p:ext>
    </p:extLst>
  </p:cSld>
  <p:clrMapOvr>
    <a:masterClrMapping/>
  </p:clrMapOvr>
  <p:transition>
    <p:fade/>
  </p:transition>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Section divider_1">
    <p:spTree>
      <p:nvGrpSpPr>
        <p:cNvPr id="1" name=""/>
        <p:cNvGrpSpPr/>
        <p:nvPr/>
      </p:nvGrpSpPr>
      <p:grpSpPr>
        <a:xfrm>
          <a:off x="0" y="0"/>
          <a:ext cx="0" cy="0"/>
          <a:chOff x="0" y="0"/>
          <a:chExt cx="0" cy="0"/>
        </a:xfrm>
      </p:grpSpPr>
      <p:sp>
        <p:nvSpPr>
          <p:cNvPr id="6" name="Text Placeholder 21">
            <a:extLst>
              <a:ext uri="{FF2B5EF4-FFF2-40B4-BE49-F238E27FC236}">
                <a16:creationId xmlns:a16="http://schemas.microsoft.com/office/drawing/2014/main" id="{BEE5A1A4-5BF3-7678-58BF-DBEF8F0E0269}"/>
              </a:ext>
            </a:extLst>
          </p:cNvPr>
          <p:cNvSpPr>
            <a:spLocks noGrp="1"/>
          </p:cNvSpPr>
          <p:nvPr>
            <p:ph type="body" sz="quarter" idx="11" hasCustomPrompt="1"/>
          </p:nvPr>
        </p:nvSpPr>
        <p:spPr>
          <a:xfrm>
            <a:off x="471500" y="2761554"/>
            <a:ext cx="6720456" cy="1757786"/>
          </a:xfrm>
          <a:prstGeom prst="rect">
            <a:avLst/>
          </a:prstGeom>
        </p:spPr>
        <p:txBody>
          <a:bodyPr/>
          <a:lstStyle>
            <a:lvl1pPr marL="0" indent="0">
              <a:buNone/>
              <a:defRPr kumimoji="0" lang="en-US" sz="44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
        <p:nvSpPr>
          <p:cNvPr id="5" name="TextBox 3">
            <a:extLst>
              <a:ext uri="{FF2B5EF4-FFF2-40B4-BE49-F238E27FC236}">
                <a16:creationId xmlns:a16="http://schemas.microsoft.com/office/drawing/2014/main" id="{E68BA0C7-B18D-263C-C3CF-48AF849BFA7F}"/>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2025, Amazon Web Services, Inc. or its affiliates. All rights reserved.</a:t>
            </a:r>
          </a:p>
        </p:txBody>
      </p:sp>
      <p:pic>
        <p:nvPicPr>
          <p:cNvPr id="7" name="Graphic 6">
            <a:extLst>
              <a:ext uri="{FF2B5EF4-FFF2-40B4-BE49-F238E27FC236}">
                <a16:creationId xmlns:a16="http://schemas.microsoft.com/office/drawing/2014/main" id="{4822714A-D6D9-6D1D-6CC8-C5C662DCC0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1500" y="6428661"/>
            <a:ext cx="388818" cy="232516"/>
          </a:xfrm>
          <a:prstGeom prst="rect">
            <a:avLst/>
          </a:prstGeom>
        </p:spPr>
      </p:pic>
      <p:pic>
        <p:nvPicPr>
          <p:cNvPr id="4" name="Picture 3" descr="A close up of a purple and blue gradient&#10;&#10;AI-generated content may be incorrect.">
            <a:extLst>
              <a:ext uri="{FF2B5EF4-FFF2-40B4-BE49-F238E27FC236}">
                <a16:creationId xmlns:a16="http://schemas.microsoft.com/office/drawing/2014/main" id="{71B910AB-8F37-BE20-F28A-2E2E6BF62B9E}"/>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341" b="4183"/>
          <a:stretch>
            <a:fillRect/>
          </a:stretch>
        </p:blipFill>
        <p:spPr>
          <a:xfrm>
            <a:off x="0" y="0"/>
            <a:ext cx="12192000" cy="6858000"/>
          </a:xfrm>
          <a:prstGeom prst="rect">
            <a:avLst/>
          </a:prstGeom>
        </p:spPr>
      </p:pic>
      <p:sp>
        <p:nvSpPr>
          <p:cNvPr id="2" name="Text Placeholder 21">
            <a:extLst>
              <a:ext uri="{FF2B5EF4-FFF2-40B4-BE49-F238E27FC236}">
                <a16:creationId xmlns:a16="http://schemas.microsoft.com/office/drawing/2014/main" id="{EAA335ED-EA4D-31DE-BEF3-D982B7654225}"/>
              </a:ext>
            </a:extLst>
          </p:cNvPr>
          <p:cNvSpPr>
            <a:spLocks noGrp="1"/>
          </p:cNvSpPr>
          <p:nvPr>
            <p:ph type="body" sz="quarter" idx="12" hasCustomPrompt="1"/>
          </p:nvPr>
        </p:nvSpPr>
        <p:spPr>
          <a:xfrm>
            <a:off x="471500" y="2761554"/>
            <a:ext cx="6720456" cy="646331"/>
          </a:xfrm>
          <a:prstGeom prst="rect">
            <a:avLst/>
          </a:prstGeom>
        </p:spPr>
        <p:txBody>
          <a:bodyPr/>
          <a:lstStyle>
            <a:lvl1pPr marL="0" indent="0">
              <a:buNone/>
              <a:defRPr kumimoji="0" lang="en-US" sz="40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Tree>
    <p:extLst>
      <p:ext uri="{BB962C8B-B14F-4D97-AF65-F5344CB8AC3E}">
        <p14:creationId xmlns:p14="http://schemas.microsoft.com/office/powerpoint/2010/main" val="4239190062"/>
      </p:ext>
    </p:extLst>
  </p:cSld>
  <p:clrMapOvr>
    <a:masterClrMapping/>
  </p:clrMapOvr>
  <p:transition>
    <p:fade/>
  </p:transition>
  <p:extLst>
    <p:ext uri="{DCECCB84-F9BA-43D5-87BE-67443E8EF086}">
      <p15:sldGuideLst xmlns:p15="http://schemas.microsoft.com/office/powerpoint/2012/main"/>
    </p:ext>
  </p:extLst>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Section divider_2">
    <p:spTree>
      <p:nvGrpSpPr>
        <p:cNvPr id="1" name=""/>
        <p:cNvGrpSpPr/>
        <p:nvPr/>
      </p:nvGrpSpPr>
      <p:grpSpPr>
        <a:xfrm>
          <a:off x="0" y="0"/>
          <a:ext cx="0" cy="0"/>
          <a:chOff x="0" y="0"/>
          <a:chExt cx="0" cy="0"/>
        </a:xfrm>
      </p:grpSpPr>
      <p:pic>
        <p:nvPicPr>
          <p:cNvPr id="3" name="Picture 2" descr="A blue and pink gradient&#10;&#10;AI-generated content may be incorrect.">
            <a:extLst>
              <a:ext uri="{FF2B5EF4-FFF2-40B4-BE49-F238E27FC236}">
                <a16:creationId xmlns:a16="http://schemas.microsoft.com/office/drawing/2014/main" id="{97CB27F8-3A0B-FB32-ED56-4885C07CCC8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sp>
        <p:nvSpPr>
          <p:cNvPr id="6" name="Text Placeholder 21">
            <a:extLst>
              <a:ext uri="{FF2B5EF4-FFF2-40B4-BE49-F238E27FC236}">
                <a16:creationId xmlns:a16="http://schemas.microsoft.com/office/drawing/2014/main" id="{BEE5A1A4-5BF3-7678-58BF-DBEF8F0E0269}"/>
              </a:ext>
            </a:extLst>
          </p:cNvPr>
          <p:cNvSpPr>
            <a:spLocks noGrp="1"/>
          </p:cNvSpPr>
          <p:nvPr>
            <p:ph type="body" sz="quarter" idx="11" hasCustomPrompt="1"/>
          </p:nvPr>
        </p:nvSpPr>
        <p:spPr>
          <a:xfrm>
            <a:off x="471500" y="2761554"/>
            <a:ext cx="6720456" cy="646331"/>
          </a:xfrm>
          <a:prstGeom prst="rect">
            <a:avLst/>
          </a:prstGeom>
        </p:spPr>
        <p:txBody>
          <a:bodyPr/>
          <a:lstStyle>
            <a:lvl1pPr marL="0" indent="0">
              <a:buNone/>
              <a:defRPr kumimoji="0" lang="en-US" sz="40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Tree>
    <p:extLst>
      <p:ext uri="{BB962C8B-B14F-4D97-AF65-F5344CB8AC3E}">
        <p14:creationId xmlns:p14="http://schemas.microsoft.com/office/powerpoint/2010/main" val="1549562513"/>
      </p:ext>
    </p:extLst>
  </p:cSld>
  <p:clrMapOvr>
    <a:masterClrMapping/>
  </p:clrMapOvr>
  <p:transition>
    <p:fade/>
  </p:transition>
  <p:extLst>
    <p:ext uri="{DCECCB84-F9BA-43D5-87BE-67443E8EF086}">
      <p15:sldGuideLst xmlns:p15="http://schemas.microsoft.com/office/powerpoint/2012/main"/>
    </p:ext>
  </p:extLst>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Section divider_3">
    <p:spTree>
      <p:nvGrpSpPr>
        <p:cNvPr id="1" name=""/>
        <p:cNvGrpSpPr/>
        <p:nvPr/>
      </p:nvGrpSpPr>
      <p:grpSpPr>
        <a:xfrm>
          <a:off x="0" y="0"/>
          <a:ext cx="0" cy="0"/>
          <a:chOff x="0" y="0"/>
          <a:chExt cx="0" cy="0"/>
        </a:xfrm>
      </p:grpSpPr>
      <p:pic>
        <p:nvPicPr>
          <p:cNvPr id="3" name="Picture 2" descr="A purple and blue gradient&#10;&#10;AI-generated content may be incorrect.">
            <a:extLst>
              <a:ext uri="{FF2B5EF4-FFF2-40B4-BE49-F238E27FC236}">
                <a16:creationId xmlns:a16="http://schemas.microsoft.com/office/drawing/2014/main" id="{EDBFAC01-0FA7-B8F7-7462-2916A3EEE9C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 b="1"/>
          <a:stretch>
            <a:fillRect/>
          </a:stretch>
        </p:blipFill>
        <p:spPr>
          <a:xfrm>
            <a:off x="0" y="0"/>
            <a:ext cx="12192000" cy="6858000"/>
          </a:xfrm>
          <a:prstGeom prst="rect">
            <a:avLst/>
          </a:prstGeom>
        </p:spPr>
      </p:pic>
      <p:sp>
        <p:nvSpPr>
          <p:cNvPr id="2" name="Text Placeholder 21">
            <a:extLst>
              <a:ext uri="{FF2B5EF4-FFF2-40B4-BE49-F238E27FC236}">
                <a16:creationId xmlns:a16="http://schemas.microsoft.com/office/drawing/2014/main" id="{D70723D7-96EC-9977-1291-D74C58F70EF8}"/>
              </a:ext>
            </a:extLst>
          </p:cNvPr>
          <p:cNvSpPr>
            <a:spLocks noGrp="1"/>
          </p:cNvSpPr>
          <p:nvPr>
            <p:ph type="body" sz="quarter" idx="11" hasCustomPrompt="1"/>
          </p:nvPr>
        </p:nvSpPr>
        <p:spPr>
          <a:xfrm>
            <a:off x="471500" y="2761554"/>
            <a:ext cx="6720456" cy="646331"/>
          </a:xfrm>
          <a:prstGeom prst="rect">
            <a:avLst/>
          </a:prstGeom>
        </p:spPr>
        <p:txBody>
          <a:bodyPr/>
          <a:lstStyle>
            <a:lvl1pPr marL="0" indent="0">
              <a:buNone/>
              <a:defRPr kumimoji="0" lang="en-US" sz="40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Section divider</a:t>
            </a:r>
          </a:p>
        </p:txBody>
      </p:sp>
    </p:spTree>
    <p:extLst>
      <p:ext uri="{BB962C8B-B14F-4D97-AF65-F5344CB8AC3E}">
        <p14:creationId xmlns:p14="http://schemas.microsoft.com/office/powerpoint/2010/main" val="2884181518"/>
      </p:ext>
    </p:extLst>
  </p:cSld>
  <p:clrMapOvr>
    <a:masterClrMapping/>
  </p:clrMapOvr>
  <p:transition>
    <p:fade/>
  </p:transition>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61D26"/>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44FB4B58-2049-3EB6-9DE6-586F41586795}"/>
              </a:ext>
            </a:extLst>
          </p:cNvPr>
          <p:cNvCxnSpPr>
            <a:cxnSpLocks/>
          </p:cNvCxnSpPr>
          <p:nvPr userDrawn="1"/>
        </p:nvCxnSpPr>
        <p:spPr>
          <a:xfrm>
            <a:off x="3443706" y="1349224"/>
            <a:ext cx="0" cy="4546609"/>
          </a:xfrm>
          <a:prstGeom prst="line">
            <a:avLst/>
          </a:prstGeom>
          <a:ln w="1905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5" name="Text Placeholder 21">
            <a:extLst>
              <a:ext uri="{FF2B5EF4-FFF2-40B4-BE49-F238E27FC236}">
                <a16:creationId xmlns:a16="http://schemas.microsoft.com/office/drawing/2014/main" id="{818BB5EC-A618-2D03-DEA5-36873FA1E1F5}"/>
              </a:ext>
            </a:extLst>
          </p:cNvPr>
          <p:cNvSpPr>
            <a:spLocks noGrp="1"/>
          </p:cNvSpPr>
          <p:nvPr>
            <p:ph type="body" sz="quarter" idx="11" hasCustomPrompt="1"/>
          </p:nvPr>
        </p:nvSpPr>
        <p:spPr>
          <a:xfrm>
            <a:off x="481864" y="1422541"/>
            <a:ext cx="2504923" cy="646331"/>
          </a:xfrm>
          <a:prstGeom prst="rect">
            <a:avLst/>
          </a:prstGeom>
        </p:spPr>
        <p:txBody>
          <a:bodyPr/>
          <a:lstStyle>
            <a:lvl1pPr marL="0" indent="0">
              <a:buNone/>
              <a:defRPr kumimoji="0" lang="en-US" sz="40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Agenda</a:t>
            </a:r>
          </a:p>
        </p:txBody>
      </p:sp>
      <p:sp>
        <p:nvSpPr>
          <p:cNvPr id="6" name="Text Placeholder 21">
            <a:extLst>
              <a:ext uri="{FF2B5EF4-FFF2-40B4-BE49-F238E27FC236}">
                <a16:creationId xmlns:a16="http://schemas.microsoft.com/office/drawing/2014/main" id="{C2614ABB-5806-776E-27EA-3AA282A6B581}"/>
              </a:ext>
            </a:extLst>
          </p:cNvPr>
          <p:cNvSpPr>
            <a:spLocks noGrp="1"/>
          </p:cNvSpPr>
          <p:nvPr>
            <p:ph type="body" sz="quarter" idx="12" hasCustomPrompt="1"/>
          </p:nvPr>
        </p:nvSpPr>
        <p:spPr>
          <a:xfrm>
            <a:off x="4004447" y="1422541"/>
            <a:ext cx="6178623" cy="4376307"/>
          </a:xfrm>
          <a:prstGeom prst="rect">
            <a:avLst/>
          </a:prstGeom>
        </p:spPr>
        <p:txBody>
          <a:bodyPr/>
          <a:lstStyle>
            <a:lvl1pPr marL="0" marR="0" indent="0" algn="l" defTabSz="914400" rtl="0" eaLnBrk="1" fontAlgn="auto" latinLnBrk="0" hangingPunct="1">
              <a:lnSpc>
                <a:spcPct val="100000"/>
              </a:lnSpc>
              <a:spcBef>
                <a:spcPts val="0"/>
              </a:spcBef>
              <a:spcAft>
                <a:spcPts val="3000"/>
              </a:spcAft>
              <a:buClrTx/>
              <a:buSzTx/>
              <a:buFont typeface="Arial" panose="020B0604020202020204" pitchFamily="34" charset="0"/>
              <a:buNone/>
              <a:tabLst/>
              <a:defRPr kumimoji="0" lang="en-US" sz="20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Agenda item 1</a:t>
            </a:r>
          </a:p>
          <a:p>
            <a:pPr lvl="0"/>
            <a:r>
              <a:rPr lang="en-US" dirty="0"/>
              <a:t>Agenda item 2</a:t>
            </a:r>
          </a:p>
          <a:p>
            <a:pPr lvl="0"/>
            <a:r>
              <a:rPr lang="en-US" dirty="0"/>
              <a:t>Agenda item 3</a:t>
            </a:r>
          </a:p>
          <a:p>
            <a:pPr lvl="0"/>
            <a:r>
              <a:rPr lang="en-US" dirty="0"/>
              <a:t>Agenda item 4</a:t>
            </a:r>
          </a:p>
          <a:p>
            <a:pPr lvl="0"/>
            <a:r>
              <a:rPr lang="en-US" dirty="0"/>
              <a:t>Agenda item 5</a:t>
            </a:r>
          </a:p>
          <a:p>
            <a:pPr lvl="0"/>
            <a:r>
              <a:rPr lang="en-US" dirty="0"/>
              <a:t>Agenda item 6</a:t>
            </a:r>
          </a:p>
          <a:p>
            <a:pPr lvl="0"/>
            <a:endParaRPr lang="en-US" dirty="0"/>
          </a:p>
        </p:txBody>
      </p:sp>
    </p:spTree>
    <p:extLst>
      <p:ext uri="{BB962C8B-B14F-4D97-AF65-F5344CB8AC3E}">
        <p14:creationId xmlns:p14="http://schemas.microsoft.com/office/powerpoint/2010/main" val="2423347416"/>
      </p:ext>
    </p:extLst>
  </p:cSld>
  <p:clrMapOvr>
    <a:masterClrMapping/>
  </p:clrMapOvr>
  <p:transition>
    <p:fade/>
  </p:transition>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1_Title and text">
    <p:bg>
      <p:bgPr>
        <a:solidFill>
          <a:srgbClr val="161D26"/>
        </a:solidFill>
        <a:effectLst/>
      </p:bgPr>
    </p:bg>
    <p:spTree>
      <p:nvGrpSpPr>
        <p:cNvPr id="1" name=""/>
        <p:cNvGrpSpPr/>
        <p:nvPr/>
      </p:nvGrpSpPr>
      <p:grpSpPr>
        <a:xfrm>
          <a:off x="0" y="0"/>
          <a:ext cx="0" cy="0"/>
          <a:chOff x="0" y="0"/>
          <a:chExt cx="0" cy="0"/>
        </a:xfrm>
      </p:grpSpPr>
      <p:sp>
        <p:nvSpPr>
          <p:cNvPr id="7" name="Text Placeholder 21">
            <a:extLst>
              <a:ext uri="{FF2B5EF4-FFF2-40B4-BE49-F238E27FC236}">
                <a16:creationId xmlns:a16="http://schemas.microsoft.com/office/drawing/2014/main" id="{2BC98CF5-E0A8-92D9-AB13-5A5B93AB9706}"/>
              </a:ext>
            </a:extLst>
          </p:cNvPr>
          <p:cNvSpPr>
            <a:spLocks noGrp="1"/>
          </p:cNvSpPr>
          <p:nvPr>
            <p:ph type="body" sz="quarter" idx="11" hasCustomPrompt="1"/>
          </p:nvPr>
        </p:nvSpPr>
        <p:spPr>
          <a:xfrm>
            <a:off x="502225" y="1962021"/>
            <a:ext cx="10664687" cy="646331"/>
          </a:xfrm>
          <a:prstGeom prst="rect">
            <a:avLst/>
          </a:prstGeom>
        </p:spPr>
        <p:txBody>
          <a:bodyPr/>
          <a:lstStyle>
            <a:lvl1pPr marL="0" indent="0">
              <a:buNone/>
              <a:defRPr kumimoji="0" lang="en-US" sz="40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text</a:t>
            </a:r>
          </a:p>
        </p:txBody>
      </p:sp>
      <p:sp>
        <p:nvSpPr>
          <p:cNvPr id="8" name="Text Placeholder 21">
            <a:extLst>
              <a:ext uri="{FF2B5EF4-FFF2-40B4-BE49-F238E27FC236}">
                <a16:creationId xmlns:a16="http://schemas.microsoft.com/office/drawing/2014/main" id="{F9C0FDF2-B677-C833-09BE-BC11C062CBE2}"/>
              </a:ext>
            </a:extLst>
          </p:cNvPr>
          <p:cNvSpPr>
            <a:spLocks noGrp="1"/>
          </p:cNvSpPr>
          <p:nvPr>
            <p:ph type="body" sz="quarter" idx="12" hasCustomPrompt="1"/>
          </p:nvPr>
        </p:nvSpPr>
        <p:spPr>
          <a:xfrm>
            <a:off x="502225" y="3043524"/>
            <a:ext cx="7300863"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Tree>
    <p:extLst>
      <p:ext uri="{BB962C8B-B14F-4D97-AF65-F5344CB8AC3E}">
        <p14:creationId xmlns:p14="http://schemas.microsoft.com/office/powerpoint/2010/main" val="3387591925"/>
      </p:ext>
    </p:extLst>
  </p:cSld>
  <p:clrMapOvr>
    <a:masterClrMapping/>
  </p:clrMapOvr>
  <p:transition>
    <p:fade/>
  </p:transition>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1_Title and content - 1">
    <p:bg>
      <p:bgPr>
        <a:solidFill>
          <a:srgbClr val="161D26"/>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D0129311-284C-BB10-2501-4D3B32E9BD43}"/>
              </a:ext>
            </a:extLst>
          </p:cNvPr>
          <p:cNvCxnSpPr>
            <a:cxnSpLocks/>
          </p:cNvCxnSpPr>
          <p:nvPr userDrawn="1"/>
        </p:nvCxnSpPr>
        <p:spPr>
          <a:xfrm>
            <a:off x="4711707" y="1586429"/>
            <a:ext cx="0" cy="4018274"/>
          </a:xfrm>
          <a:prstGeom prst="line">
            <a:avLst/>
          </a:prstGeom>
          <a:ln w="1905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88265" y="1726451"/>
            <a:ext cx="3578552" cy="258532"/>
          </a:xfrm>
          <a:prstGeom prst="rect">
            <a:avLst/>
          </a:prstGeom>
        </p:spPr>
        <p:txBody>
          <a:bodyPr/>
          <a:lstStyle>
            <a:lvl1pPr marL="0" indent="0">
              <a:buNone/>
              <a:defRPr kumimoji="0" lang="en-US" sz="1200" b="0" i="0" u="none" strike="noStrike" kern="1200" cap="all" spc="300" normalizeH="0" baseline="0" dirty="0" smtClean="0">
                <a:ln>
                  <a:noFill/>
                </a:ln>
                <a:solidFill>
                  <a:schemeClr val="tx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75635" y="2139299"/>
            <a:ext cx="3578552" cy="1200329"/>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5155159" y="2214070"/>
            <a:ext cx="6396066" cy="263684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Pellentesque</a:t>
            </a:r>
            <a:r>
              <a:rPr lang="en-US" dirty="0"/>
              <a:t> </a:t>
            </a:r>
            <a:r>
              <a:rPr lang="en-US" dirty="0" err="1"/>
              <a:t>vulputate</a:t>
            </a:r>
            <a:r>
              <a:rPr lang="en-US" dirty="0"/>
              <a:t> </a:t>
            </a:r>
            <a:r>
              <a:rPr lang="en-US" dirty="0" err="1"/>
              <a:t>elit</a:t>
            </a:r>
            <a:r>
              <a:rPr lang="en-US" dirty="0"/>
              <a:t> </a:t>
            </a:r>
            <a:r>
              <a:rPr lang="en-US" dirty="0" err="1"/>
              <a:t>eu</a:t>
            </a:r>
            <a:r>
              <a:rPr lang="en-US" dirty="0"/>
              <a:t> ligula </a:t>
            </a:r>
            <a:r>
              <a:rPr lang="en-US" dirty="0" err="1"/>
              <a:t>ultrices</a:t>
            </a:r>
            <a:r>
              <a:rPr lang="en-US" dirty="0"/>
              <a:t>, non </a:t>
            </a:r>
            <a:r>
              <a:rPr lang="en-US" dirty="0" err="1"/>
              <a:t>ullamcorper</a:t>
            </a:r>
            <a:r>
              <a:rPr lang="en-US" dirty="0"/>
              <a:t> </a:t>
            </a:r>
            <a:r>
              <a:rPr lang="en-US" dirty="0" err="1"/>
              <a:t>arcu</a:t>
            </a:r>
            <a:r>
              <a:rPr lang="en-US" dirty="0"/>
              <a:t> </a:t>
            </a:r>
            <a:r>
              <a:rPr lang="en-US" dirty="0" err="1"/>
              <a:t>mattis</a:t>
            </a:r>
            <a:r>
              <a:rPr lang="en-US" dirty="0"/>
              <a:t>. In non </a:t>
            </a:r>
            <a:r>
              <a:rPr lang="en-US" dirty="0" err="1"/>
              <a:t>nisl</a:t>
            </a:r>
            <a:r>
              <a:rPr lang="en-US" dirty="0"/>
              <a:t> a </a:t>
            </a:r>
            <a:r>
              <a:rPr lang="en-US" dirty="0" err="1"/>
              <a:t>elit</a:t>
            </a:r>
            <a:r>
              <a:rPr lang="en-US" dirty="0"/>
              <a:t> </a:t>
            </a:r>
            <a:r>
              <a:rPr lang="en-US" dirty="0" err="1"/>
              <a:t>dapibus</a:t>
            </a:r>
            <a:r>
              <a:rPr lang="en-US" dirty="0"/>
              <a:t> dictum ac vitae </a:t>
            </a:r>
            <a:r>
              <a:rPr lang="en-US" dirty="0" err="1"/>
              <a:t>mauris</a:t>
            </a:r>
            <a:r>
              <a:rPr lang="en-US" dirty="0"/>
              <a:t>. </a:t>
            </a:r>
            <a:r>
              <a:rPr lang="en-US" dirty="0" err="1"/>
              <a:t>Praesent</a:t>
            </a:r>
            <a:r>
              <a:rPr lang="en-US" dirty="0"/>
              <a:t> </a:t>
            </a:r>
            <a:r>
              <a:rPr lang="en-US" dirty="0" err="1"/>
              <a:t>consequat</a:t>
            </a:r>
            <a:r>
              <a:rPr lang="en-US" dirty="0"/>
              <a:t> </a:t>
            </a:r>
            <a:r>
              <a:rPr lang="en-US" dirty="0" err="1"/>
              <a:t>metus</a:t>
            </a:r>
            <a:r>
              <a:rPr lang="en-US" dirty="0"/>
              <a:t> id </a:t>
            </a:r>
            <a:r>
              <a:rPr lang="en-US" dirty="0" err="1"/>
              <a:t>imperdiet</a:t>
            </a:r>
            <a:r>
              <a:rPr lang="en-US" dirty="0"/>
              <a:t> semper. In </a:t>
            </a:r>
            <a:r>
              <a:rPr lang="en-US" dirty="0" err="1"/>
              <a:t>hendrerit</a:t>
            </a:r>
            <a:r>
              <a:rPr lang="en-US" dirty="0"/>
              <a:t> </a:t>
            </a:r>
            <a:r>
              <a:rPr lang="en-US" dirty="0" err="1"/>
              <a:t>neque</a:t>
            </a:r>
            <a:r>
              <a:rPr lang="en-US" dirty="0"/>
              <a:t> </a:t>
            </a:r>
            <a:r>
              <a:rPr lang="en-US" dirty="0" err="1"/>
              <a:t>est</a:t>
            </a:r>
            <a:r>
              <a:rPr lang="en-US" dirty="0"/>
              <a:t>, at </a:t>
            </a:r>
            <a:r>
              <a:rPr lang="en-US" dirty="0" err="1"/>
              <a:t>mollis</a:t>
            </a:r>
            <a:r>
              <a:rPr lang="en-US" dirty="0"/>
              <a:t> nisi lacinia non. </a:t>
            </a:r>
            <a:r>
              <a:rPr lang="en-US" dirty="0" err="1"/>
              <a:t>Fusce</a:t>
            </a:r>
            <a:r>
              <a:rPr lang="en-US" dirty="0"/>
              <a:t> auctor </a:t>
            </a:r>
            <a:r>
              <a:rPr lang="en-US" dirty="0" err="1"/>
              <a:t>interdum</a:t>
            </a:r>
            <a:r>
              <a:rPr lang="en-US" dirty="0"/>
              <a:t> </a:t>
            </a:r>
            <a:r>
              <a:rPr lang="en-US" dirty="0" err="1"/>
              <a:t>facilisis</a:t>
            </a:r>
            <a:r>
              <a:rPr lang="en-US" dirty="0"/>
              <a:t>. </a:t>
            </a:r>
          </a:p>
          <a:p>
            <a:pPr lvl="0"/>
            <a:endParaRPr lang="en-US" dirty="0"/>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75636"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Tree>
    <p:extLst>
      <p:ext uri="{BB962C8B-B14F-4D97-AF65-F5344CB8AC3E}">
        <p14:creationId xmlns:p14="http://schemas.microsoft.com/office/powerpoint/2010/main" val="2451981905"/>
      </p:ext>
    </p:extLst>
  </p:cSld>
  <p:clrMapOvr>
    <a:masterClrMapping/>
  </p:clrMapOvr>
  <p:transition>
    <p:fade/>
  </p:transition>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2_Title and 3 row content">
    <p:bg>
      <p:bgPr>
        <a:solidFill>
          <a:srgbClr val="161D26"/>
        </a:solidFill>
        <a:effectLst/>
      </p:bgPr>
    </p:bg>
    <p:spTree>
      <p:nvGrpSpPr>
        <p:cNvPr id="1" name=""/>
        <p:cNvGrpSpPr/>
        <p:nvPr/>
      </p:nvGrpSpPr>
      <p:grpSpPr>
        <a:xfrm>
          <a:off x="0" y="0"/>
          <a:ext cx="0" cy="0"/>
          <a:chOff x="0" y="0"/>
          <a:chExt cx="0" cy="0"/>
        </a:xfrm>
      </p:grpSpPr>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86619" y="1106577"/>
            <a:ext cx="3578552" cy="1200329"/>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5" name="Text Placeholder 21">
            <a:extLst>
              <a:ext uri="{FF2B5EF4-FFF2-40B4-BE49-F238E27FC236}">
                <a16:creationId xmlns:a16="http://schemas.microsoft.com/office/drawing/2014/main" id="{00635684-1542-DAB7-1D30-9EBD6E21C739}"/>
              </a:ext>
            </a:extLst>
          </p:cNvPr>
          <p:cNvSpPr>
            <a:spLocks noGrp="1"/>
          </p:cNvSpPr>
          <p:nvPr>
            <p:ph type="body" sz="quarter" idx="12" hasCustomPrompt="1"/>
          </p:nvPr>
        </p:nvSpPr>
        <p:spPr>
          <a:xfrm>
            <a:off x="4782056" y="1106577"/>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1</a:t>
            </a:r>
          </a:p>
        </p:txBody>
      </p:sp>
      <p:cxnSp>
        <p:nvCxnSpPr>
          <p:cNvPr id="16" name="Straight Connector 15">
            <a:extLst>
              <a:ext uri="{FF2B5EF4-FFF2-40B4-BE49-F238E27FC236}">
                <a16:creationId xmlns:a16="http://schemas.microsoft.com/office/drawing/2014/main" id="{F5287881-C57E-D101-1C25-3E0FF8FDC5E7}"/>
              </a:ext>
            </a:extLst>
          </p:cNvPr>
          <p:cNvCxnSpPr>
            <a:cxnSpLocks/>
          </p:cNvCxnSpPr>
          <p:nvPr userDrawn="1"/>
        </p:nvCxnSpPr>
        <p:spPr>
          <a:xfrm>
            <a:off x="4185978" y="1212574"/>
            <a:ext cx="0" cy="4721087"/>
          </a:xfrm>
          <a:prstGeom prst="line">
            <a:avLst/>
          </a:prstGeom>
          <a:ln w="1905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8" name="Text Placeholder 21">
            <a:extLst>
              <a:ext uri="{FF2B5EF4-FFF2-40B4-BE49-F238E27FC236}">
                <a16:creationId xmlns:a16="http://schemas.microsoft.com/office/drawing/2014/main" id="{634A4CAF-90EC-E954-3BFB-6E43FD445519}"/>
              </a:ext>
            </a:extLst>
          </p:cNvPr>
          <p:cNvSpPr>
            <a:spLocks noGrp="1"/>
          </p:cNvSpPr>
          <p:nvPr>
            <p:ph type="body" sz="quarter" idx="13" hasCustomPrompt="1"/>
          </p:nvPr>
        </p:nvSpPr>
        <p:spPr>
          <a:xfrm>
            <a:off x="4782056" y="1700906"/>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
        <p:nvSpPr>
          <p:cNvPr id="19" name="Text Placeholder 21">
            <a:extLst>
              <a:ext uri="{FF2B5EF4-FFF2-40B4-BE49-F238E27FC236}">
                <a16:creationId xmlns:a16="http://schemas.microsoft.com/office/drawing/2014/main" id="{37F65AD8-E4FD-4984-5FBA-EC5F6A685D9A}"/>
              </a:ext>
            </a:extLst>
          </p:cNvPr>
          <p:cNvSpPr>
            <a:spLocks noGrp="1"/>
          </p:cNvSpPr>
          <p:nvPr>
            <p:ph type="body" sz="quarter" idx="14" hasCustomPrompt="1"/>
          </p:nvPr>
        </p:nvSpPr>
        <p:spPr>
          <a:xfrm>
            <a:off x="4782056" y="2890611"/>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2</a:t>
            </a:r>
          </a:p>
        </p:txBody>
      </p:sp>
      <p:sp>
        <p:nvSpPr>
          <p:cNvPr id="20" name="Text Placeholder 21">
            <a:extLst>
              <a:ext uri="{FF2B5EF4-FFF2-40B4-BE49-F238E27FC236}">
                <a16:creationId xmlns:a16="http://schemas.microsoft.com/office/drawing/2014/main" id="{DCE340B5-AF30-C9FD-EA84-87B943FC7B83}"/>
              </a:ext>
            </a:extLst>
          </p:cNvPr>
          <p:cNvSpPr>
            <a:spLocks noGrp="1"/>
          </p:cNvSpPr>
          <p:nvPr>
            <p:ph type="body" sz="quarter" idx="15" hasCustomPrompt="1"/>
          </p:nvPr>
        </p:nvSpPr>
        <p:spPr>
          <a:xfrm>
            <a:off x="4782056" y="3484940"/>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
        <p:nvSpPr>
          <p:cNvPr id="21" name="Text Placeholder 21">
            <a:extLst>
              <a:ext uri="{FF2B5EF4-FFF2-40B4-BE49-F238E27FC236}">
                <a16:creationId xmlns:a16="http://schemas.microsoft.com/office/drawing/2014/main" id="{1344ABFA-783F-F7DE-C825-0026F5EB31A5}"/>
              </a:ext>
            </a:extLst>
          </p:cNvPr>
          <p:cNvSpPr>
            <a:spLocks noGrp="1"/>
          </p:cNvSpPr>
          <p:nvPr>
            <p:ph type="body" sz="quarter" idx="16" hasCustomPrompt="1"/>
          </p:nvPr>
        </p:nvSpPr>
        <p:spPr>
          <a:xfrm>
            <a:off x="4782056" y="4653183"/>
            <a:ext cx="6396066" cy="424732"/>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2000" b="0" u="none" strike="noStrike" kern="1200" cap="none" spc="0" normalizeH="0" baseline="0" dirty="0" smtClean="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Subtitle 3</a:t>
            </a:r>
          </a:p>
        </p:txBody>
      </p:sp>
      <p:sp>
        <p:nvSpPr>
          <p:cNvPr id="22" name="Text Placeholder 21">
            <a:extLst>
              <a:ext uri="{FF2B5EF4-FFF2-40B4-BE49-F238E27FC236}">
                <a16:creationId xmlns:a16="http://schemas.microsoft.com/office/drawing/2014/main" id="{C3D4EB6E-2D83-811D-C211-5CA9EC0D0890}"/>
              </a:ext>
            </a:extLst>
          </p:cNvPr>
          <p:cNvSpPr>
            <a:spLocks noGrp="1"/>
          </p:cNvSpPr>
          <p:nvPr>
            <p:ph type="body" sz="quarter" idx="17" hasCustomPrompt="1"/>
          </p:nvPr>
        </p:nvSpPr>
        <p:spPr>
          <a:xfrm>
            <a:off x="4782056" y="5247512"/>
            <a:ext cx="6396066" cy="686149"/>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600" b="0" i="0" u="none" strike="noStrike" kern="1200" cap="none" spc="0" normalizeH="0" baseline="0" noProof="0" dirty="0" smtClean="0">
                <a:ln>
                  <a:noFill/>
                </a:ln>
                <a:solidFill>
                  <a:srgbClr val="FFFFFF"/>
                </a:solidFill>
                <a:effectLst/>
                <a:uLnTx/>
                <a:uFillTx/>
                <a:latin typeface="Amazon Ember Display"/>
                <a:ea typeface="+mn-ea"/>
                <a:cs typeface="+mn-cs"/>
              </a:defRPr>
            </a:lvl1pPr>
          </a:lstStyle>
          <a:p>
            <a:pPr marL="0" marR="0" lvl="0" indent="0" algn="l" defTabSz="914400" rtl="0" eaLnBrk="1" fontAlgn="auto" latinLnBrk="0" hangingPunct="1">
              <a:lnSpc>
                <a:spcPts val="2350"/>
              </a:lnSpc>
              <a:spcBef>
                <a:spcPts val="0"/>
              </a:spcBef>
              <a:spcAft>
                <a:spcPts val="300"/>
              </a:spcAft>
              <a:buClr>
                <a:srgbClr val="FFFFFF"/>
              </a:buClr>
              <a:buSzPct val="90000"/>
              <a:buFont typeface="Amazon Ember Display" panose="020F0603020204020204" pitchFamily="34" charset="0"/>
              <a:buNone/>
              <a:tabLst/>
              <a:defRPr/>
            </a:pPr>
            <a:r>
              <a:rPr kumimoji="0" lang="en-US" b="0" i="0" u="none" strike="noStrike" kern="1200" cap="none" spc="0" normalizeH="0" baseline="0" noProof="0" dirty="0">
                <a:ln>
                  <a:noFill/>
                </a:ln>
                <a:solidFill>
                  <a:srgbClr val="FFFFFF"/>
                </a:solidFill>
                <a:effectLst/>
                <a:uLnTx/>
                <a:uFillTx/>
                <a:latin typeface="Amazon Ember Display"/>
                <a:ea typeface="+mn-ea"/>
                <a:cs typeface="+mn-cs"/>
              </a:rPr>
              <a:t>Lorem ipsum dolor sit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amet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consectetur</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adipiscing</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elit</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Fusce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posuere</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magna sed pulvinar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ultricies</a:t>
            </a:r>
            <a:r>
              <a:rPr kumimoji="0" lang="en-US" b="0" i="0" u="none" strike="noStrike" kern="1200" cap="none" spc="0" normalizeH="0" baseline="0" noProof="0" dirty="0">
                <a:ln>
                  <a:noFill/>
                </a:ln>
                <a:solidFill>
                  <a:srgbClr val="FFFFFF"/>
                </a:solidFill>
                <a:effectLst/>
                <a:uLnTx/>
                <a:uFillTx/>
                <a:latin typeface="Amazon Ember Display"/>
                <a:ea typeface="+mn-ea"/>
                <a:cs typeface="+mn-cs"/>
              </a:rPr>
              <a:t>, </a:t>
            </a:r>
            <a:r>
              <a:rPr kumimoji="0" lang="en-US" b="0" i="0" u="none" strike="noStrike" kern="1200" cap="none" spc="0" normalizeH="0" baseline="0" noProof="0" dirty="0" err="1">
                <a:ln>
                  <a:noFill/>
                </a:ln>
                <a:solidFill>
                  <a:srgbClr val="FFFFFF"/>
                </a:solidFill>
                <a:effectLst/>
                <a:uLnTx/>
                <a:uFillTx/>
                <a:latin typeface="Amazon Ember Display"/>
                <a:ea typeface="+mn-ea"/>
                <a:cs typeface="+mn-cs"/>
              </a:rPr>
              <a:t>purus</a:t>
            </a:r>
            <a:endParaRPr kumimoji="0" lang="en-US" b="0" i="0" u="none" strike="noStrike" kern="1200" cap="none" spc="0" normalizeH="0" baseline="0" noProof="0" dirty="0">
              <a:ln>
                <a:noFill/>
              </a:ln>
              <a:solidFill>
                <a:srgbClr val="FFFFFF"/>
              </a:solidFill>
              <a:effectLst/>
              <a:uLnTx/>
              <a:uFillTx/>
              <a:latin typeface="Amazon Ember Display"/>
              <a:ea typeface="+mn-ea"/>
              <a:cs typeface="+mn-cs"/>
            </a:endParaRPr>
          </a:p>
          <a:p>
            <a:pPr lvl="0"/>
            <a:endParaRPr lang="en-US" dirty="0"/>
          </a:p>
        </p:txBody>
      </p:sp>
    </p:spTree>
    <p:extLst>
      <p:ext uri="{BB962C8B-B14F-4D97-AF65-F5344CB8AC3E}">
        <p14:creationId xmlns:p14="http://schemas.microsoft.com/office/powerpoint/2010/main" val="1848777316"/>
      </p:ext>
    </p:extLst>
  </p:cSld>
  <p:clrMapOvr>
    <a:masterClrMapping/>
  </p:clrMapOvr>
  <p:transition>
    <p:fade/>
  </p:transition>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1_Title and content - 2">
    <p:bg>
      <p:bgPr>
        <a:solidFill>
          <a:srgbClr val="161D26"/>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D0129311-284C-BB10-2501-4D3B32E9BD43}"/>
              </a:ext>
            </a:extLst>
          </p:cNvPr>
          <p:cNvCxnSpPr>
            <a:cxnSpLocks/>
          </p:cNvCxnSpPr>
          <p:nvPr userDrawn="1"/>
        </p:nvCxnSpPr>
        <p:spPr>
          <a:xfrm>
            <a:off x="4722692" y="1586429"/>
            <a:ext cx="0" cy="4018274"/>
          </a:xfrm>
          <a:prstGeom prst="line">
            <a:avLst/>
          </a:prstGeom>
          <a:ln w="19050">
            <a:gradFill>
              <a:gsLst>
                <a:gs pos="0">
                  <a:schemeClr val="accent1"/>
                </a:gs>
                <a:gs pos="21000">
                  <a:schemeClr val="accent2"/>
                </a:gs>
                <a:gs pos="100000">
                  <a:schemeClr val="accent6"/>
                </a:gs>
                <a:gs pos="85000">
                  <a:schemeClr val="accent5"/>
                </a:gs>
                <a:gs pos="64000">
                  <a:schemeClr val="accent3"/>
                </a:gs>
                <a:gs pos="40000">
                  <a:schemeClr val="accent4"/>
                </a:gs>
              </a:gsLst>
              <a:lin ang="5400000" scaled="1"/>
            </a:gradFill>
          </a:ln>
        </p:spPr>
        <p:style>
          <a:lnRef idx="2">
            <a:schemeClr val="accent1"/>
          </a:lnRef>
          <a:fillRef idx="0">
            <a:schemeClr val="accent1"/>
          </a:fillRef>
          <a:effectRef idx="1">
            <a:schemeClr val="accent1"/>
          </a:effectRef>
          <a:fontRef idx="minor">
            <a:schemeClr val="tx1"/>
          </a:fontRef>
        </p:style>
      </p:cxnSp>
      <p:sp>
        <p:nvSpPr>
          <p:cNvPr id="12" name="Text Placeholder 21">
            <a:extLst>
              <a:ext uri="{FF2B5EF4-FFF2-40B4-BE49-F238E27FC236}">
                <a16:creationId xmlns:a16="http://schemas.microsoft.com/office/drawing/2014/main" id="{4B4DF2EA-2CAE-A536-0033-834BA198C0EB}"/>
              </a:ext>
            </a:extLst>
          </p:cNvPr>
          <p:cNvSpPr>
            <a:spLocks noGrp="1"/>
          </p:cNvSpPr>
          <p:nvPr>
            <p:ph type="body" sz="quarter" idx="10" hasCustomPrompt="1"/>
          </p:nvPr>
        </p:nvSpPr>
        <p:spPr>
          <a:xfrm>
            <a:off x="499250" y="1726451"/>
            <a:ext cx="3578552" cy="258532"/>
          </a:xfrm>
          <a:prstGeom prst="rect">
            <a:avLst/>
          </a:prstGeom>
        </p:spPr>
        <p:txBody>
          <a:bodyPr/>
          <a:lstStyle>
            <a:lvl1pPr marL="0" indent="0">
              <a:buNone/>
              <a:defRPr kumimoji="0" lang="en-US" sz="1200" b="0" i="0" u="none" strike="noStrike" kern="1200" cap="all" spc="300" normalizeH="0" baseline="0" dirty="0" smtClean="0">
                <a:ln>
                  <a:noFill/>
                </a:ln>
                <a:solidFill>
                  <a:schemeClr val="tx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13" name="Text Placeholder 21">
            <a:extLst>
              <a:ext uri="{FF2B5EF4-FFF2-40B4-BE49-F238E27FC236}">
                <a16:creationId xmlns:a16="http://schemas.microsoft.com/office/drawing/2014/main" id="{19DC9A2F-2098-0380-142B-3DFE54C52C85}"/>
              </a:ext>
            </a:extLst>
          </p:cNvPr>
          <p:cNvSpPr>
            <a:spLocks noGrp="1"/>
          </p:cNvSpPr>
          <p:nvPr>
            <p:ph type="body" sz="quarter" idx="11" hasCustomPrompt="1"/>
          </p:nvPr>
        </p:nvSpPr>
        <p:spPr>
          <a:xfrm>
            <a:off x="486620" y="2139299"/>
            <a:ext cx="3578552" cy="1200329"/>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content</a:t>
            </a:r>
          </a:p>
        </p:txBody>
      </p:sp>
      <p:sp>
        <p:nvSpPr>
          <p:cNvPr id="17" name="Text Placeholder 21">
            <a:extLst>
              <a:ext uri="{FF2B5EF4-FFF2-40B4-BE49-F238E27FC236}">
                <a16:creationId xmlns:a16="http://schemas.microsoft.com/office/drawing/2014/main" id="{D597510A-5687-FD07-A6CE-2C3408DF2C5F}"/>
              </a:ext>
            </a:extLst>
          </p:cNvPr>
          <p:cNvSpPr>
            <a:spLocks noGrp="1"/>
          </p:cNvSpPr>
          <p:nvPr>
            <p:ph type="body" sz="quarter" idx="13" hasCustomPrompt="1"/>
          </p:nvPr>
        </p:nvSpPr>
        <p:spPr>
          <a:xfrm>
            <a:off x="486621"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
        <p:nvSpPr>
          <p:cNvPr id="3" name="Text Placeholder 21">
            <a:extLst>
              <a:ext uri="{FF2B5EF4-FFF2-40B4-BE49-F238E27FC236}">
                <a16:creationId xmlns:a16="http://schemas.microsoft.com/office/drawing/2014/main" id="{EFE7A93F-D4FC-8E79-7A97-3BD5405D783D}"/>
              </a:ext>
            </a:extLst>
          </p:cNvPr>
          <p:cNvSpPr>
            <a:spLocks noGrp="1"/>
          </p:cNvSpPr>
          <p:nvPr>
            <p:ph type="body" sz="quarter" idx="12" hasCustomPrompt="1"/>
          </p:nvPr>
        </p:nvSpPr>
        <p:spPr>
          <a:xfrm>
            <a:off x="5166144" y="1726451"/>
            <a:ext cx="6396066" cy="3878252"/>
          </a:xfrm>
          <a:prstGeom prst="rect">
            <a:avLst/>
          </a:prstGeom>
        </p:spPr>
        <p:txBody>
          <a:bodyPr/>
          <a:lstStyle>
            <a:lvl1pPr marL="342900" marR="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kumimoji="0" lang="en-US" sz="2000" b="0" u="none" strike="noStrike" kern="1200" cap="none" spc="0" normalizeH="0" baseline="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342900" marR="0" lvl="0" indent="-342900" algn="l" defTabSz="914400" rtl="0" eaLnBrk="1" fontAlgn="auto" latinLnBrk="0" hangingPunct="1">
              <a:lnSpc>
                <a:spcPts val="2600"/>
              </a:lnSpc>
              <a:spcBef>
                <a:spcPct val="0"/>
              </a:spcBef>
              <a:spcAft>
                <a:spcPts val="2600"/>
              </a:spcAft>
              <a:buClrTx/>
              <a:buSzTx/>
              <a:buFont typeface="Arial" panose="020B0604020202020204" pitchFamily="34" charset="0"/>
              <a:buChar char="•"/>
              <a:tabLst/>
              <a:defRPr/>
            </a:pP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amet</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elit</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 </a:t>
            </a:r>
            <a:r>
              <a:rPr kumimoji="0" lang="en-US" sz="2000" b="0" u="none" strike="noStrike" kern="1200" cap="none" spc="0" normalizeH="0" baseline="0" noProof="0" dirty="0" err="1">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kumimoji="0" lang="en-US" sz="2000" b="0" u="none" strike="noStrike" kern="1200" cap="none" spc="0" normalizeH="0" baseline="0" noProof="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a:t>
            </a:r>
            <a:endPar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342900" indent="-342900">
              <a:lnSpc>
                <a:spcPts val="2600"/>
              </a:lnSpc>
              <a:spcAft>
                <a:spcPts val="2600"/>
              </a:spcAft>
              <a:buFont typeface="Arial" panose="020B0604020202020204" pitchFamily="34" charset="0"/>
              <a:buChar char="•"/>
              <a:defRPr/>
            </a:pP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Pellentesque</a:t>
            </a:r>
            <a:r>
              <a:rPr lang="en-US" sz="2000" b="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2000" b="0" dirty="0" err="1">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vulputate</a:t>
            </a:r>
            <a:endParaRPr lang="en-US" dirty="0"/>
          </a:p>
        </p:txBody>
      </p:sp>
    </p:spTree>
    <p:extLst>
      <p:ext uri="{BB962C8B-B14F-4D97-AF65-F5344CB8AC3E}">
        <p14:creationId xmlns:p14="http://schemas.microsoft.com/office/powerpoint/2010/main" val="4022644915"/>
      </p:ext>
    </p:extLst>
  </p:cSld>
  <p:clrMapOvr>
    <a:masterClrMapping/>
  </p:clrMapOvr>
  <p:transition>
    <p:fade/>
  </p:transition>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Title and 3 points">
    <p:bg>
      <p:bgPr>
        <a:solidFill>
          <a:srgbClr val="161D26"/>
        </a:solidFill>
        <a:effectLst/>
      </p:bgPr>
    </p:bg>
    <p:spTree>
      <p:nvGrpSpPr>
        <p:cNvPr id="1" name=""/>
        <p:cNvGrpSpPr/>
        <p:nvPr/>
      </p:nvGrpSpPr>
      <p:grpSpPr>
        <a:xfrm>
          <a:off x="0" y="0"/>
          <a:ext cx="0" cy="0"/>
          <a:chOff x="0" y="0"/>
          <a:chExt cx="0" cy="0"/>
        </a:xfrm>
      </p:grpSpPr>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840191" y="1550104"/>
            <a:ext cx="10511618" cy="646331"/>
          </a:xfrm>
          <a:prstGeom prst="rect">
            <a:avLst/>
          </a:prstGeom>
        </p:spPr>
        <p:txBody>
          <a:bodyPr/>
          <a:lstStyle>
            <a:lvl1pPr marL="0" indent="0" algn="ctr">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3 points content</a:t>
            </a:r>
          </a:p>
        </p:txBody>
      </p:sp>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8401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456567"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8" name="Text Placeholder 21">
            <a:extLst>
              <a:ext uri="{FF2B5EF4-FFF2-40B4-BE49-F238E27FC236}">
                <a16:creationId xmlns:a16="http://schemas.microsoft.com/office/drawing/2014/main" id="{4D93B6E7-8048-C338-5C72-FE30BD6E56A6}"/>
              </a:ext>
            </a:extLst>
          </p:cNvPr>
          <p:cNvSpPr>
            <a:spLocks noGrp="1"/>
          </p:cNvSpPr>
          <p:nvPr>
            <p:ph type="body" sz="quarter" idx="16" hasCustomPrompt="1"/>
          </p:nvPr>
        </p:nvSpPr>
        <p:spPr>
          <a:xfrm>
            <a:off x="8002991" y="3017839"/>
            <a:ext cx="3336188" cy="411161"/>
          </a:xfrm>
          <a:prstGeom prst="rect">
            <a:avLst/>
          </a:prstGeom>
        </p:spPr>
        <p:txBody>
          <a:bodyPr/>
          <a:lstStyle>
            <a:lvl1pPr marL="0" indent="0" algn="ctr">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839788" y="3624191"/>
            <a:ext cx="3336925" cy="888128"/>
          </a:xfrm>
          <a:prstGeom prst="rect">
            <a:avLst/>
          </a:prstGeom>
        </p:spPr>
        <p:txBody>
          <a:bodyPr/>
          <a:lstStyle>
            <a:lvl1pPr marL="0" indent="0" algn="ctr">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456567" y="3624191"/>
            <a:ext cx="3336925" cy="888128"/>
          </a:xfrm>
          <a:prstGeom prst="rect">
            <a:avLst/>
          </a:prstGeom>
        </p:spPr>
        <p:txBody>
          <a:bodyPr/>
          <a:lstStyle>
            <a:lvl1pPr marL="0" indent="0" algn="ctr">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6" name="Text Placeholder 23">
            <a:extLst>
              <a:ext uri="{FF2B5EF4-FFF2-40B4-BE49-F238E27FC236}">
                <a16:creationId xmlns:a16="http://schemas.microsoft.com/office/drawing/2014/main" id="{D0238D2F-7794-48FD-5C85-A87C72E7AD96}"/>
              </a:ext>
            </a:extLst>
          </p:cNvPr>
          <p:cNvSpPr>
            <a:spLocks noGrp="1"/>
          </p:cNvSpPr>
          <p:nvPr>
            <p:ph type="body" sz="quarter" idx="22" hasCustomPrompt="1"/>
          </p:nvPr>
        </p:nvSpPr>
        <p:spPr>
          <a:xfrm>
            <a:off x="8002991" y="3624191"/>
            <a:ext cx="3336925" cy="888128"/>
          </a:xfrm>
          <a:prstGeom prst="rect">
            <a:avLst/>
          </a:prstGeom>
        </p:spPr>
        <p:txBody>
          <a:bodyPr/>
          <a:lstStyle>
            <a:lvl1pPr marL="0" indent="0" algn="ctr">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2070284784"/>
      </p:ext>
    </p:extLst>
  </p:cSld>
  <p:clrMapOvr>
    <a:masterClrMapping/>
  </p:clrMapOvr>
  <p:transition>
    <p:fade/>
  </p:transition>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Title and 2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67426"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648637" y="2788213"/>
            <a:ext cx="3336188"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502225" y="1550104"/>
            <a:ext cx="10511618" cy="646331"/>
          </a:xfrm>
          <a:prstGeom prst="rect">
            <a:avLst/>
          </a:prstGeom>
        </p:spPr>
        <p:txBody>
          <a:bodyPr/>
          <a:lstStyle>
            <a:lvl1pPr marL="0" indent="0" algn="l">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 column content</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67426" y="3624191"/>
            <a:ext cx="3336925" cy="888128"/>
          </a:xfrm>
          <a:prstGeom prst="rect">
            <a:avLst/>
          </a:prstGeom>
        </p:spPr>
        <p:txBody>
          <a:bodyPr/>
          <a:lstStyle>
            <a:lvl1pPr marL="0" indent="0" algn="l">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647900" y="3624191"/>
            <a:ext cx="3336925" cy="888128"/>
          </a:xfrm>
          <a:prstGeom prst="rect">
            <a:avLst/>
          </a:prstGeom>
        </p:spPr>
        <p:txBody>
          <a:bodyPr/>
          <a:lstStyle>
            <a:lvl1pPr marL="0" indent="0" algn="l">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2201916151"/>
      </p:ext>
    </p:extLst>
  </p:cSld>
  <p:clrMapOvr>
    <a:masterClrMapping/>
  </p:clrMapOvr>
  <p:transition>
    <p:fade/>
  </p:transition>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1_Title and 3 column">
    <p:bg>
      <p:bgPr>
        <a:solidFill>
          <a:srgbClr val="161D26"/>
        </a:solidFill>
        <a:effectLst/>
      </p:bgPr>
    </p:bg>
    <p:spTree>
      <p:nvGrpSpPr>
        <p:cNvPr id="1" name=""/>
        <p:cNvGrpSpPr/>
        <p:nvPr/>
      </p:nvGrpSpPr>
      <p:grpSpPr>
        <a:xfrm>
          <a:off x="0" y="0"/>
          <a:ext cx="0" cy="0"/>
          <a:chOff x="0" y="0"/>
          <a:chExt cx="0" cy="0"/>
        </a:xfrm>
      </p:grpSpPr>
      <p:sp>
        <p:nvSpPr>
          <p:cNvPr id="15" name="Text Placeholder 21">
            <a:extLst>
              <a:ext uri="{FF2B5EF4-FFF2-40B4-BE49-F238E27FC236}">
                <a16:creationId xmlns:a16="http://schemas.microsoft.com/office/drawing/2014/main" id="{FDA123FF-B7BF-8287-C298-B0F58E4C5344}"/>
              </a:ext>
            </a:extLst>
          </p:cNvPr>
          <p:cNvSpPr>
            <a:spLocks noGrp="1"/>
          </p:cNvSpPr>
          <p:nvPr>
            <p:ph type="body" sz="quarter" idx="12" hasCustomPrompt="1"/>
          </p:nvPr>
        </p:nvSpPr>
        <p:spPr>
          <a:xfrm>
            <a:off x="476109" y="2788213"/>
            <a:ext cx="2863866"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13296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97053" y="1550104"/>
            <a:ext cx="10511618" cy="646331"/>
          </a:xfrm>
          <a:prstGeom prst="rect">
            <a:avLst/>
          </a:prstGeom>
        </p:spPr>
        <p:txBody>
          <a:bodyPr/>
          <a:lstStyle>
            <a:lvl1pPr marL="0" indent="0" algn="l">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3 column content</a:t>
            </a:r>
          </a:p>
        </p:txBody>
      </p:sp>
      <p:sp>
        <p:nvSpPr>
          <p:cNvPr id="24" name="Text Placeholder 23">
            <a:extLst>
              <a:ext uri="{FF2B5EF4-FFF2-40B4-BE49-F238E27FC236}">
                <a16:creationId xmlns:a16="http://schemas.microsoft.com/office/drawing/2014/main" id="{1D1E8BD7-FDA5-BFE8-0AAA-D8B5085A1DAB}"/>
              </a:ext>
            </a:extLst>
          </p:cNvPr>
          <p:cNvSpPr>
            <a:spLocks noGrp="1"/>
          </p:cNvSpPr>
          <p:nvPr>
            <p:ph type="body" sz="quarter" idx="20" hasCustomPrompt="1"/>
          </p:nvPr>
        </p:nvSpPr>
        <p:spPr>
          <a:xfrm>
            <a:off x="476110" y="3624191"/>
            <a:ext cx="2863866" cy="888128"/>
          </a:xfrm>
          <a:prstGeom prst="rect">
            <a:avLst/>
          </a:prstGeom>
        </p:spPr>
        <p:txBody>
          <a:bodyPr/>
          <a:lstStyle>
            <a:lvl1pPr marL="0" indent="0" algn="l">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132968" y="3624191"/>
            <a:ext cx="2863866" cy="888128"/>
          </a:xfrm>
          <a:prstGeom prst="rect">
            <a:avLst/>
          </a:prstGeom>
        </p:spPr>
        <p:txBody>
          <a:bodyPr/>
          <a:lstStyle>
            <a:lvl1pPr marL="0" indent="0" algn="l">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12" name="Text Placeholder 21">
            <a:extLst>
              <a:ext uri="{FF2B5EF4-FFF2-40B4-BE49-F238E27FC236}">
                <a16:creationId xmlns:a16="http://schemas.microsoft.com/office/drawing/2014/main" id="{0011CB6F-3F94-DC6A-29BB-1B7A0F3B8C71}"/>
              </a:ext>
            </a:extLst>
          </p:cNvPr>
          <p:cNvSpPr>
            <a:spLocks noGrp="1"/>
          </p:cNvSpPr>
          <p:nvPr>
            <p:ph type="body" sz="quarter" idx="22" hasCustomPrompt="1"/>
          </p:nvPr>
        </p:nvSpPr>
        <p:spPr>
          <a:xfrm>
            <a:off x="7751656" y="2788213"/>
            <a:ext cx="2863865"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13" name="Text Placeholder 23">
            <a:extLst>
              <a:ext uri="{FF2B5EF4-FFF2-40B4-BE49-F238E27FC236}">
                <a16:creationId xmlns:a16="http://schemas.microsoft.com/office/drawing/2014/main" id="{D42DB03B-CCC9-C3A9-0E68-734ED9FAE2D3}"/>
              </a:ext>
            </a:extLst>
          </p:cNvPr>
          <p:cNvSpPr>
            <a:spLocks noGrp="1"/>
          </p:cNvSpPr>
          <p:nvPr>
            <p:ph type="body" sz="quarter" idx="23" hasCustomPrompt="1"/>
          </p:nvPr>
        </p:nvSpPr>
        <p:spPr>
          <a:xfrm>
            <a:off x="7751657" y="3624191"/>
            <a:ext cx="2863863" cy="888128"/>
          </a:xfrm>
          <a:prstGeom prst="rect">
            <a:avLst/>
          </a:prstGeom>
        </p:spPr>
        <p:txBody>
          <a:bodyPr/>
          <a:lstStyle>
            <a:lvl1pPr marL="0" indent="0" algn="l">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235866407"/>
      </p:ext>
    </p:extLst>
  </p:cSld>
  <p:clrMapOvr>
    <a:masterClrMapping/>
  </p:clrMapOvr>
  <p:transition>
    <p:fade/>
  </p:transition>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1_Title and 2x2 column">
    <p:bg>
      <p:bgPr>
        <a:solidFill>
          <a:srgbClr val="161D26"/>
        </a:solidFill>
        <a:effectLst/>
      </p:bgPr>
    </p:bg>
    <p:spTree>
      <p:nvGrpSpPr>
        <p:cNvPr id="1" name=""/>
        <p:cNvGrpSpPr/>
        <p:nvPr/>
      </p:nvGrpSpPr>
      <p:grpSpPr>
        <a:xfrm>
          <a:off x="0" y="0"/>
          <a:ext cx="0" cy="0"/>
          <a:chOff x="0" y="0"/>
          <a:chExt cx="0" cy="0"/>
        </a:xfrm>
      </p:grpSpPr>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700356"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83200" y="1550104"/>
            <a:ext cx="3156282" cy="1754326"/>
          </a:xfrm>
          <a:prstGeom prst="rect">
            <a:avLst/>
          </a:prstGeom>
        </p:spPr>
        <p:txBody>
          <a:bodyPr/>
          <a:lstStyle>
            <a:lvl1pPr marL="0" indent="0" algn="l">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2x2 column content</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700358" y="2233382"/>
            <a:ext cx="2610703" cy="888128"/>
          </a:xfrm>
          <a:prstGeom prst="rect">
            <a:avLst/>
          </a:prstGeom>
        </p:spPr>
        <p:txBody>
          <a:bodyPr/>
          <a:lstStyle>
            <a:lvl1pPr marL="0" indent="0" algn="l">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2" name="Text Placeholder 21">
            <a:extLst>
              <a:ext uri="{FF2B5EF4-FFF2-40B4-BE49-F238E27FC236}">
                <a16:creationId xmlns:a16="http://schemas.microsoft.com/office/drawing/2014/main" id="{D7738712-33DD-CFDE-10D7-31F3F70DC871}"/>
              </a:ext>
            </a:extLst>
          </p:cNvPr>
          <p:cNvSpPr>
            <a:spLocks noGrp="1"/>
          </p:cNvSpPr>
          <p:nvPr>
            <p:ph type="body" sz="quarter" idx="24" hasCustomPrompt="1"/>
          </p:nvPr>
        </p:nvSpPr>
        <p:spPr>
          <a:xfrm>
            <a:off x="8108574" y="1544404"/>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23" name="Text Placeholder 23">
            <a:extLst>
              <a:ext uri="{FF2B5EF4-FFF2-40B4-BE49-F238E27FC236}">
                <a16:creationId xmlns:a16="http://schemas.microsoft.com/office/drawing/2014/main" id="{C1F1EE16-B454-545C-69BE-7C3321C83F79}"/>
              </a:ext>
            </a:extLst>
          </p:cNvPr>
          <p:cNvSpPr>
            <a:spLocks noGrp="1"/>
          </p:cNvSpPr>
          <p:nvPr>
            <p:ph type="body" sz="quarter" idx="25" hasCustomPrompt="1"/>
          </p:nvPr>
        </p:nvSpPr>
        <p:spPr>
          <a:xfrm>
            <a:off x="8108576" y="2233382"/>
            <a:ext cx="2610703" cy="888128"/>
          </a:xfrm>
          <a:prstGeom prst="rect">
            <a:avLst/>
          </a:prstGeom>
        </p:spPr>
        <p:txBody>
          <a:bodyPr/>
          <a:lstStyle>
            <a:lvl1pPr marL="0" indent="0" algn="l">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6" name="Text Placeholder 21">
            <a:extLst>
              <a:ext uri="{FF2B5EF4-FFF2-40B4-BE49-F238E27FC236}">
                <a16:creationId xmlns:a16="http://schemas.microsoft.com/office/drawing/2014/main" id="{6663C62C-AC24-84F5-051D-738253F7948C}"/>
              </a:ext>
            </a:extLst>
          </p:cNvPr>
          <p:cNvSpPr>
            <a:spLocks noGrp="1"/>
          </p:cNvSpPr>
          <p:nvPr>
            <p:ph type="body" sz="quarter" idx="26" hasCustomPrompt="1"/>
          </p:nvPr>
        </p:nvSpPr>
        <p:spPr>
          <a:xfrm>
            <a:off x="4700356"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7" name="Text Placeholder 23">
            <a:extLst>
              <a:ext uri="{FF2B5EF4-FFF2-40B4-BE49-F238E27FC236}">
                <a16:creationId xmlns:a16="http://schemas.microsoft.com/office/drawing/2014/main" id="{A2C5E56C-1A90-63E7-1531-1E93392952D3}"/>
              </a:ext>
            </a:extLst>
          </p:cNvPr>
          <p:cNvSpPr>
            <a:spLocks noGrp="1"/>
          </p:cNvSpPr>
          <p:nvPr>
            <p:ph type="body" sz="quarter" idx="27" hasCustomPrompt="1"/>
          </p:nvPr>
        </p:nvSpPr>
        <p:spPr>
          <a:xfrm>
            <a:off x="4700358" y="4608446"/>
            <a:ext cx="2610703" cy="888128"/>
          </a:xfrm>
          <a:prstGeom prst="rect">
            <a:avLst/>
          </a:prstGeom>
        </p:spPr>
        <p:txBody>
          <a:bodyPr/>
          <a:lstStyle>
            <a:lvl1pPr marL="0" indent="0" algn="l">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8" name="Text Placeholder 21">
            <a:extLst>
              <a:ext uri="{FF2B5EF4-FFF2-40B4-BE49-F238E27FC236}">
                <a16:creationId xmlns:a16="http://schemas.microsoft.com/office/drawing/2014/main" id="{6D94D881-186D-3B8B-5FE6-0629728AFA36}"/>
              </a:ext>
            </a:extLst>
          </p:cNvPr>
          <p:cNvSpPr>
            <a:spLocks noGrp="1"/>
          </p:cNvSpPr>
          <p:nvPr>
            <p:ph type="body" sz="quarter" idx="28" hasCustomPrompt="1"/>
          </p:nvPr>
        </p:nvSpPr>
        <p:spPr>
          <a:xfrm>
            <a:off x="8108574" y="3919468"/>
            <a:ext cx="2829067"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4</a:t>
            </a:r>
          </a:p>
        </p:txBody>
      </p:sp>
      <p:sp>
        <p:nvSpPr>
          <p:cNvPr id="29" name="Text Placeholder 23">
            <a:extLst>
              <a:ext uri="{FF2B5EF4-FFF2-40B4-BE49-F238E27FC236}">
                <a16:creationId xmlns:a16="http://schemas.microsoft.com/office/drawing/2014/main" id="{0714E946-886B-5901-56E0-B56EF06122E9}"/>
              </a:ext>
            </a:extLst>
          </p:cNvPr>
          <p:cNvSpPr>
            <a:spLocks noGrp="1"/>
          </p:cNvSpPr>
          <p:nvPr>
            <p:ph type="body" sz="quarter" idx="29" hasCustomPrompt="1"/>
          </p:nvPr>
        </p:nvSpPr>
        <p:spPr>
          <a:xfrm>
            <a:off x="8108576" y="4608446"/>
            <a:ext cx="2610703" cy="888128"/>
          </a:xfrm>
          <a:prstGeom prst="rect">
            <a:avLst/>
          </a:prstGeom>
        </p:spPr>
        <p:txBody>
          <a:bodyPr/>
          <a:lstStyle>
            <a:lvl1pPr marL="0" indent="0" algn="l">
              <a:lnSpc>
                <a:spcPts val="2100"/>
              </a:lnSpc>
              <a:buNone/>
              <a:defRPr sz="16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4063496123"/>
      </p:ext>
    </p:extLst>
  </p:cSld>
  <p:clrMapOvr>
    <a:masterClrMapping/>
  </p:clrMapOvr>
  <p:transition>
    <p:fade/>
  </p:transition>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2_Title and 2x2 column w boxes">
    <p:bg>
      <p:bgPr>
        <a:solidFill>
          <a:srgbClr val="161D26"/>
        </a:solidFill>
        <a:effectLst/>
      </p:bgPr>
    </p:bg>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0F712FE6-91E4-EF03-76D2-2C281623487C}"/>
              </a:ext>
            </a:extLst>
          </p:cNvPr>
          <p:cNvSpPr/>
          <p:nvPr userDrawn="1"/>
        </p:nvSpPr>
        <p:spPr>
          <a:xfrm>
            <a:off x="4700565" y="1128216"/>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16" name="Text Placeholder 21">
            <a:extLst>
              <a:ext uri="{FF2B5EF4-FFF2-40B4-BE49-F238E27FC236}">
                <a16:creationId xmlns:a16="http://schemas.microsoft.com/office/drawing/2014/main" id="{8F054AD4-E8B8-C6E8-AF64-EA0068273D21}"/>
              </a:ext>
            </a:extLst>
          </p:cNvPr>
          <p:cNvSpPr>
            <a:spLocks noGrp="1"/>
          </p:cNvSpPr>
          <p:nvPr>
            <p:ph type="body" sz="quarter" idx="14" hasCustomPrompt="1"/>
          </p:nvPr>
        </p:nvSpPr>
        <p:spPr>
          <a:xfrm>
            <a:off x="4884862"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14" name="Text Placeholder 21">
            <a:extLst>
              <a:ext uri="{FF2B5EF4-FFF2-40B4-BE49-F238E27FC236}">
                <a16:creationId xmlns:a16="http://schemas.microsoft.com/office/drawing/2014/main" id="{08DFED41-DE9E-7735-ACB3-316677974BD0}"/>
              </a:ext>
            </a:extLst>
          </p:cNvPr>
          <p:cNvSpPr>
            <a:spLocks noGrp="1"/>
          </p:cNvSpPr>
          <p:nvPr>
            <p:ph type="body" sz="quarter" idx="11" hasCustomPrompt="1"/>
          </p:nvPr>
        </p:nvSpPr>
        <p:spPr>
          <a:xfrm>
            <a:off x="497055" y="1550104"/>
            <a:ext cx="3156282" cy="1754326"/>
          </a:xfrm>
          <a:prstGeom prst="rect">
            <a:avLst/>
          </a:prstGeom>
        </p:spPr>
        <p:txBody>
          <a:bodyPr/>
          <a:lstStyle>
            <a:lvl1pPr marL="0" indent="0" algn="l">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2x2 column content</a:t>
            </a:r>
          </a:p>
        </p:txBody>
      </p:sp>
      <p:sp>
        <p:nvSpPr>
          <p:cNvPr id="25" name="Text Placeholder 23">
            <a:extLst>
              <a:ext uri="{FF2B5EF4-FFF2-40B4-BE49-F238E27FC236}">
                <a16:creationId xmlns:a16="http://schemas.microsoft.com/office/drawing/2014/main" id="{32866AF3-B857-7756-F3EC-1194EDCF8795}"/>
              </a:ext>
            </a:extLst>
          </p:cNvPr>
          <p:cNvSpPr>
            <a:spLocks noGrp="1"/>
          </p:cNvSpPr>
          <p:nvPr>
            <p:ph type="body" sz="quarter" idx="21" hasCustomPrompt="1"/>
          </p:nvPr>
        </p:nvSpPr>
        <p:spPr>
          <a:xfrm>
            <a:off x="4884864" y="2114629"/>
            <a:ext cx="2440229" cy="775405"/>
          </a:xfrm>
          <a:prstGeom prst="rect">
            <a:avLst/>
          </a:prstGeom>
        </p:spPr>
        <p:txBody>
          <a:bodyPr/>
          <a:lstStyle>
            <a:lvl1pPr marL="0" indent="0" algn="l">
              <a:lnSpc>
                <a:spcPts val="1800"/>
              </a:lnSpc>
              <a:buNone/>
              <a:defRPr sz="14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20" name="Rounded Rectangle 19">
            <a:extLst>
              <a:ext uri="{FF2B5EF4-FFF2-40B4-BE49-F238E27FC236}">
                <a16:creationId xmlns:a16="http://schemas.microsoft.com/office/drawing/2014/main" id="{55EDB056-8738-3DE7-CC6F-29C1DEC53BB9}"/>
              </a:ext>
            </a:extLst>
          </p:cNvPr>
          <p:cNvSpPr/>
          <p:nvPr userDrawn="1"/>
        </p:nvSpPr>
        <p:spPr>
          <a:xfrm>
            <a:off x="4700565" y="3728912"/>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chemeClr val="tx1"/>
              </a:solidFill>
              <a:latin typeface="Amazon Ember Display"/>
            </a:endParaRPr>
          </a:p>
          <a:p>
            <a:endParaRPr lang="en-US" sz="1400" dirty="0">
              <a:solidFill>
                <a:schemeClr val="tx1"/>
              </a:solidFill>
              <a:latin typeface="Amazon Ember Display"/>
            </a:endParaRPr>
          </a:p>
          <a:p>
            <a:endParaRPr lang="en-US" sz="1400" dirty="0">
              <a:solidFill>
                <a:schemeClr val="tx1"/>
              </a:solidFill>
              <a:latin typeface="Amazon Ember Display"/>
            </a:endParaRPr>
          </a:p>
        </p:txBody>
      </p:sp>
      <p:sp>
        <p:nvSpPr>
          <p:cNvPr id="21" name="Text Placeholder 21">
            <a:extLst>
              <a:ext uri="{FF2B5EF4-FFF2-40B4-BE49-F238E27FC236}">
                <a16:creationId xmlns:a16="http://schemas.microsoft.com/office/drawing/2014/main" id="{999EE95E-4EFC-FB7B-14F9-24CAB4FEEF5E}"/>
              </a:ext>
            </a:extLst>
          </p:cNvPr>
          <p:cNvSpPr>
            <a:spLocks noGrp="1"/>
          </p:cNvSpPr>
          <p:nvPr>
            <p:ph type="body" sz="quarter" idx="22" hasCustomPrompt="1"/>
          </p:nvPr>
        </p:nvSpPr>
        <p:spPr>
          <a:xfrm>
            <a:off x="4884862"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3</a:t>
            </a:r>
          </a:p>
        </p:txBody>
      </p:sp>
      <p:sp>
        <p:nvSpPr>
          <p:cNvPr id="24" name="Text Placeholder 23">
            <a:extLst>
              <a:ext uri="{FF2B5EF4-FFF2-40B4-BE49-F238E27FC236}">
                <a16:creationId xmlns:a16="http://schemas.microsoft.com/office/drawing/2014/main" id="{BF0138DD-073B-683F-F960-155017654C2E}"/>
              </a:ext>
            </a:extLst>
          </p:cNvPr>
          <p:cNvSpPr>
            <a:spLocks noGrp="1"/>
          </p:cNvSpPr>
          <p:nvPr>
            <p:ph type="body" sz="quarter" idx="23" hasCustomPrompt="1"/>
          </p:nvPr>
        </p:nvSpPr>
        <p:spPr>
          <a:xfrm>
            <a:off x="4884864" y="4715325"/>
            <a:ext cx="2440229" cy="775405"/>
          </a:xfrm>
          <a:prstGeom prst="rect">
            <a:avLst/>
          </a:prstGeom>
        </p:spPr>
        <p:txBody>
          <a:bodyPr/>
          <a:lstStyle>
            <a:lvl1pPr marL="0" indent="0" algn="l">
              <a:lnSpc>
                <a:spcPts val="1800"/>
              </a:lnSpc>
              <a:buNone/>
              <a:defRPr sz="14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30" name="Rounded Rectangle 29">
            <a:extLst>
              <a:ext uri="{FF2B5EF4-FFF2-40B4-BE49-F238E27FC236}">
                <a16:creationId xmlns:a16="http://schemas.microsoft.com/office/drawing/2014/main" id="{F35112F6-7394-90C4-A39C-039069DE503C}"/>
              </a:ext>
            </a:extLst>
          </p:cNvPr>
          <p:cNvSpPr/>
          <p:nvPr userDrawn="1"/>
        </p:nvSpPr>
        <p:spPr>
          <a:xfrm>
            <a:off x="7835651" y="1128216"/>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31" name="Text Placeholder 21">
            <a:extLst>
              <a:ext uri="{FF2B5EF4-FFF2-40B4-BE49-F238E27FC236}">
                <a16:creationId xmlns:a16="http://schemas.microsoft.com/office/drawing/2014/main" id="{C18FBA74-DAAA-E129-8851-6CB983EB9051}"/>
              </a:ext>
            </a:extLst>
          </p:cNvPr>
          <p:cNvSpPr>
            <a:spLocks noGrp="1"/>
          </p:cNvSpPr>
          <p:nvPr>
            <p:ph type="body" sz="quarter" idx="24" hasCustomPrompt="1"/>
          </p:nvPr>
        </p:nvSpPr>
        <p:spPr>
          <a:xfrm>
            <a:off x="8019948" y="1425651"/>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32" name="Text Placeholder 23">
            <a:extLst>
              <a:ext uri="{FF2B5EF4-FFF2-40B4-BE49-F238E27FC236}">
                <a16:creationId xmlns:a16="http://schemas.microsoft.com/office/drawing/2014/main" id="{C870C8EF-4B14-2D07-7D95-92D913A6076B}"/>
              </a:ext>
            </a:extLst>
          </p:cNvPr>
          <p:cNvSpPr>
            <a:spLocks noGrp="1"/>
          </p:cNvSpPr>
          <p:nvPr>
            <p:ph type="body" sz="quarter" idx="25" hasCustomPrompt="1"/>
          </p:nvPr>
        </p:nvSpPr>
        <p:spPr>
          <a:xfrm>
            <a:off x="8019950" y="2114629"/>
            <a:ext cx="2440229" cy="775405"/>
          </a:xfrm>
          <a:prstGeom prst="rect">
            <a:avLst/>
          </a:prstGeom>
        </p:spPr>
        <p:txBody>
          <a:bodyPr/>
          <a:lstStyle>
            <a:lvl1pPr marL="0" indent="0" algn="l">
              <a:lnSpc>
                <a:spcPts val="1800"/>
              </a:lnSpc>
              <a:buNone/>
              <a:defRPr sz="14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33" name="Rounded Rectangle 32">
            <a:extLst>
              <a:ext uri="{FF2B5EF4-FFF2-40B4-BE49-F238E27FC236}">
                <a16:creationId xmlns:a16="http://schemas.microsoft.com/office/drawing/2014/main" id="{F011B1B7-5825-9664-35BD-1E73774A280F}"/>
              </a:ext>
            </a:extLst>
          </p:cNvPr>
          <p:cNvSpPr/>
          <p:nvPr userDrawn="1"/>
        </p:nvSpPr>
        <p:spPr>
          <a:xfrm>
            <a:off x="7835651" y="3728912"/>
            <a:ext cx="2829066" cy="2300784"/>
          </a:xfrm>
          <a:prstGeom prst="roundRect">
            <a:avLst>
              <a:gd name="adj" fmla="val 8982"/>
            </a:avLst>
          </a:prstGeom>
          <a:solidFill>
            <a:srgbClr val="000000">
              <a:alpha val="29688"/>
            </a:srgbClr>
          </a:solidFill>
          <a:ln w="19050">
            <a:gradFill flip="none" rotWithShape="1">
              <a:gsLst>
                <a:gs pos="0">
                  <a:schemeClr val="accent2"/>
                </a:gs>
                <a:gs pos="100000">
                  <a:schemeClr val="accent3"/>
                </a:gs>
                <a:gs pos="55000">
                  <a:schemeClr val="accent4"/>
                </a:gs>
              </a:gsLst>
              <a:lin ang="2700000" scaled="1"/>
              <a:tileRect/>
            </a:gradFill>
          </a:ln>
        </p:spPr>
        <p:style>
          <a:lnRef idx="2">
            <a:schemeClr val="accent1"/>
          </a:lnRef>
          <a:fillRef idx="0">
            <a:schemeClr val="accent1"/>
          </a:fillRef>
          <a:effectRef idx="1">
            <a:schemeClr val="accent1"/>
          </a:effectRef>
          <a:fontRef idx="minor">
            <a:schemeClr val="tx1"/>
          </a:fontRef>
        </p:style>
        <p:txBody>
          <a:bodyPr lIns="182880" tIns="91440" rIns="182880" bIns="91440" rtlCol="0" anchor="ctr"/>
          <a:lstStyle/>
          <a:p>
            <a:endParaRPr lang="en-US" sz="1400" dirty="0">
              <a:solidFill>
                <a:srgbClr val="FFFFFF"/>
              </a:solidFill>
              <a:latin typeface="Amazon Ember Display"/>
            </a:endParaRPr>
          </a:p>
          <a:p>
            <a:endParaRPr lang="en-US" sz="1400" dirty="0">
              <a:solidFill>
                <a:srgbClr val="FFFFFF"/>
              </a:solidFill>
              <a:latin typeface="Amazon Ember Display"/>
            </a:endParaRPr>
          </a:p>
          <a:p>
            <a:endParaRPr lang="en-US" sz="1400" dirty="0">
              <a:solidFill>
                <a:srgbClr val="FFFFFF"/>
              </a:solidFill>
              <a:latin typeface="Amazon Ember Display"/>
            </a:endParaRPr>
          </a:p>
        </p:txBody>
      </p:sp>
      <p:sp>
        <p:nvSpPr>
          <p:cNvPr id="34" name="Text Placeholder 21">
            <a:extLst>
              <a:ext uri="{FF2B5EF4-FFF2-40B4-BE49-F238E27FC236}">
                <a16:creationId xmlns:a16="http://schemas.microsoft.com/office/drawing/2014/main" id="{183B6973-2CB8-4B71-D683-BC770EC99463}"/>
              </a:ext>
            </a:extLst>
          </p:cNvPr>
          <p:cNvSpPr>
            <a:spLocks noGrp="1"/>
          </p:cNvSpPr>
          <p:nvPr>
            <p:ph type="body" sz="quarter" idx="26" hasCustomPrompt="1"/>
          </p:nvPr>
        </p:nvSpPr>
        <p:spPr>
          <a:xfrm>
            <a:off x="8019948" y="402634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4</a:t>
            </a:r>
          </a:p>
        </p:txBody>
      </p:sp>
      <p:sp>
        <p:nvSpPr>
          <p:cNvPr id="35" name="Text Placeholder 23">
            <a:extLst>
              <a:ext uri="{FF2B5EF4-FFF2-40B4-BE49-F238E27FC236}">
                <a16:creationId xmlns:a16="http://schemas.microsoft.com/office/drawing/2014/main" id="{6E51BEE7-3A11-AEB2-1488-A173CF807879}"/>
              </a:ext>
            </a:extLst>
          </p:cNvPr>
          <p:cNvSpPr>
            <a:spLocks noGrp="1"/>
          </p:cNvSpPr>
          <p:nvPr>
            <p:ph type="body" sz="quarter" idx="27" hasCustomPrompt="1"/>
          </p:nvPr>
        </p:nvSpPr>
        <p:spPr>
          <a:xfrm>
            <a:off x="8019950" y="4715325"/>
            <a:ext cx="2440229" cy="775405"/>
          </a:xfrm>
          <a:prstGeom prst="rect">
            <a:avLst/>
          </a:prstGeom>
        </p:spPr>
        <p:txBody>
          <a:bodyPr/>
          <a:lstStyle>
            <a:lvl1pPr marL="0" indent="0" algn="l">
              <a:lnSpc>
                <a:spcPts val="1800"/>
              </a:lnSpc>
              <a:buNone/>
              <a:defRPr sz="14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231863178"/>
      </p:ext>
    </p:extLst>
  </p:cSld>
  <p:clrMapOvr>
    <a:masterClrMapping/>
  </p:clrMapOvr>
  <p:transition>
    <p:fade/>
  </p:transition>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Title and image">
    <p:bg>
      <p:bgPr>
        <a:solidFill>
          <a:srgbClr val="161D26"/>
        </a:solidFill>
        <a:effectLst/>
      </p:bgPr>
    </p:bg>
    <p:spTree>
      <p:nvGrpSpPr>
        <p:cNvPr id="1" name=""/>
        <p:cNvGrpSpPr/>
        <p:nvPr/>
      </p:nvGrpSpPr>
      <p:grpSpPr>
        <a:xfrm>
          <a:off x="0" y="0"/>
          <a:ext cx="0" cy="0"/>
          <a:chOff x="0" y="0"/>
          <a:chExt cx="0" cy="0"/>
        </a:xfrm>
      </p:grpSpPr>
      <p:sp>
        <p:nvSpPr>
          <p:cNvPr id="4" name="Text Placeholder 21">
            <a:extLst>
              <a:ext uri="{FF2B5EF4-FFF2-40B4-BE49-F238E27FC236}">
                <a16:creationId xmlns:a16="http://schemas.microsoft.com/office/drawing/2014/main" id="{AA313648-329E-EA50-B837-6EBA3D3F76ED}"/>
              </a:ext>
            </a:extLst>
          </p:cNvPr>
          <p:cNvSpPr>
            <a:spLocks noGrp="1"/>
          </p:cNvSpPr>
          <p:nvPr>
            <p:ph type="body" sz="quarter" idx="11" hasCustomPrompt="1"/>
          </p:nvPr>
        </p:nvSpPr>
        <p:spPr>
          <a:xfrm>
            <a:off x="500416" y="833848"/>
            <a:ext cx="10664687" cy="646331"/>
          </a:xfrm>
          <a:prstGeom prst="rect">
            <a:avLst/>
          </a:prstGeom>
        </p:spPr>
        <p:txBody>
          <a:bodyPr/>
          <a:lstStyle>
            <a:lvl1pPr marL="0" indent="0">
              <a:buNone/>
              <a:defRPr kumimoji="0" lang="en-US" sz="40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image</a:t>
            </a:r>
          </a:p>
        </p:txBody>
      </p:sp>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500416" y="1960880"/>
            <a:ext cx="11142944" cy="4071909"/>
          </a:xfrm>
          <a:prstGeom prst="roundRect">
            <a:avLst>
              <a:gd name="adj" fmla="val 8562"/>
            </a:avLst>
          </a:prstGeom>
          <a:solidFill>
            <a:schemeClr val="bg2"/>
          </a:solidFill>
        </p:spPr>
        <p:txBody>
          <a:bodyPr/>
          <a:lstStyle/>
          <a:p>
            <a:endParaRPr lang="en-US"/>
          </a:p>
        </p:txBody>
      </p:sp>
    </p:spTree>
    <p:extLst>
      <p:ext uri="{BB962C8B-B14F-4D97-AF65-F5344CB8AC3E}">
        <p14:creationId xmlns:p14="http://schemas.microsoft.com/office/powerpoint/2010/main" val="816928224"/>
      </p:ext>
    </p:extLst>
  </p:cSld>
  <p:clrMapOvr>
    <a:masterClrMapping/>
  </p:clrMapOvr>
  <p:transition>
    <p:fade/>
  </p:transition>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1_Title and code">
    <p:bg>
      <p:bgPr>
        <a:solidFill>
          <a:srgbClr val="161D26"/>
        </a:solidFill>
        <a:effectLst/>
      </p:bgPr>
    </p:bg>
    <p:spTree>
      <p:nvGrpSpPr>
        <p:cNvPr id="1" name=""/>
        <p:cNvGrpSpPr/>
        <p:nvPr/>
      </p:nvGrpSpPr>
      <p:grpSpPr>
        <a:xfrm>
          <a:off x="0" y="0"/>
          <a:ext cx="0" cy="0"/>
          <a:chOff x="0" y="0"/>
          <a:chExt cx="0" cy="0"/>
        </a:xfrm>
      </p:grpSpPr>
      <p:sp>
        <p:nvSpPr>
          <p:cNvPr id="4" name="Text Placeholder 21">
            <a:extLst>
              <a:ext uri="{FF2B5EF4-FFF2-40B4-BE49-F238E27FC236}">
                <a16:creationId xmlns:a16="http://schemas.microsoft.com/office/drawing/2014/main" id="{AA313648-329E-EA50-B837-6EBA3D3F76ED}"/>
              </a:ext>
            </a:extLst>
          </p:cNvPr>
          <p:cNvSpPr>
            <a:spLocks noGrp="1"/>
          </p:cNvSpPr>
          <p:nvPr>
            <p:ph type="body" sz="quarter" idx="11" hasCustomPrompt="1"/>
          </p:nvPr>
        </p:nvSpPr>
        <p:spPr>
          <a:xfrm>
            <a:off x="486561" y="1124707"/>
            <a:ext cx="10664687" cy="646331"/>
          </a:xfrm>
          <a:prstGeom prst="rect">
            <a:avLst/>
          </a:prstGeom>
        </p:spPr>
        <p:txBody>
          <a:bodyPr/>
          <a:lstStyle>
            <a:lvl1pPr marL="0" indent="0">
              <a:buNone/>
              <a:defRPr kumimoji="0" lang="en-US" sz="40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and code</a:t>
            </a:r>
          </a:p>
        </p:txBody>
      </p:sp>
      <p:sp>
        <p:nvSpPr>
          <p:cNvPr id="6" name="Picture Placeholder 5">
            <a:extLst>
              <a:ext uri="{FF2B5EF4-FFF2-40B4-BE49-F238E27FC236}">
                <a16:creationId xmlns:a16="http://schemas.microsoft.com/office/drawing/2014/main" id="{32F6BE3F-8791-85EB-7BB0-25761B31F4C3}"/>
              </a:ext>
            </a:extLst>
          </p:cNvPr>
          <p:cNvSpPr>
            <a:spLocks noGrp="1"/>
          </p:cNvSpPr>
          <p:nvPr>
            <p:ph type="pic" sz="quarter" idx="12"/>
          </p:nvPr>
        </p:nvSpPr>
        <p:spPr>
          <a:xfrm>
            <a:off x="486562" y="2265680"/>
            <a:ext cx="11146638" cy="3725545"/>
          </a:xfrm>
          <a:prstGeom prst="roundRect">
            <a:avLst>
              <a:gd name="adj" fmla="val 8562"/>
            </a:avLst>
          </a:prstGeom>
          <a:noFill/>
          <a:ln w="19050">
            <a:solidFill>
              <a:schemeClr val="bg2"/>
            </a:solidFill>
          </a:ln>
        </p:spPr>
        <p:txBody>
          <a:bodyPr/>
          <a:lstStyle/>
          <a:p>
            <a:endParaRPr lang="en-US"/>
          </a:p>
        </p:txBody>
      </p:sp>
      <p:sp>
        <p:nvSpPr>
          <p:cNvPr id="5" name="Text Placeholder 21">
            <a:extLst>
              <a:ext uri="{FF2B5EF4-FFF2-40B4-BE49-F238E27FC236}">
                <a16:creationId xmlns:a16="http://schemas.microsoft.com/office/drawing/2014/main" id="{761B93CA-04D6-E74F-91FD-A35FAB4C3701}"/>
              </a:ext>
            </a:extLst>
          </p:cNvPr>
          <p:cNvSpPr>
            <a:spLocks noGrp="1"/>
          </p:cNvSpPr>
          <p:nvPr>
            <p:ph type="body" sz="quarter" idx="10" hasCustomPrompt="1"/>
          </p:nvPr>
        </p:nvSpPr>
        <p:spPr>
          <a:xfrm>
            <a:off x="486561" y="749209"/>
            <a:ext cx="3578552" cy="258532"/>
          </a:xfrm>
          <a:prstGeom prst="rect">
            <a:avLst/>
          </a:prstGeom>
        </p:spPr>
        <p:txBody>
          <a:bodyPr/>
          <a:lstStyle>
            <a:lvl1pPr marL="0" indent="0">
              <a:buNone/>
              <a:defRPr kumimoji="0" lang="en-US" sz="1200" b="0" i="0" u="none" strike="noStrike" kern="1200" cap="all" spc="300" normalizeH="0" baseline="0" dirty="0" smtClean="0">
                <a:ln>
                  <a:noFill/>
                </a:ln>
                <a:solidFill>
                  <a:schemeClr val="tx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Tree>
    <p:extLst>
      <p:ext uri="{BB962C8B-B14F-4D97-AF65-F5344CB8AC3E}">
        <p14:creationId xmlns:p14="http://schemas.microsoft.com/office/powerpoint/2010/main" val="2169989951"/>
      </p:ext>
    </p:extLst>
  </p:cSld>
  <p:clrMapOvr>
    <a:masterClrMapping/>
  </p:clrMapOvr>
  <p:transition>
    <p:fade/>
  </p:transition>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1_Title, content, and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5022" y="694380"/>
            <a:ext cx="5346883" cy="549146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486060" y="1520848"/>
            <a:ext cx="3890148" cy="1200329"/>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486061"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Tree>
    <p:extLst>
      <p:ext uri="{BB962C8B-B14F-4D97-AF65-F5344CB8AC3E}">
        <p14:creationId xmlns:p14="http://schemas.microsoft.com/office/powerpoint/2010/main" val="210350235"/>
      </p:ext>
    </p:extLst>
  </p:cSld>
  <p:clrMapOvr>
    <a:masterClrMapping/>
  </p:clrMapOvr>
  <p:transition>
    <p:fade/>
  </p:transition>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itle, content, and image_02">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5865021" y="1520848"/>
            <a:ext cx="3890148" cy="1200329"/>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3258032"/>
            <a:ext cx="3903878"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Tree>
    <p:extLst>
      <p:ext uri="{BB962C8B-B14F-4D97-AF65-F5344CB8AC3E}">
        <p14:creationId xmlns:p14="http://schemas.microsoft.com/office/powerpoint/2010/main" val="1817535716"/>
      </p:ext>
    </p:extLst>
  </p:cSld>
  <p:clrMapOvr>
    <a:masterClrMapping/>
  </p:clrMapOvr>
  <p:transition>
    <p:fade/>
  </p:transition>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itle, content, two columns, and image_">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602143" y="721360"/>
            <a:ext cx="4874098" cy="5464488"/>
          </a:xfrm>
          <a:prstGeom prst="roundRect">
            <a:avLst>
              <a:gd name="adj" fmla="val 4675"/>
            </a:avLst>
          </a:prstGeom>
          <a:solidFill>
            <a:schemeClr val="bg2"/>
          </a:solidFill>
        </p:spPr>
        <p:txBody>
          <a:bodyPr/>
          <a:lstStyle/>
          <a:p>
            <a:endParaRPr lang="en-US"/>
          </a:p>
        </p:txBody>
      </p:sp>
      <p:sp>
        <p:nvSpPr>
          <p:cNvPr id="11" name="Text Placeholder 21">
            <a:extLst>
              <a:ext uri="{FF2B5EF4-FFF2-40B4-BE49-F238E27FC236}">
                <a16:creationId xmlns:a16="http://schemas.microsoft.com/office/drawing/2014/main" id="{DCDF86EE-727F-BBDE-70E7-3F7589B18496}"/>
              </a:ext>
            </a:extLst>
          </p:cNvPr>
          <p:cNvSpPr>
            <a:spLocks noGrp="1"/>
          </p:cNvSpPr>
          <p:nvPr>
            <p:ph type="body" sz="quarter" idx="11" hasCustomPrompt="1"/>
          </p:nvPr>
        </p:nvSpPr>
        <p:spPr>
          <a:xfrm>
            <a:off x="5865021" y="721360"/>
            <a:ext cx="3890148" cy="1200329"/>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content, and image</a:t>
            </a:r>
          </a:p>
        </p:txBody>
      </p:sp>
      <p:sp>
        <p:nvSpPr>
          <p:cNvPr id="12" name="Text Placeholder 21">
            <a:extLst>
              <a:ext uri="{FF2B5EF4-FFF2-40B4-BE49-F238E27FC236}">
                <a16:creationId xmlns:a16="http://schemas.microsoft.com/office/drawing/2014/main" id="{7453FC75-76C0-FFCA-4ECA-C4E90A98CD3C}"/>
              </a:ext>
            </a:extLst>
          </p:cNvPr>
          <p:cNvSpPr>
            <a:spLocks noGrp="1"/>
          </p:cNvSpPr>
          <p:nvPr>
            <p:ph type="body" sz="quarter" idx="13" hasCustomPrompt="1"/>
          </p:nvPr>
        </p:nvSpPr>
        <p:spPr>
          <a:xfrm>
            <a:off x="5865022" y="2458544"/>
            <a:ext cx="5422738" cy="66599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Maecenas </a:t>
            </a:r>
            <a:r>
              <a:rPr lang="en-US" dirty="0" err="1"/>
              <a:t>porttitor</a:t>
            </a:r>
            <a:r>
              <a:rPr lang="en-US" dirty="0"/>
              <a:t> </a:t>
            </a:r>
            <a:r>
              <a:rPr lang="en-US" dirty="0" err="1"/>
              <a:t>congue</a:t>
            </a:r>
            <a:r>
              <a:rPr lang="en-US" dirty="0"/>
              <a:t> </a:t>
            </a:r>
            <a:r>
              <a:rPr lang="en-US" dirty="0" err="1"/>
              <a:t>massa</a:t>
            </a:r>
            <a:r>
              <a:rPr lang="en-US" dirty="0"/>
              <a:t>. </a:t>
            </a:r>
          </a:p>
          <a:p>
            <a:pPr lvl="0"/>
            <a:endParaRPr lang="en-US" dirty="0"/>
          </a:p>
        </p:txBody>
      </p:sp>
      <p:sp>
        <p:nvSpPr>
          <p:cNvPr id="3" name="Text Placeholder 21">
            <a:extLst>
              <a:ext uri="{FF2B5EF4-FFF2-40B4-BE49-F238E27FC236}">
                <a16:creationId xmlns:a16="http://schemas.microsoft.com/office/drawing/2014/main" id="{2149FBC2-7683-A9B2-46C5-5B57FB19189E}"/>
              </a:ext>
            </a:extLst>
          </p:cNvPr>
          <p:cNvSpPr>
            <a:spLocks noGrp="1"/>
          </p:cNvSpPr>
          <p:nvPr>
            <p:ph type="body" sz="quarter" idx="22" hasCustomPrompt="1"/>
          </p:nvPr>
        </p:nvSpPr>
        <p:spPr>
          <a:xfrm>
            <a:off x="5865021"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1</a:t>
            </a:r>
          </a:p>
        </p:txBody>
      </p:sp>
      <p:sp>
        <p:nvSpPr>
          <p:cNvPr id="4" name="Text Placeholder 23">
            <a:extLst>
              <a:ext uri="{FF2B5EF4-FFF2-40B4-BE49-F238E27FC236}">
                <a16:creationId xmlns:a16="http://schemas.microsoft.com/office/drawing/2014/main" id="{17EDA63C-3159-CA34-D4B9-9A79B9E9B3E2}"/>
              </a:ext>
            </a:extLst>
          </p:cNvPr>
          <p:cNvSpPr>
            <a:spLocks noGrp="1"/>
          </p:cNvSpPr>
          <p:nvPr>
            <p:ph type="body" sz="quarter" idx="23" hasCustomPrompt="1"/>
          </p:nvPr>
        </p:nvSpPr>
        <p:spPr>
          <a:xfrm>
            <a:off x="5865023" y="4422445"/>
            <a:ext cx="2440229" cy="775405"/>
          </a:xfrm>
          <a:prstGeom prst="rect">
            <a:avLst/>
          </a:prstGeom>
        </p:spPr>
        <p:txBody>
          <a:bodyPr/>
          <a:lstStyle>
            <a:lvl1pPr marL="0" indent="0" algn="l">
              <a:lnSpc>
                <a:spcPts val="1800"/>
              </a:lnSpc>
              <a:buNone/>
              <a:defRPr sz="14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
        <p:nvSpPr>
          <p:cNvPr id="5" name="Text Placeholder 21">
            <a:extLst>
              <a:ext uri="{FF2B5EF4-FFF2-40B4-BE49-F238E27FC236}">
                <a16:creationId xmlns:a16="http://schemas.microsoft.com/office/drawing/2014/main" id="{39D65247-30E9-1D1B-9BBF-08C0134797DF}"/>
              </a:ext>
            </a:extLst>
          </p:cNvPr>
          <p:cNvSpPr>
            <a:spLocks noGrp="1"/>
          </p:cNvSpPr>
          <p:nvPr>
            <p:ph type="body" sz="quarter" idx="26" hasCustomPrompt="1"/>
          </p:nvPr>
        </p:nvSpPr>
        <p:spPr>
          <a:xfrm>
            <a:off x="9000107" y="3733467"/>
            <a:ext cx="2440231" cy="411161"/>
          </a:xfrm>
          <a:prstGeom prst="rect">
            <a:avLst/>
          </a:prstGeom>
        </p:spPr>
        <p:txBody>
          <a:bodyPr/>
          <a:lstStyle>
            <a:lvl1pPr marL="0" indent="0" algn="l">
              <a:buNone/>
              <a:defRPr kumimoji="0" lang="en-US" sz="20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Subtitle 2</a:t>
            </a:r>
          </a:p>
        </p:txBody>
      </p:sp>
      <p:sp>
        <p:nvSpPr>
          <p:cNvPr id="6" name="Text Placeholder 23">
            <a:extLst>
              <a:ext uri="{FF2B5EF4-FFF2-40B4-BE49-F238E27FC236}">
                <a16:creationId xmlns:a16="http://schemas.microsoft.com/office/drawing/2014/main" id="{F16989F6-4ED5-C533-8D96-71926EBC6E56}"/>
              </a:ext>
            </a:extLst>
          </p:cNvPr>
          <p:cNvSpPr>
            <a:spLocks noGrp="1"/>
          </p:cNvSpPr>
          <p:nvPr>
            <p:ph type="body" sz="quarter" idx="27" hasCustomPrompt="1"/>
          </p:nvPr>
        </p:nvSpPr>
        <p:spPr>
          <a:xfrm>
            <a:off x="9000109" y="4422445"/>
            <a:ext cx="2440229" cy="775405"/>
          </a:xfrm>
          <a:prstGeom prst="rect">
            <a:avLst/>
          </a:prstGeom>
        </p:spPr>
        <p:txBody>
          <a:bodyPr/>
          <a:lstStyle>
            <a:lvl1pPr marL="0" indent="0" algn="l">
              <a:lnSpc>
                <a:spcPts val="1800"/>
              </a:lnSpc>
              <a:buNone/>
              <a:defRPr sz="14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1600">
                <a:solidFill>
                  <a:schemeClr val="bg1"/>
                </a:solidFill>
              </a:defRPr>
            </a:lvl2pPr>
            <a:lvl3pPr marL="914400" indent="0" algn="ctr">
              <a:buNone/>
              <a:defRPr sz="1600">
                <a:solidFill>
                  <a:schemeClr val="bg1"/>
                </a:solidFill>
              </a:defRPr>
            </a:lvl3pPr>
            <a:lvl4pPr marL="1371600" indent="0" algn="ctr">
              <a:buNone/>
              <a:defRPr sz="1600">
                <a:solidFill>
                  <a:schemeClr val="bg1"/>
                </a:solidFill>
              </a:defRPr>
            </a:lvl4pPr>
            <a:lvl5pPr marL="1828800" indent="0" algn="ctr">
              <a:buNone/>
              <a:defRPr sz="1600">
                <a:solidFill>
                  <a:schemeClr val="bg1"/>
                </a:solidFill>
              </a:defRPr>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Pellent</a:t>
            </a:r>
            <a:r>
              <a:rPr lang="en-US" dirty="0"/>
              <a:t> </a:t>
            </a:r>
            <a:r>
              <a:rPr lang="en-US" dirty="0" err="1"/>
              <a:t>vulputate</a:t>
            </a:r>
            <a:r>
              <a:rPr lang="en-US" dirty="0"/>
              <a:t> </a:t>
            </a:r>
            <a:r>
              <a:rPr lang="en-US" dirty="0" err="1"/>
              <a:t>elit</a:t>
            </a:r>
            <a:endParaRPr lang="en-US" dirty="0"/>
          </a:p>
        </p:txBody>
      </p:sp>
    </p:spTree>
    <p:extLst>
      <p:ext uri="{BB962C8B-B14F-4D97-AF65-F5344CB8AC3E}">
        <p14:creationId xmlns:p14="http://schemas.microsoft.com/office/powerpoint/2010/main" val="4190495265"/>
      </p:ext>
    </p:extLst>
  </p:cSld>
  <p:clrMapOvr>
    <a:masterClrMapping/>
  </p:clrMapOvr>
  <p:transition>
    <p:fade/>
  </p:transition>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1_Title, content, and cod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5861304" y="694380"/>
            <a:ext cx="5346883" cy="5491468"/>
          </a:xfrm>
          <a:prstGeom prst="roundRect">
            <a:avLst>
              <a:gd name="adj" fmla="val 4675"/>
            </a:avLst>
          </a:prstGeom>
          <a:noFill/>
          <a:ln w="19050">
            <a:solidFill>
              <a:schemeClr val="bg2"/>
            </a:solidFill>
          </a:ln>
        </p:spPr>
        <p:txBody>
          <a:bodyPr/>
          <a:lstStyle/>
          <a:p>
            <a:endParaRPr lang="en-US"/>
          </a:p>
        </p:txBody>
      </p:sp>
      <p:sp>
        <p:nvSpPr>
          <p:cNvPr id="2" name="Text Placeholder 21">
            <a:extLst>
              <a:ext uri="{FF2B5EF4-FFF2-40B4-BE49-F238E27FC236}">
                <a16:creationId xmlns:a16="http://schemas.microsoft.com/office/drawing/2014/main" id="{C2D34918-D686-3120-DEC4-3DC57586D1CD}"/>
              </a:ext>
            </a:extLst>
          </p:cNvPr>
          <p:cNvSpPr>
            <a:spLocks noGrp="1"/>
          </p:cNvSpPr>
          <p:nvPr>
            <p:ph type="body" sz="quarter" idx="10" hasCustomPrompt="1"/>
          </p:nvPr>
        </p:nvSpPr>
        <p:spPr>
          <a:xfrm>
            <a:off x="499248" y="1726451"/>
            <a:ext cx="3578552" cy="258532"/>
          </a:xfrm>
          <a:prstGeom prst="rect">
            <a:avLst/>
          </a:prstGeom>
        </p:spPr>
        <p:txBody>
          <a:bodyPr/>
          <a:lstStyle>
            <a:lvl1pPr marL="0" indent="0">
              <a:buNone/>
              <a:defRPr kumimoji="0" lang="en-US" sz="1200" b="0" i="0" u="none" strike="noStrike" kern="1200" cap="all" spc="300" normalizeH="0" baseline="0" dirty="0" smtClean="0">
                <a:ln>
                  <a:noFill/>
                </a:ln>
                <a:solidFill>
                  <a:schemeClr val="tx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EYEBROW</a:t>
            </a:r>
          </a:p>
        </p:txBody>
      </p:sp>
      <p:sp>
        <p:nvSpPr>
          <p:cNvPr id="3" name="Text Placeholder 21">
            <a:extLst>
              <a:ext uri="{FF2B5EF4-FFF2-40B4-BE49-F238E27FC236}">
                <a16:creationId xmlns:a16="http://schemas.microsoft.com/office/drawing/2014/main" id="{92BE8E6F-2E29-1C28-D47A-4F8DA736641D}"/>
              </a:ext>
            </a:extLst>
          </p:cNvPr>
          <p:cNvSpPr>
            <a:spLocks noGrp="1"/>
          </p:cNvSpPr>
          <p:nvPr>
            <p:ph type="body" sz="quarter" idx="11" hasCustomPrompt="1"/>
          </p:nvPr>
        </p:nvSpPr>
        <p:spPr>
          <a:xfrm>
            <a:off x="486618" y="2139299"/>
            <a:ext cx="3578552" cy="646331"/>
          </a:xfrm>
          <a:prstGeom prst="rect">
            <a:avLst/>
          </a:prstGeom>
        </p:spPr>
        <p:txBody>
          <a:bodyPr/>
          <a:lstStyle>
            <a:lvl1pPr marL="0" indent="0">
              <a:buNone/>
              <a:defRPr kumimoji="0" lang="en-US" sz="4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Title and code</a:t>
            </a:r>
          </a:p>
        </p:txBody>
      </p:sp>
      <p:sp>
        <p:nvSpPr>
          <p:cNvPr id="4" name="Text Placeholder 21">
            <a:extLst>
              <a:ext uri="{FF2B5EF4-FFF2-40B4-BE49-F238E27FC236}">
                <a16:creationId xmlns:a16="http://schemas.microsoft.com/office/drawing/2014/main" id="{D327B1D7-50B2-3252-1FA4-35AECAFF00EE}"/>
              </a:ext>
            </a:extLst>
          </p:cNvPr>
          <p:cNvSpPr>
            <a:spLocks noGrp="1"/>
          </p:cNvSpPr>
          <p:nvPr>
            <p:ph type="body" sz="quarter" idx="13" hasCustomPrompt="1"/>
          </p:nvPr>
        </p:nvSpPr>
        <p:spPr>
          <a:xfrm>
            <a:off x="486619" y="3876483"/>
            <a:ext cx="3591182" cy="1728220"/>
          </a:xfrm>
          <a:prstGeom prst="rect">
            <a:avLst/>
          </a:prstGeom>
        </p:spPr>
        <p:txBody>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kumimoji="0" lang="en-US" sz="1800" b="0" i="0" u="none" strike="noStrike" kern="1200" cap="none" spc="0" normalizeH="0" baseline="0" dirty="0" smtClean="0">
                <a:ln>
                  <a:noFill/>
                </a:ln>
                <a:solidFill>
                  <a:srgbClr val="FFFFFF"/>
                </a:solidFill>
                <a:effectLst/>
                <a:uLnTx/>
                <a:uFillTx/>
                <a:latin typeface="Amazon Ember Display"/>
                <a:ea typeface="+mn-ea"/>
                <a:cs typeface="+mn-cs"/>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a:t>
            </a:r>
          </a:p>
        </p:txBody>
      </p:sp>
    </p:spTree>
    <p:extLst>
      <p:ext uri="{BB962C8B-B14F-4D97-AF65-F5344CB8AC3E}">
        <p14:creationId xmlns:p14="http://schemas.microsoft.com/office/powerpoint/2010/main" val="2125574801"/>
      </p:ext>
    </p:extLst>
  </p:cSld>
  <p:clrMapOvr>
    <a:masterClrMapping/>
  </p:clrMapOvr>
  <p:transition>
    <p:fade/>
  </p:transition>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Full image">
    <p:bg>
      <p:bgPr>
        <a:solidFill>
          <a:srgbClr val="161D26"/>
        </a:solidFill>
        <a:effectLst/>
      </p:bgPr>
    </p:bg>
    <p:spTree>
      <p:nvGrpSpPr>
        <p:cNvPr id="1" name=""/>
        <p:cNvGrpSpPr/>
        <p:nvPr/>
      </p:nvGrpSpPr>
      <p:grpSpPr>
        <a:xfrm>
          <a:off x="0" y="0"/>
          <a:ext cx="0" cy="0"/>
          <a:chOff x="0" y="0"/>
          <a:chExt cx="0" cy="0"/>
        </a:xfrm>
      </p:grpSpPr>
      <p:sp>
        <p:nvSpPr>
          <p:cNvPr id="8" name="Picture Placeholder 5">
            <a:extLst>
              <a:ext uri="{FF2B5EF4-FFF2-40B4-BE49-F238E27FC236}">
                <a16:creationId xmlns:a16="http://schemas.microsoft.com/office/drawing/2014/main" id="{039700BE-EA56-FC03-3257-55D7462BD8A5}"/>
              </a:ext>
            </a:extLst>
          </p:cNvPr>
          <p:cNvSpPr>
            <a:spLocks noGrp="1"/>
          </p:cNvSpPr>
          <p:nvPr>
            <p:ph type="pic" sz="quarter" idx="12"/>
          </p:nvPr>
        </p:nvSpPr>
        <p:spPr>
          <a:xfrm>
            <a:off x="-128015" y="0"/>
            <a:ext cx="12320016" cy="6858000"/>
          </a:xfrm>
          <a:prstGeom prst="roundRect">
            <a:avLst>
              <a:gd name="adj" fmla="val 0"/>
            </a:avLst>
          </a:prstGeom>
          <a:solidFill>
            <a:schemeClr val="bg2"/>
          </a:solidFill>
        </p:spPr>
        <p:txBody>
          <a:bodyPr/>
          <a:lstStyle/>
          <a:p>
            <a:endParaRPr lang="en-US"/>
          </a:p>
        </p:txBody>
      </p:sp>
    </p:spTree>
    <p:extLst>
      <p:ext uri="{BB962C8B-B14F-4D97-AF65-F5344CB8AC3E}">
        <p14:creationId xmlns:p14="http://schemas.microsoft.com/office/powerpoint/2010/main" val="1277683218"/>
      </p:ext>
    </p:extLst>
  </p:cSld>
  <p:clrMapOvr>
    <a:masterClrMapping/>
  </p:clrMapOvr>
  <p:transition>
    <p:fade/>
  </p:transition>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1079114"/>
      </p:ext>
    </p:extLst>
  </p:cSld>
  <p:clrMapOvr>
    <a:masterClrMapping/>
  </p:clrMapOvr>
  <p:transition>
    <p:fade/>
  </p:transition>
  <p:extLst>
    <p:ext uri="{DCECCB84-F9BA-43D5-87BE-67443E8EF086}">
      <p15:sldGuideLst xmlns:p15="http://schemas.microsoft.com/office/powerpoint/2012/main"/>
    </p:ext>
  </p:extLst>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161D26"/>
        </a:solidFill>
        <a:effectLst/>
      </p:bgPr>
    </p:bg>
    <p:spTree>
      <p:nvGrpSpPr>
        <p:cNvPr id="1" name=""/>
        <p:cNvGrpSpPr/>
        <p:nvPr/>
      </p:nvGrpSpPr>
      <p:grpSpPr>
        <a:xfrm>
          <a:off x="0" y="0"/>
          <a:ext cx="0" cy="0"/>
          <a:chOff x="0" y="0"/>
          <a:chExt cx="0" cy="0"/>
        </a:xfrm>
      </p:grpSpPr>
      <p:sp>
        <p:nvSpPr>
          <p:cNvPr id="3" name="Text Placeholder 21">
            <a:extLst>
              <a:ext uri="{FF2B5EF4-FFF2-40B4-BE49-F238E27FC236}">
                <a16:creationId xmlns:a16="http://schemas.microsoft.com/office/drawing/2014/main" id="{4214D09F-C4A1-6D48-55BF-33FE47B9089D}"/>
              </a:ext>
            </a:extLst>
          </p:cNvPr>
          <p:cNvSpPr>
            <a:spLocks noGrp="1"/>
          </p:cNvSpPr>
          <p:nvPr>
            <p:ph type="body" sz="quarter" idx="11" hasCustomPrompt="1"/>
          </p:nvPr>
        </p:nvSpPr>
        <p:spPr>
          <a:xfrm>
            <a:off x="486566" y="650191"/>
            <a:ext cx="10664687" cy="646331"/>
          </a:xfrm>
          <a:prstGeom prst="rect">
            <a:avLst/>
          </a:prstGeom>
        </p:spPr>
        <p:txBody>
          <a:bodyPr/>
          <a:lstStyle>
            <a:lvl1pPr marL="0" indent="0">
              <a:buNone/>
              <a:defRPr kumimoji="0" lang="en-US" sz="4000" b="0" u="none" strike="noStrike" kern="1200" cap="none" spc="0" normalizeH="0" baseline="0" dirty="0">
                <a:ln>
                  <a:noFill/>
                </a:ln>
                <a:solidFill>
                  <a:srgbClr val="FFFFFF"/>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Title only slide</a:t>
            </a:r>
          </a:p>
        </p:txBody>
      </p:sp>
    </p:spTree>
    <p:extLst>
      <p:ext uri="{BB962C8B-B14F-4D97-AF65-F5344CB8AC3E}">
        <p14:creationId xmlns:p14="http://schemas.microsoft.com/office/powerpoint/2010/main" val="2965912859"/>
      </p:ext>
    </p:extLst>
  </p:cSld>
  <p:clrMapOvr>
    <a:masterClrMapping/>
  </p:clrMapOvr>
  <p:transition>
    <p:fade/>
  </p:transition>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spc="0"/>
            </a:lvl1pPr>
          </a:lstStyle>
          <a:p>
            <a:r>
              <a:rPr lang="en-US" dirty="0"/>
              <a:t>Title and subtitle layout</a:t>
            </a:r>
          </a:p>
        </p:txBody>
      </p:sp>
      <p:sp>
        <p:nvSpPr>
          <p:cNvPr id="4" name="Text Placeholder 3">
            <a:extLst>
              <a:ext uri="{FF2B5EF4-FFF2-40B4-BE49-F238E27FC236}">
                <a16:creationId xmlns:a16="http://schemas.microsoft.com/office/drawing/2014/main" id="{A602579A-F003-4256-9071-88F3CD2BA3E7}"/>
              </a:ext>
            </a:extLst>
          </p:cNvPr>
          <p:cNvSpPr>
            <a:spLocks noGrp="1"/>
          </p:cNvSpPr>
          <p:nvPr>
            <p:ph type="body" sz="quarter" idx="10" hasCustomPrompt="1"/>
          </p:nvPr>
        </p:nvSpPr>
        <p:spPr>
          <a:xfrm>
            <a:off x="490713" y="1330137"/>
            <a:ext cx="11582400" cy="276999"/>
          </a:xfrm>
        </p:spPr>
        <p:txBody>
          <a:bodyPr/>
          <a:lstStyle>
            <a:lvl1pPr marL="0" indent="0">
              <a:lnSpc>
                <a:spcPct val="100000"/>
              </a:lnSpc>
              <a:spcAft>
                <a:spcPts val="1200"/>
              </a:spcAft>
              <a:buNone/>
              <a:defRPr sz="1200" b="1" cap="all" spc="3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subtitle</a:t>
            </a:r>
          </a:p>
        </p:txBody>
      </p:sp>
    </p:spTree>
    <p:extLst>
      <p:ext uri="{BB962C8B-B14F-4D97-AF65-F5344CB8AC3E}">
        <p14:creationId xmlns:p14="http://schemas.microsoft.com/office/powerpoint/2010/main" val="325054422"/>
      </p:ext>
    </p:extLst>
  </p:cSld>
  <p:clrMapOvr>
    <a:masterClrMapping/>
  </p:clrMapOvr>
  <p:transition>
    <p:fade/>
  </p:transition>
  <p:extLst>
    <p:ext uri="{DCECCB84-F9BA-43D5-87BE-67443E8EF086}">
      <p15:sldGuideLst xmlns:p15="http://schemas.microsoft.com/office/powerpoint/2012/main">
        <p15:guide id="1" pos="216">
          <p15:clr>
            <a:srgbClr val="FBAE40"/>
          </p15:clr>
        </p15:guide>
        <p15:guide id="2" orient="horz" pos="624">
          <p15:clr>
            <a:srgbClr val="FBAE40"/>
          </p15:clr>
        </p15:guide>
      </p15:sldGuideLst>
    </p:ext>
  </p:extLst>
</p:sldLayout>
</file>

<file path=ppt/slideLayouts/slideLayout1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F9B2D-B36B-40AC-9254-12739BCD5930}"/>
              </a:ext>
            </a:extLst>
          </p:cNvPr>
          <p:cNvSpPr>
            <a:spLocks noGrp="1"/>
          </p:cNvSpPr>
          <p:nvPr>
            <p:ph type="title" hasCustomPrompt="1"/>
          </p:nvPr>
        </p:nvSpPr>
        <p:spPr>
          <a:xfrm>
            <a:off x="458909" y="657037"/>
            <a:ext cx="11214930" cy="638175"/>
          </a:xfrm>
        </p:spPr>
        <p:txBody>
          <a:bodyPr/>
          <a:lstStyle>
            <a:lvl1pPr>
              <a:defRPr spc="0"/>
            </a:lvl1pPr>
          </a:lstStyle>
          <a:p>
            <a:r>
              <a:rPr lang="en-US" dirty="0"/>
              <a:t>Title and content layout</a:t>
            </a:r>
          </a:p>
        </p:txBody>
      </p:sp>
      <p:sp>
        <p:nvSpPr>
          <p:cNvPr id="3" name="Content Placeholder 2">
            <a:extLst>
              <a:ext uri="{FF2B5EF4-FFF2-40B4-BE49-F238E27FC236}">
                <a16:creationId xmlns:a16="http://schemas.microsoft.com/office/drawing/2014/main" id="{704FFD8E-0DC3-4B8E-8C49-6A0F23E3D239}"/>
              </a:ext>
            </a:extLst>
          </p:cNvPr>
          <p:cNvSpPr>
            <a:spLocks noGrp="1"/>
          </p:cNvSpPr>
          <p:nvPr>
            <p:ph idx="1" hasCustomPrompt="1"/>
          </p:nvPr>
        </p:nvSpPr>
        <p:spPr>
          <a:xfrm>
            <a:off x="458910" y="1788049"/>
            <a:ext cx="11214930" cy="1938992"/>
          </a:xfrm>
        </p:spPr>
        <p:txBody>
          <a:bodyPr/>
          <a:lstStyle>
            <a:lvl1pPr marL="0" indent="0">
              <a:buNone/>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394028393"/>
      </p:ext>
    </p:extLst>
  </p:cSld>
  <p:clrMapOvr>
    <a:masterClrMapping/>
  </p:clrMapOvr>
  <p:transition>
    <p:fade/>
  </p:transition>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1_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517D87-D3C3-4EBC-8F18-A1178903C794}"/>
              </a:ext>
            </a:extLst>
          </p:cNvPr>
          <p:cNvSpPr>
            <a:spLocks noGrp="1"/>
          </p:cNvSpPr>
          <p:nvPr>
            <p:ph type="title" hasCustomPrompt="1"/>
          </p:nvPr>
        </p:nvSpPr>
        <p:spPr>
          <a:xfrm>
            <a:off x="458909" y="657037"/>
            <a:ext cx="11174291" cy="638175"/>
          </a:xfrm>
        </p:spPr>
        <p:txBody>
          <a:bodyPr/>
          <a:lstStyle>
            <a:lvl1pPr>
              <a:defRPr spc="0"/>
            </a:lvl1pPr>
          </a:lstStyle>
          <a:p>
            <a:r>
              <a:rPr lang="en-US" dirty="0"/>
              <a:t>Title and bulleted content layout</a:t>
            </a:r>
          </a:p>
        </p:txBody>
      </p:sp>
      <p:sp>
        <p:nvSpPr>
          <p:cNvPr id="7" name="Content Placeholder 6">
            <a:extLst>
              <a:ext uri="{FF2B5EF4-FFF2-40B4-BE49-F238E27FC236}">
                <a16:creationId xmlns:a16="http://schemas.microsoft.com/office/drawing/2014/main" id="{EA6700F0-47BA-4878-9AD3-6E38759C53FE}"/>
              </a:ext>
            </a:extLst>
          </p:cNvPr>
          <p:cNvSpPr>
            <a:spLocks noGrp="1"/>
          </p:cNvSpPr>
          <p:nvPr>
            <p:ph sz="quarter" idx="13" hasCustomPrompt="1"/>
          </p:nvPr>
        </p:nvSpPr>
        <p:spPr>
          <a:xfrm>
            <a:off x="458909" y="2014220"/>
            <a:ext cx="11174291" cy="1938992"/>
          </a:xfrm>
        </p:spPr>
        <p:txBody>
          <a:bodyPr/>
          <a:lstStyle>
            <a:lvl1pPr marL="0" indent="0">
              <a:buNone/>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Enter bulleted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 Placeholder 3">
            <a:extLst>
              <a:ext uri="{FF2B5EF4-FFF2-40B4-BE49-F238E27FC236}">
                <a16:creationId xmlns:a16="http://schemas.microsoft.com/office/drawing/2014/main" id="{FD18155C-5003-CDD7-425F-D934EF7B51BE}"/>
              </a:ext>
            </a:extLst>
          </p:cNvPr>
          <p:cNvSpPr>
            <a:spLocks noGrp="1"/>
          </p:cNvSpPr>
          <p:nvPr>
            <p:ph type="body" sz="quarter" idx="10" hasCustomPrompt="1"/>
          </p:nvPr>
        </p:nvSpPr>
        <p:spPr>
          <a:xfrm>
            <a:off x="458909" y="1313016"/>
            <a:ext cx="11174291" cy="276999"/>
          </a:xfrm>
        </p:spPr>
        <p:txBody>
          <a:bodyPr/>
          <a:lstStyle>
            <a:lvl1pPr marL="0" indent="0">
              <a:lnSpc>
                <a:spcPct val="100000"/>
              </a:lnSpc>
              <a:spcAft>
                <a:spcPts val="1200"/>
              </a:spcAft>
              <a:buNone/>
              <a:defRPr sz="1200" b="1" cap="all" spc="3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subtitle</a:t>
            </a:r>
          </a:p>
        </p:txBody>
      </p:sp>
    </p:spTree>
    <p:extLst>
      <p:ext uri="{BB962C8B-B14F-4D97-AF65-F5344CB8AC3E}">
        <p14:creationId xmlns:p14="http://schemas.microsoft.com/office/powerpoint/2010/main" val="3823248950"/>
      </p:ext>
    </p:extLst>
  </p:cSld>
  <p:clrMapOvr>
    <a:masterClrMapping/>
  </p:clrMapOvr>
  <p:transition>
    <p:fade/>
  </p:transition>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Title, conten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DEF8F-3F3F-4176-AAC6-6F214D9A9558}"/>
              </a:ext>
            </a:extLst>
          </p:cNvPr>
          <p:cNvSpPr>
            <a:spLocks noGrp="1"/>
          </p:cNvSpPr>
          <p:nvPr>
            <p:ph type="title" hasCustomPrompt="1"/>
          </p:nvPr>
        </p:nvSpPr>
        <p:spPr>
          <a:xfrm>
            <a:off x="457200" y="669737"/>
            <a:ext cx="5181600" cy="638175"/>
          </a:xfrm>
        </p:spPr>
        <p:txBody>
          <a:bodyPr/>
          <a:lstStyle>
            <a:lvl1pPr>
              <a:defRPr spc="0"/>
            </a:lvl1pPr>
          </a:lstStyle>
          <a:p>
            <a:r>
              <a:rPr lang="en-US" dirty="0"/>
              <a:t>Title, content, image</a:t>
            </a:r>
          </a:p>
        </p:txBody>
      </p:sp>
      <p:sp>
        <p:nvSpPr>
          <p:cNvPr id="9" name="Picture Placeholder 8">
            <a:extLst>
              <a:ext uri="{FF2B5EF4-FFF2-40B4-BE49-F238E27FC236}">
                <a16:creationId xmlns:a16="http://schemas.microsoft.com/office/drawing/2014/main" id="{14F48D58-FFF9-4D88-86EA-5381B3B4300A}"/>
              </a:ext>
            </a:extLst>
          </p:cNvPr>
          <p:cNvSpPr>
            <a:spLocks noGrp="1"/>
          </p:cNvSpPr>
          <p:nvPr>
            <p:ph type="pic" sz="quarter" idx="14" hasCustomPrompt="1"/>
          </p:nvPr>
        </p:nvSpPr>
        <p:spPr>
          <a:xfrm>
            <a:off x="6248400" y="0"/>
            <a:ext cx="5943600" cy="6858000"/>
          </a:xfrm>
        </p:spPr>
        <p:txBody>
          <a:bodyPr anchor="ctr">
            <a:noAutofit/>
          </a:bodyPr>
          <a:lstStyle>
            <a:lvl1pPr marL="0" indent="0" algn="ctr">
              <a:buNone/>
              <a:defRPr sz="1800"/>
            </a:lvl1pPr>
          </a:lstStyle>
          <a:p>
            <a:r>
              <a:rPr lang="en-US" dirty="0"/>
              <a:t>Click icon to insert image, </a:t>
            </a:r>
            <a:br>
              <a:rPr lang="en-US" dirty="0"/>
            </a:br>
            <a:r>
              <a:rPr lang="en-US" dirty="0"/>
              <a:t>or select placeholder </a:t>
            </a:r>
            <a:br>
              <a:rPr lang="en-US" dirty="0"/>
            </a:br>
            <a:r>
              <a:rPr lang="en-US" dirty="0"/>
              <a:t>and paste image</a:t>
            </a:r>
          </a:p>
          <a:p>
            <a:endParaRPr lang="en-US" dirty="0"/>
          </a:p>
          <a:p>
            <a:endParaRPr lang="en-US" dirty="0"/>
          </a:p>
          <a:p>
            <a:endParaRPr lang="en-US" dirty="0"/>
          </a:p>
        </p:txBody>
      </p:sp>
      <p:sp>
        <p:nvSpPr>
          <p:cNvPr id="11" name="Content Placeholder 10">
            <a:extLst>
              <a:ext uri="{FF2B5EF4-FFF2-40B4-BE49-F238E27FC236}">
                <a16:creationId xmlns:a16="http://schemas.microsoft.com/office/drawing/2014/main" id="{815FDEA2-616E-44F0-9C9D-8C4D782AA50E}"/>
              </a:ext>
            </a:extLst>
          </p:cNvPr>
          <p:cNvSpPr>
            <a:spLocks noGrp="1"/>
          </p:cNvSpPr>
          <p:nvPr>
            <p:ph sz="quarter" idx="15" hasCustomPrompt="1"/>
          </p:nvPr>
        </p:nvSpPr>
        <p:spPr>
          <a:xfrm>
            <a:off x="457200" y="1850837"/>
            <a:ext cx="5181600" cy="4082603"/>
          </a:xfrm>
        </p:spPr>
        <p:txBody>
          <a:bodyPr>
            <a:noAutofit/>
          </a:bodyPr>
          <a:lstStyle>
            <a:lvl1pPr>
              <a:defRPr/>
            </a:lvl1pPr>
          </a:lstStyle>
          <a:p>
            <a:pPr lvl="0"/>
            <a:r>
              <a:rPr lang="en-US" dirty="0"/>
              <a:t>Enter slide content</a:t>
            </a:r>
          </a:p>
          <a:p>
            <a:pPr lvl="1"/>
            <a:r>
              <a:rPr lang="en-US" dirty="0"/>
              <a:t>Second level</a:t>
            </a:r>
          </a:p>
          <a:p>
            <a:pPr lvl="2"/>
            <a:r>
              <a:rPr lang="en-US" dirty="0"/>
              <a:t>Third level</a:t>
            </a:r>
          </a:p>
        </p:txBody>
      </p:sp>
    </p:spTree>
    <p:extLst>
      <p:ext uri="{BB962C8B-B14F-4D97-AF65-F5344CB8AC3E}">
        <p14:creationId xmlns:p14="http://schemas.microsoft.com/office/powerpoint/2010/main" val="2546589136"/>
      </p:ext>
    </p:extLst>
  </p:cSld>
  <p:clrMapOvr>
    <a:masterClrMapping/>
  </p:clrMapOvr>
  <p:transition>
    <p:fade/>
  </p:transition>
  <p:extLst>
    <p:ext uri="{DCECCB84-F9BA-43D5-87BE-67443E8EF086}">
      <p15:sldGuideLst xmlns:p15="http://schemas.microsoft.com/office/powerpoint/2012/main">
        <p15:guide id="1" pos="3744">
          <p15:clr>
            <a:srgbClr val="FBAE40"/>
          </p15:clr>
        </p15:guide>
        <p15:guide id="2" pos="3936">
          <p15:clr>
            <a:srgbClr val="FBAE40"/>
          </p15:clr>
        </p15:guide>
      </p15:sldGuideLst>
    </p:ext>
  </p:extLst>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517D87-D3C3-4EBC-8F18-A1178903C794}"/>
              </a:ext>
            </a:extLst>
          </p:cNvPr>
          <p:cNvSpPr>
            <a:spLocks noGrp="1"/>
          </p:cNvSpPr>
          <p:nvPr>
            <p:ph type="title" hasCustomPrompt="1"/>
          </p:nvPr>
        </p:nvSpPr>
        <p:spPr>
          <a:xfrm>
            <a:off x="458909" y="657037"/>
            <a:ext cx="11174291" cy="638175"/>
          </a:xfrm>
        </p:spPr>
        <p:txBody>
          <a:bodyPr/>
          <a:lstStyle>
            <a:lvl1pPr>
              <a:defRPr spc="0"/>
            </a:lvl1pPr>
          </a:lstStyle>
          <a:p>
            <a:r>
              <a:rPr lang="en-US" dirty="0"/>
              <a:t>Title and bulleted content layout</a:t>
            </a:r>
          </a:p>
        </p:txBody>
      </p:sp>
      <p:sp>
        <p:nvSpPr>
          <p:cNvPr id="7" name="Content Placeholder 6">
            <a:extLst>
              <a:ext uri="{FF2B5EF4-FFF2-40B4-BE49-F238E27FC236}">
                <a16:creationId xmlns:a16="http://schemas.microsoft.com/office/drawing/2014/main" id="{EA6700F0-47BA-4878-9AD3-6E38759C53FE}"/>
              </a:ext>
            </a:extLst>
          </p:cNvPr>
          <p:cNvSpPr>
            <a:spLocks noGrp="1"/>
          </p:cNvSpPr>
          <p:nvPr>
            <p:ph sz="quarter" idx="13" hasCustomPrompt="1"/>
          </p:nvPr>
        </p:nvSpPr>
        <p:spPr>
          <a:xfrm>
            <a:off x="458909" y="1790700"/>
            <a:ext cx="11174291" cy="2049792"/>
          </a:xfrm>
        </p:spPr>
        <p:txBody>
          <a:bodyPr/>
          <a:lstStyle>
            <a:lvl1pPr>
              <a:defRPr/>
            </a:lvl1pPr>
          </a:lstStyle>
          <a:p>
            <a:pPr lvl="0"/>
            <a:r>
              <a:rPr lang="en-US" dirty="0"/>
              <a:t>Enter bulleted slide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89324065"/>
      </p:ext>
    </p:extLst>
  </p:cSld>
  <p:clrMapOvr>
    <a:masterClrMapping/>
  </p:clrMapOvr>
  <p:transition>
    <p:fade/>
  </p:transition>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Title, Sub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517D87-D3C3-4EBC-8F18-A1178903C794}"/>
              </a:ext>
            </a:extLst>
          </p:cNvPr>
          <p:cNvSpPr>
            <a:spLocks noGrp="1"/>
          </p:cNvSpPr>
          <p:nvPr>
            <p:ph type="title" hasCustomPrompt="1"/>
          </p:nvPr>
        </p:nvSpPr>
        <p:spPr>
          <a:xfrm>
            <a:off x="458909" y="657037"/>
            <a:ext cx="11174291" cy="638175"/>
          </a:xfrm>
        </p:spPr>
        <p:txBody>
          <a:bodyPr/>
          <a:lstStyle>
            <a:lvl1pPr>
              <a:defRPr spc="0"/>
            </a:lvl1pPr>
          </a:lstStyle>
          <a:p>
            <a:r>
              <a:rPr lang="en-US" dirty="0"/>
              <a:t>Title and bulleted content layout</a:t>
            </a:r>
          </a:p>
        </p:txBody>
      </p:sp>
      <p:sp>
        <p:nvSpPr>
          <p:cNvPr id="7" name="Content Placeholder 6">
            <a:extLst>
              <a:ext uri="{FF2B5EF4-FFF2-40B4-BE49-F238E27FC236}">
                <a16:creationId xmlns:a16="http://schemas.microsoft.com/office/drawing/2014/main" id="{EA6700F0-47BA-4878-9AD3-6E38759C53FE}"/>
              </a:ext>
            </a:extLst>
          </p:cNvPr>
          <p:cNvSpPr>
            <a:spLocks noGrp="1"/>
          </p:cNvSpPr>
          <p:nvPr>
            <p:ph sz="quarter" idx="13" hasCustomPrompt="1"/>
          </p:nvPr>
        </p:nvSpPr>
        <p:spPr>
          <a:xfrm>
            <a:off x="458909" y="2024380"/>
            <a:ext cx="11174291" cy="2049792"/>
          </a:xfrm>
        </p:spPr>
        <p:txBody>
          <a:bodyPr/>
          <a:lstStyle>
            <a:lvl1pPr>
              <a:defRPr/>
            </a:lvl1pPr>
          </a:lstStyle>
          <a:p>
            <a:pPr lvl="0"/>
            <a:r>
              <a:rPr lang="en-US" dirty="0"/>
              <a:t>Enter bulleted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 Placeholder 3">
            <a:extLst>
              <a:ext uri="{FF2B5EF4-FFF2-40B4-BE49-F238E27FC236}">
                <a16:creationId xmlns:a16="http://schemas.microsoft.com/office/drawing/2014/main" id="{FD18155C-5003-CDD7-425F-D934EF7B51BE}"/>
              </a:ext>
            </a:extLst>
          </p:cNvPr>
          <p:cNvSpPr>
            <a:spLocks noGrp="1"/>
          </p:cNvSpPr>
          <p:nvPr>
            <p:ph type="body" sz="quarter" idx="10" hasCustomPrompt="1"/>
          </p:nvPr>
        </p:nvSpPr>
        <p:spPr>
          <a:xfrm>
            <a:off x="458909" y="1313016"/>
            <a:ext cx="11174291" cy="276999"/>
          </a:xfrm>
        </p:spPr>
        <p:txBody>
          <a:bodyPr/>
          <a:lstStyle>
            <a:lvl1pPr marL="0" indent="0">
              <a:lnSpc>
                <a:spcPct val="100000"/>
              </a:lnSpc>
              <a:spcAft>
                <a:spcPts val="1200"/>
              </a:spcAft>
              <a:buNone/>
              <a:defRPr sz="1200" b="1" cap="all" spc="3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subtitle</a:t>
            </a:r>
          </a:p>
        </p:txBody>
      </p:sp>
    </p:spTree>
    <p:extLst>
      <p:ext uri="{BB962C8B-B14F-4D97-AF65-F5344CB8AC3E}">
        <p14:creationId xmlns:p14="http://schemas.microsoft.com/office/powerpoint/2010/main" val="574544680"/>
      </p:ext>
    </p:extLst>
  </p:cSld>
  <p:clrMapOvr>
    <a:masterClrMapping/>
  </p:clrMapOvr>
  <p:transition>
    <p:fade/>
  </p:transition>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7FE80-980F-4BC9-94C9-A90DD04139E5}"/>
              </a:ext>
            </a:extLst>
          </p:cNvPr>
          <p:cNvSpPr>
            <a:spLocks noGrp="1"/>
          </p:cNvSpPr>
          <p:nvPr>
            <p:ph type="title" hasCustomPrompt="1"/>
          </p:nvPr>
        </p:nvSpPr>
        <p:spPr>
          <a:xfrm>
            <a:off x="458909" y="657037"/>
            <a:ext cx="11274182" cy="638175"/>
          </a:xfrm>
        </p:spPr>
        <p:txBody>
          <a:bodyPr/>
          <a:lstStyle>
            <a:lvl1pPr>
              <a:defRPr spc="0"/>
            </a:lvl1pPr>
          </a:lstStyle>
          <a:p>
            <a:r>
              <a:rPr lang="en-US" dirty="0"/>
              <a:t>Two-column layout</a:t>
            </a:r>
          </a:p>
        </p:txBody>
      </p:sp>
      <p:sp>
        <p:nvSpPr>
          <p:cNvPr id="3" name="Content Placeholder 2">
            <a:extLst>
              <a:ext uri="{FF2B5EF4-FFF2-40B4-BE49-F238E27FC236}">
                <a16:creationId xmlns:a16="http://schemas.microsoft.com/office/drawing/2014/main" id="{A62328A3-F00F-4DC0-B02A-392A2AB97F8A}"/>
              </a:ext>
            </a:extLst>
          </p:cNvPr>
          <p:cNvSpPr>
            <a:spLocks noGrp="1"/>
          </p:cNvSpPr>
          <p:nvPr>
            <p:ph sz="half" idx="1" hasCustomPrompt="1"/>
          </p:nvPr>
        </p:nvSpPr>
        <p:spPr>
          <a:xfrm>
            <a:off x="458909" y="2024380"/>
            <a:ext cx="5497391" cy="2049792"/>
          </a:xfrm>
        </p:spPr>
        <p:txBody>
          <a:bodyPr/>
          <a:lstStyle>
            <a:lvl1pPr marL="0" indent="0">
              <a:buNone/>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2E00FB0-23B9-4CB2-8C87-2533F333654B}"/>
              </a:ext>
            </a:extLst>
          </p:cNvPr>
          <p:cNvSpPr>
            <a:spLocks noGrp="1"/>
          </p:cNvSpPr>
          <p:nvPr>
            <p:ph sz="half" idx="2" hasCustomPrompt="1"/>
          </p:nvPr>
        </p:nvSpPr>
        <p:spPr>
          <a:xfrm>
            <a:off x="6235702" y="2024380"/>
            <a:ext cx="5497389" cy="2049792"/>
          </a:xfrm>
        </p:spPr>
        <p:txBody>
          <a:bodyPr/>
          <a:lstStyle>
            <a:lvl1pPr marL="0" indent="0">
              <a:buNone/>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62764319"/>
      </p:ext>
    </p:extLst>
  </p:cSld>
  <p:clrMapOvr>
    <a:masterClrMapping/>
  </p:clrMapOvr>
  <p:transition>
    <p:fade/>
  </p:transition>
  <p:extLst>
    <p:ext uri="{DCECCB84-F9BA-43D5-87BE-67443E8EF086}">
      <p15:sldGuideLst xmlns:p15="http://schemas.microsoft.com/office/powerpoint/2012/main">
        <p15:guide id="1" pos="3768">
          <p15:clr>
            <a:srgbClr val="FBAE40"/>
          </p15:clr>
        </p15:guide>
        <p15:guide id="2" pos="3912">
          <p15:clr>
            <a:srgbClr val="FBAE40"/>
          </p15:clr>
        </p15:guide>
      </p15:sldGuideLst>
    </p:ext>
  </p:extLst>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Two Content with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7FE80-980F-4BC9-94C9-A90DD04139E5}"/>
              </a:ext>
            </a:extLst>
          </p:cNvPr>
          <p:cNvSpPr>
            <a:spLocks noGrp="1"/>
          </p:cNvSpPr>
          <p:nvPr>
            <p:ph type="title" hasCustomPrompt="1"/>
          </p:nvPr>
        </p:nvSpPr>
        <p:spPr>
          <a:xfrm>
            <a:off x="458909" y="657037"/>
            <a:ext cx="11274182" cy="638175"/>
          </a:xfrm>
        </p:spPr>
        <p:txBody>
          <a:bodyPr/>
          <a:lstStyle>
            <a:lvl1pPr>
              <a:defRPr spc="0"/>
            </a:lvl1pPr>
          </a:lstStyle>
          <a:p>
            <a:r>
              <a:rPr lang="en-US" dirty="0"/>
              <a:t>Two-column with subtitle layout</a:t>
            </a:r>
          </a:p>
        </p:txBody>
      </p:sp>
      <p:sp>
        <p:nvSpPr>
          <p:cNvPr id="3" name="Content Placeholder 2">
            <a:extLst>
              <a:ext uri="{FF2B5EF4-FFF2-40B4-BE49-F238E27FC236}">
                <a16:creationId xmlns:a16="http://schemas.microsoft.com/office/drawing/2014/main" id="{A62328A3-F00F-4DC0-B02A-392A2AB97F8A}"/>
              </a:ext>
            </a:extLst>
          </p:cNvPr>
          <p:cNvSpPr>
            <a:spLocks noGrp="1"/>
          </p:cNvSpPr>
          <p:nvPr>
            <p:ph sz="half" idx="1" hasCustomPrompt="1"/>
          </p:nvPr>
        </p:nvSpPr>
        <p:spPr>
          <a:xfrm>
            <a:off x="458909" y="2024380"/>
            <a:ext cx="5497391" cy="2049792"/>
          </a:xfrm>
        </p:spPr>
        <p:txBody>
          <a:bodyPr/>
          <a:lstStyle>
            <a:lvl1pPr marL="0" indent="0">
              <a:buNone/>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2E00FB0-23B9-4CB2-8C87-2533F333654B}"/>
              </a:ext>
            </a:extLst>
          </p:cNvPr>
          <p:cNvSpPr>
            <a:spLocks noGrp="1"/>
          </p:cNvSpPr>
          <p:nvPr>
            <p:ph sz="half" idx="2" hasCustomPrompt="1"/>
          </p:nvPr>
        </p:nvSpPr>
        <p:spPr>
          <a:xfrm>
            <a:off x="6235702" y="2024380"/>
            <a:ext cx="5497389" cy="2049792"/>
          </a:xfrm>
        </p:spPr>
        <p:txBody>
          <a:bodyPr/>
          <a:lstStyle>
            <a:lvl1pPr marL="0" indent="0">
              <a:buNone/>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3">
            <a:extLst>
              <a:ext uri="{FF2B5EF4-FFF2-40B4-BE49-F238E27FC236}">
                <a16:creationId xmlns:a16="http://schemas.microsoft.com/office/drawing/2014/main" id="{A7B9348C-39BC-6718-B568-BA5EE205D2E2}"/>
              </a:ext>
            </a:extLst>
          </p:cNvPr>
          <p:cNvSpPr>
            <a:spLocks noGrp="1"/>
          </p:cNvSpPr>
          <p:nvPr>
            <p:ph type="body" sz="quarter" idx="10" hasCustomPrompt="1"/>
          </p:nvPr>
        </p:nvSpPr>
        <p:spPr>
          <a:xfrm>
            <a:off x="458909" y="1313016"/>
            <a:ext cx="11274182" cy="276999"/>
          </a:xfrm>
        </p:spPr>
        <p:txBody>
          <a:bodyPr/>
          <a:lstStyle>
            <a:lvl1pPr marL="0" indent="0">
              <a:lnSpc>
                <a:spcPct val="100000"/>
              </a:lnSpc>
              <a:spcAft>
                <a:spcPts val="1200"/>
              </a:spcAft>
              <a:buNone/>
              <a:defRPr sz="1200" b="1" cap="all" spc="3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subtitle</a:t>
            </a:r>
          </a:p>
        </p:txBody>
      </p:sp>
    </p:spTree>
    <p:extLst>
      <p:ext uri="{BB962C8B-B14F-4D97-AF65-F5344CB8AC3E}">
        <p14:creationId xmlns:p14="http://schemas.microsoft.com/office/powerpoint/2010/main" val="1622217393"/>
      </p:ext>
    </p:extLst>
  </p:cSld>
  <p:clrMapOvr>
    <a:masterClrMapping/>
  </p:clrMapOvr>
  <p:transition>
    <p:fade/>
  </p:transition>
  <p:extLst>
    <p:ext uri="{DCECCB84-F9BA-43D5-87BE-67443E8EF086}">
      <p15:sldGuideLst xmlns:p15="http://schemas.microsoft.com/office/powerpoint/2012/main">
        <p15:guide id="1" pos="3768">
          <p15:clr>
            <a:srgbClr val="FBAE40"/>
          </p15:clr>
        </p15:guide>
        <p15:guide id="2" pos="3912">
          <p15:clr>
            <a:srgbClr val="FBAE40"/>
          </p15:clr>
        </p15:guide>
      </p15:sldGuideLst>
    </p:ext>
  </p:extLst>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Two Content with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7FE80-980F-4BC9-94C9-A90DD04139E5}"/>
              </a:ext>
            </a:extLst>
          </p:cNvPr>
          <p:cNvSpPr>
            <a:spLocks noGrp="1"/>
          </p:cNvSpPr>
          <p:nvPr>
            <p:ph type="title" hasCustomPrompt="1"/>
          </p:nvPr>
        </p:nvSpPr>
        <p:spPr>
          <a:xfrm>
            <a:off x="458909" y="657037"/>
            <a:ext cx="11274182" cy="638175"/>
          </a:xfrm>
        </p:spPr>
        <p:txBody>
          <a:bodyPr/>
          <a:lstStyle>
            <a:lvl1pPr>
              <a:defRPr spc="0"/>
            </a:lvl1pPr>
          </a:lstStyle>
          <a:p>
            <a:r>
              <a:rPr lang="en-US" dirty="0"/>
              <a:t>Two-column layout</a:t>
            </a:r>
          </a:p>
        </p:txBody>
      </p:sp>
      <p:sp>
        <p:nvSpPr>
          <p:cNvPr id="11" name="Content Placeholder 9">
            <a:extLst>
              <a:ext uri="{FF2B5EF4-FFF2-40B4-BE49-F238E27FC236}">
                <a16:creationId xmlns:a16="http://schemas.microsoft.com/office/drawing/2014/main" id="{FEFAF539-6203-5968-24C6-918A08A186EF}"/>
              </a:ext>
            </a:extLst>
          </p:cNvPr>
          <p:cNvSpPr>
            <a:spLocks noGrp="1"/>
          </p:cNvSpPr>
          <p:nvPr>
            <p:ph sz="quarter" idx="10" hasCustomPrompt="1"/>
          </p:nvPr>
        </p:nvSpPr>
        <p:spPr>
          <a:xfrm>
            <a:off x="458788" y="2024063"/>
            <a:ext cx="5497512" cy="1938992"/>
          </a:xfrm>
        </p:spPr>
        <p:txBody>
          <a:body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9">
            <a:extLst>
              <a:ext uri="{FF2B5EF4-FFF2-40B4-BE49-F238E27FC236}">
                <a16:creationId xmlns:a16="http://schemas.microsoft.com/office/drawing/2014/main" id="{78FF8993-F7B0-5D4E-2735-8DA5CEBE3E6F}"/>
              </a:ext>
            </a:extLst>
          </p:cNvPr>
          <p:cNvSpPr>
            <a:spLocks noGrp="1"/>
          </p:cNvSpPr>
          <p:nvPr>
            <p:ph sz="quarter" idx="11" hasCustomPrompt="1"/>
          </p:nvPr>
        </p:nvSpPr>
        <p:spPr>
          <a:xfrm>
            <a:off x="6229668" y="2024063"/>
            <a:ext cx="5497512" cy="1938992"/>
          </a:xfrm>
        </p:spPr>
        <p:txBody>
          <a:body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94332695"/>
      </p:ext>
    </p:extLst>
  </p:cSld>
  <p:clrMapOvr>
    <a:masterClrMapping/>
  </p:clrMapOvr>
  <p:transition>
    <p:fade/>
  </p:transition>
  <p:extLst>
    <p:ext uri="{DCECCB84-F9BA-43D5-87BE-67443E8EF086}">
      <p15:sldGuideLst xmlns:p15="http://schemas.microsoft.com/office/powerpoint/2012/main">
        <p15:guide id="1" pos="3768">
          <p15:clr>
            <a:srgbClr val="FBAE40"/>
          </p15:clr>
        </p15:guide>
        <p15:guide id="2" pos="3912">
          <p15:clr>
            <a:srgbClr val="FBAE40"/>
          </p15:clr>
        </p15:guide>
      </p15:sldGuideLst>
    </p:ext>
  </p:extLst>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Two Content, Subtitle, and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7FE80-980F-4BC9-94C9-A90DD04139E5}"/>
              </a:ext>
            </a:extLst>
          </p:cNvPr>
          <p:cNvSpPr>
            <a:spLocks noGrp="1"/>
          </p:cNvSpPr>
          <p:nvPr>
            <p:ph type="title" hasCustomPrompt="1"/>
          </p:nvPr>
        </p:nvSpPr>
        <p:spPr>
          <a:xfrm>
            <a:off x="458909" y="657037"/>
            <a:ext cx="11274182" cy="638175"/>
          </a:xfrm>
        </p:spPr>
        <p:txBody>
          <a:bodyPr/>
          <a:lstStyle>
            <a:lvl1pPr>
              <a:defRPr spc="0"/>
            </a:lvl1pPr>
          </a:lstStyle>
          <a:p>
            <a:r>
              <a:rPr lang="en-US" dirty="0"/>
              <a:t>Two-column layout</a:t>
            </a:r>
          </a:p>
        </p:txBody>
      </p:sp>
      <p:sp>
        <p:nvSpPr>
          <p:cNvPr id="11" name="Content Placeholder 9">
            <a:extLst>
              <a:ext uri="{FF2B5EF4-FFF2-40B4-BE49-F238E27FC236}">
                <a16:creationId xmlns:a16="http://schemas.microsoft.com/office/drawing/2014/main" id="{FEFAF539-6203-5968-24C6-918A08A186EF}"/>
              </a:ext>
            </a:extLst>
          </p:cNvPr>
          <p:cNvSpPr>
            <a:spLocks noGrp="1"/>
          </p:cNvSpPr>
          <p:nvPr>
            <p:ph sz="quarter" idx="10" hasCustomPrompt="1"/>
          </p:nvPr>
        </p:nvSpPr>
        <p:spPr>
          <a:xfrm>
            <a:off x="458788" y="2024063"/>
            <a:ext cx="5497512" cy="1938992"/>
          </a:xfrm>
        </p:spPr>
        <p:txBody>
          <a:body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9">
            <a:extLst>
              <a:ext uri="{FF2B5EF4-FFF2-40B4-BE49-F238E27FC236}">
                <a16:creationId xmlns:a16="http://schemas.microsoft.com/office/drawing/2014/main" id="{78FF8993-F7B0-5D4E-2735-8DA5CEBE3E6F}"/>
              </a:ext>
            </a:extLst>
          </p:cNvPr>
          <p:cNvSpPr>
            <a:spLocks noGrp="1"/>
          </p:cNvSpPr>
          <p:nvPr>
            <p:ph sz="quarter" idx="11" hasCustomPrompt="1"/>
          </p:nvPr>
        </p:nvSpPr>
        <p:spPr>
          <a:xfrm>
            <a:off x="6229668" y="2024063"/>
            <a:ext cx="5497512" cy="1938992"/>
          </a:xfrm>
        </p:spPr>
        <p:txBody>
          <a:body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 Placeholder 3">
            <a:extLst>
              <a:ext uri="{FF2B5EF4-FFF2-40B4-BE49-F238E27FC236}">
                <a16:creationId xmlns:a16="http://schemas.microsoft.com/office/drawing/2014/main" id="{CC389081-75F0-BD21-EFBF-CEA555455E29}"/>
              </a:ext>
            </a:extLst>
          </p:cNvPr>
          <p:cNvSpPr>
            <a:spLocks noGrp="1"/>
          </p:cNvSpPr>
          <p:nvPr>
            <p:ph type="body" sz="quarter" idx="12" hasCustomPrompt="1"/>
          </p:nvPr>
        </p:nvSpPr>
        <p:spPr>
          <a:xfrm>
            <a:off x="458909" y="1313016"/>
            <a:ext cx="11274182" cy="276999"/>
          </a:xfrm>
        </p:spPr>
        <p:txBody>
          <a:bodyPr/>
          <a:lstStyle>
            <a:lvl1pPr marL="0" indent="0">
              <a:lnSpc>
                <a:spcPct val="100000"/>
              </a:lnSpc>
              <a:spcAft>
                <a:spcPts val="1200"/>
              </a:spcAft>
              <a:buNone/>
              <a:defRPr sz="1200" b="1" cap="all" spc="3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subtitle</a:t>
            </a:r>
          </a:p>
        </p:txBody>
      </p:sp>
    </p:spTree>
    <p:extLst>
      <p:ext uri="{BB962C8B-B14F-4D97-AF65-F5344CB8AC3E}">
        <p14:creationId xmlns:p14="http://schemas.microsoft.com/office/powerpoint/2010/main" val="1388093729"/>
      </p:ext>
    </p:extLst>
  </p:cSld>
  <p:clrMapOvr>
    <a:masterClrMapping/>
  </p:clrMapOvr>
  <p:transition>
    <p:fade/>
  </p:transition>
  <p:extLst>
    <p:ext uri="{DCECCB84-F9BA-43D5-87BE-67443E8EF086}">
      <p15:sldGuideLst xmlns:p15="http://schemas.microsoft.com/office/powerpoint/2012/main">
        <p15:guide id="1" pos="3768">
          <p15:clr>
            <a:srgbClr val="FBAE40"/>
          </p15:clr>
        </p15:guide>
        <p15:guide id="2" pos="3912">
          <p15:clr>
            <a:srgbClr val="FBAE40"/>
          </p15:clr>
        </p15:guide>
      </p15:sldGuideLst>
    </p:ext>
  </p:extLst>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C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85B641-AA35-4952-8BD0-57A5E6BAC6C0}"/>
              </a:ext>
            </a:extLst>
          </p:cNvPr>
          <p:cNvSpPr>
            <a:spLocks noGrp="1"/>
          </p:cNvSpPr>
          <p:nvPr>
            <p:ph type="title" hasCustomPrompt="1"/>
          </p:nvPr>
        </p:nvSpPr>
        <p:spPr>
          <a:xfrm>
            <a:off x="458909" y="657037"/>
            <a:ext cx="11265731" cy="638175"/>
          </a:xfrm>
        </p:spPr>
        <p:txBody>
          <a:bodyPr/>
          <a:lstStyle>
            <a:lvl1pPr>
              <a:defRPr spc="0"/>
            </a:lvl1pPr>
          </a:lstStyle>
          <a:p>
            <a:r>
              <a:rPr lang="en-US" dirty="0"/>
              <a:t>Code layout</a:t>
            </a:r>
          </a:p>
        </p:txBody>
      </p:sp>
      <p:sp>
        <p:nvSpPr>
          <p:cNvPr id="7" name="Content Placeholder 6">
            <a:extLst>
              <a:ext uri="{FF2B5EF4-FFF2-40B4-BE49-F238E27FC236}">
                <a16:creationId xmlns:a16="http://schemas.microsoft.com/office/drawing/2014/main" id="{BBBB28F6-ED88-4F6C-98C2-239A1B8050D8}"/>
              </a:ext>
            </a:extLst>
          </p:cNvPr>
          <p:cNvSpPr>
            <a:spLocks noGrp="1"/>
          </p:cNvSpPr>
          <p:nvPr>
            <p:ph sz="quarter" idx="10" hasCustomPrompt="1"/>
          </p:nvPr>
        </p:nvSpPr>
        <p:spPr>
          <a:xfrm>
            <a:off x="458909" y="1747520"/>
            <a:ext cx="11265732" cy="3901440"/>
          </a:xfrm>
        </p:spPr>
        <p:txBody>
          <a:bodyPr/>
          <a:lstStyle>
            <a:lvl1pPr marL="0" indent="0">
              <a:spcAft>
                <a:spcPts val="600"/>
              </a:spcAft>
              <a:buNone/>
              <a:defRPr sz="1800">
                <a:latin typeface="Lucida Console" panose="020B0609040504020204" pitchFamily="49" charset="0"/>
              </a:defRPr>
            </a:lvl1pPr>
            <a:lvl2pPr marL="228600" indent="0">
              <a:spcAft>
                <a:spcPts val="600"/>
              </a:spcAft>
              <a:buNone/>
              <a:defRPr sz="1800">
                <a:latin typeface="Lucida Console" panose="020B0609040504020204" pitchFamily="49" charset="0"/>
              </a:defRPr>
            </a:lvl2pPr>
            <a:lvl3pPr marL="457200" indent="0">
              <a:spcAft>
                <a:spcPts val="600"/>
              </a:spcAft>
              <a:buNone/>
              <a:defRPr sz="1800">
                <a:latin typeface="Lucida Console" panose="020B0609040504020204" pitchFamily="49" charset="0"/>
              </a:defRPr>
            </a:lvl3pPr>
            <a:lvl4pPr marL="685800" indent="0">
              <a:spcAft>
                <a:spcPts val="600"/>
              </a:spcAft>
              <a:buNone/>
              <a:defRPr sz="1800">
                <a:latin typeface="Lucida Console" panose="020B0609040504020204" pitchFamily="49" charset="0"/>
              </a:defRPr>
            </a:lvl4pPr>
            <a:lvl5pPr marL="914400" indent="0">
              <a:spcAft>
                <a:spcPts val="600"/>
              </a:spcAft>
              <a:buNone/>
              <a:defRPr sz="1800">
                <a:latin typeface="Lucida Console" panose="020B0609040504020204" pitchFamily="49" charset="0"/>
              </a:defRPr>
            </a:lvl5pPr>
          </a:lstStyle>
          <a:p>
            <a:pPr lvl="0"/>
            <a:r>
              <a:rPr lang="en-US" dirty="0"/>
              <a:t>Type or paste plain-text code here, or click icon to add image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69402702"/>
      </p:ext>
    </p:extLst>
  </p:cSld>
  <p:clrMapOvr>
    <a:masterClrMapping/>
  </p:clrMapOvr>
  <p:transition>
    <p:fade/>
  </p:transition>
</p:sldLayout>
</file>

<file path=ppt/slideLayouts/slideLayout195.xml><?xml version="1.0" encoding="utf-8"?>
<p:sldLayout xmlns:a="http://schemas.openxmlformats.org/drawingml/2006/main" xmlns:r="http://schemas.openxmlformats.org/officeDocument/2006/relationships" xmlns:p="http://schemas.openxmlformats.org/presentationml/2006/main" type="twoObj" preserve="1">
  <p:cSld name="Code - 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7FE80-980F-4BC9-94C9-A90DD04139E5}"/>
              </a:ext>
            </a:extLst>
          </p:cNvPr>
          <p:cNvSpPr>
            <a:spLocks noGrp="1"/>
          </p:cNvSpPr>
          <p:nvPr>
            <p:ph type="title" hasCustomPrompt="1"/>
          </p:nvPr>
        </p:nvSpPr>
        <p:spPr>
          <a:xfrm>
            <a:off x="458909" y="657037"/>
            <a:ext cx="11428291" cy="638175"/>
          </a:xfrm>
        </p:spPr>
        <p:txBody>
          <a:bodyPr/>
          <a:lstStyle>
            <a:lvl1pPr>
              <a:defRPr spc="0"/>
            </a:lvl1pPr>
          </a:lstStyle>
          <a:p>
            <a:r>
              <a:rPr lang="en-US" dirty="0"/>
              <a:t>Code layout, two columns</a:t>
            </a:r>
          </a:p>
        </p:txBody>
      </p:sp>
      <p:sp>
        <p:nvSpPr>
          <p:cNvPr id="3" name="Content Placeholder 2">
            <a:extLst>
              <a:ext uri="{FF2B5EF4-FFF2-40B4-BE49-F238E27FC236}">
                <a16:creationId xmlns:a16="http://schemas.microsoft.com/office/drawing/2014/main" id="{A62328A3-F00F-4DC0-B02A-392A2AB97F8A}"/>
              </a:ext>
            </a:extLst>
          </p:cNvPr>
          <p:cNvSpPr>
            <a:spLocks noGrp="1"/>
          </p:cNvSpPr>
          <p:nvPr>
            <p:ph sz="half" idx="1" hasCustomPrompt="1"/>
          </p:nvPr>
        </p:nvSpPr>
        <p:spPr>
          <a:xfrm>
            <a:off x="458908" y="1750060"/>
            <a:ext cx="5522791" cy="2639060"/>
          </a:xfrm>
        </p:spPr>
        <p:txBody>
          <a:bodyPr/>
          <a:lstStyle>
            <a:lvl1pPr marL="0" indent="0">
              <a:spcAft>
                <a:spcPts val="600"/>
              </a:spcAft>
              <a:buNone/>
              <a:defRPr sz="1800">
                <a:latin typeface="Lucida Console" panose="020B0609040504020204" pitchFamily="49" charset="0"/>
              </a:defRPr>
            </a:lvl1pPr>
            <a:lvl2pPr marL="228600" indent="0">
              <a:spcAft>
                <a:spcPts val="600"/>
              </a:spcAft>
              <a:buNone/>
              <a:defRPr sz="1800">
                <a:latin typeface="Lucida Console" panose="020B0609040504020204" pitchFamily="49" charset="0"/>
              </a:defRPr>
            </a:lvl2pPr>
            <a:lvl3pPr marL="457200" indent="0">
              <a:spcAft>
                <a:spcPts val="600"/>
              </a:spcAft>
              <a:buNone/>
              <a:defRPr sz="1800">
                <a:latin typeface="Lucida Console" panose="020B0609040504020204" pitchFamily="49" charset="0"/>
              </a:defRPr>
            </a:lvl3pPr>
            <a:lvl4pPr marL="685800" indent="0">
              <a:spcAft>
                <a:spcPts val="600"/>
              </a:spcAft>
              <a:buNone/>
              <a:defRPr sz="1800">
                <a:latin typeface="Lucida Console" panose="020B0609040504020204" pitchFamily="49" charset="0"/>
              </a:defRPr>
            </a:lvl4pPr>
            <a:lvl5pPr marL="914400" indent="0">
              <a:spcAft>
                <a:spcPts val="600"/>
              </a:spcAft>
              <a:buNone/>
              <a:defRPr sz="1800">
                <a:latin typeface="Lucida Console" panose="020B0609040504020204" pitchFamily="49" charset="0"/>
              </a:defRPr>
            </a:lvl5p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2E00FB0-23B9-4CB2-8C87-2533F333654B}"/>
              </a:ext>
            </a:extLst>
          </p:cNvPr>
          <p:cNvSpPr>
            <a:spLocks noGrp="1"/>
          </p:cNvSpPr>
          <p:nvPr>
            <p:ph sz="half" idx="2" hasCustomPrompt="1"/>
          </p:nvPr>
        </p:nvSpPr>
        <p:spPr>
          <a:xfrm>
            <a:off x="6210300" y="1750060"/>
            <a:ext cx="5522791" cy="2639060"/>
          </a:xfrm>
        </p:spPr>
        <p:txBody>
          <a:bodyPr/>
          <a:lstStyle>
            <a:lvl1pPr marL="0" indent="0">
              <a:spcAft>
                <a:spcPts val="600"/>
              </a:spcAft>
              <a:buNone/>
              <a:defRPr sz="1800">
                <a:latin typeface="Lucida Console" panose="020B0609040504020204" pitchFamily="49" charset="0"/>
              </a:defRPr>
            </a:lvl1pPr>
            <a:lvl2pPr marL="228600" indent="0">
              <a:spcAft>
                <a:spcPts val="600"/>
              </a:spcAft>
              <a:buNone/>
              <a:defRPr sz="1800">
                <a:latin typeface="Lucida Console" panose="020B0609040504020204" pitchFamily="49" charset="0"/>
              </a:defRPr>
            </a:lvl2pPr>
            <a:lvl3pPr marL="457200" indent="0">
              <a:spcAft>
                <a:spcPts val="600"/>
              </a:spcAft>
              <a:buNone/>
              <a:defRPr sz="1800">
                <a:latin typeface="Lucida Console" panose="020B0609040504020204" pitchFamily="49" charset="0"/>
              </a:defRPr>
            </a:lvl3pPr>
            <a:lvl4pPr marL="685800" indent="0">
              <a:spcAft>
                <a:spcPts val="600"/>
              </a:spcAft>
              <a:buNone/>
              <a:defRPr sz="1800">
                <a:latin typeface="Lucida Console" panose="020B0609040504020204" pitchFamily="49" charset="0"/>
              </a:defRPr>
            </a:lvl4pPr>
            <a:lvl5pPr marL="914400" indent="0">
              <a:spcAft>
                <a:spcPts val="600"/>
              </a:spcAft>
              <a:buNone/>
              <a:defRPr sz="1800">
                <a:latin typeface="Lucida Console" panose="020B0609040504020204" pitchFamily="49" charset="0"/>
              </a:defRPr>
            </a:lvl5pPr>
          </a:lstStyle>
          <a:p>
            <a:pPr lvl="0"/>
            <a:r>
              <a:rPr lang="en-US" dirty="0"/>
              <a:t>Enter slide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52358681"/>
      </p:ext>
    </p:extLst>
  </p:cSld>
  <p:clrMapOvr>
    <a:masterClrMapping/>
  </p:clrMapOvr>
  <p:transition>
    <p:fade/>
  </p:transition>
  <p:extLst>
    <p:ext uri="{DCECCB84-F9BA-43D5-87BE-67443E8EF086}">
      <p15:sldGuideLst xmlns:p15="http://schemas.microsoft.com/office/powerpoint/2012/main">
        <p15:guide id="1" pos="3768">
          <p15:clr>
            <a:srgbClr val="FBAE40"/>
          </p15:clr>
        </p15:guide>
        <p15:guide id="2" pos="3912">
          <p15:clr>
            <a:srgbClr val="FBAE40"/>
          </p15:clr>
        </p15:guide>
      </p15:sldGuideLst>
    </p:ext>
  </p:extLst>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Quote_1">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8"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3" y="1773933"/>
            <a:ext cx="10511618" cy="3125036"/>
          </a:xfrm>
          <a:prstGeom prst="rect">
            <a:avLst/>
          </a:prstGeom>
        </p:spPr>
        <p:txBody>
          <a:bodyPr/>
          <a:lstStyle>
            <a:lvl1pPr marL="228600" marR="0" indent="-228600" algn="l" defTabSz="914400" rtl="0" eaLnBrk="1" fontAlgn="auto" latinLnBrk="0" hangingPunct="1">
              <a:lnSpc>
                <a:spcPts val="6000"/>
              </a:lnSpc>
              <a:spcBef>
                <a:spcPct val="0"/>
              </a:spcBef>
              <a:spcAft>
                <a:spcPts val="0"/>
              </a:spcAft>
              <a:buClrTx/>
              <a:buSzTx/>
              <a:buFontTx/>
              <a:buNone/>
              <a:defRPr kumimoji="0" lang="en-US" sz="4400" b="0" i="0" u="none" strike="noStrike" kern="1200" cap="none" spc="0" normalizeH="0" baseline="0">
                <a:ln>
                  <a:noFill/>
                </a:ln>
                <a:solidFill>
                  <a:srgbClr val="FFFFFF"/>
                </a:solidFill>
                <a:effectLst/>
                <a:uLnTx/>
                <a:uFillTx/>
                <a:latin typeface="Amazon Ember Display"/>
                <a:ea typeface="+mj-ea"/>
                <a:cs typeface="+mj-cs"/>
              </a:defRPr>
            </a:lvl1pPr>
          </a:lstStyle>
          <a:p>
            <a:pPr marL="228600" marR="0" lvl="0" indent="-228600" algn="l" defTabSz="914400" rtl="0" eaLnBrk="1" fontAlgn="auto" latinLnBrk="0" hangingPunct="1">
              <a:lnSpc>
                <a:spcPts val="6000"/>
              </a:lnSpc>
              <a:spcBef>
                <a:spcPct val="0"/>
              </a:spcBef>
              <a:spcAft>
                <a:spcPts val="0"/>
              </a:spcAft>
              <a:buClrTx/>
              <a:buSzTx/>
              <a:buFontTx/>
              <a:buNone/>
              <a:defRPr/>
            </a:pPr>
            <a:r>
              <a:rPr lang="en-US" b="0" dirty="0">
                <a:solidFill>
                  <a:srgbClr val="FFFFFF"/>
                </a:solidFill>
                <a:latin typeface="Amazon Ember Display"/>
              </a:rPr>
              <a:t>“Quote goes here.”</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3"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Author</a:t>
            </a:r>
          </a:p>
          <a:p>
            <a:pPr lvl="0"/>
            <a:r>
              <a:rPr lang="en-US" dirty="0"/>
              <a:t>Source</a:t>
            </a:r>
          </a:p>
        </p:txBody>
      </p:sp>
    </p:spTree>
    <p:extLst>
      <p:ext uri="{BB962C8B-B14F-4D97-AF65-F5344CB8AC3E}">
        <p14:creationId xmlns:p14="http://schemas.microsoft.com/office/powerpoint/2010/main" val="3297142894"/>
      </p:ext>
    </p:extLst>
  </p:cSld>
  <p:clrMapOvr>
    <a:masterClrMapping/>
  </p:clrMapOvr>
  <p:transition>
    <p:fade/>
  </p:transition>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Quote_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437687-5DF0-1D81-925D-844EE787EEB9}"/>
              </a:ext>
            </a:extLst>
          </p:cNvPr>
          <p:cNvSpPr/>
          <p:nvPr userDrawn="1"/>
        </p:nvSpPr>
        <p:spPr>
          <a:xfrm>
            <a:off x="0" y="0"/>
            <a:ext cx="12192000" cy="6858000"/>
          </a:xfrm>
          <a:prstGeom prst="rect">
            <a:avLst/>
          </a:prstGeom>
          <a:solidFill>
            <a:srgbClr val="151D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endParaRPr lang="en-US"/>
          </a:p>
        </p:txBody>
      </p:sp>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1773933"/>
            <a:ext cx="10511618" cy="3125036"/>
          </a:xfrm>
          <a:prstGeom prst="rect">
            <a:avLst/>
          </a:prstGeom>
        </p:spPr>
        <p:txBody>
          <a:bodyPr/>
          <a:lstStyle>
            <a:lvl1pPr marL="228600" marR="0" indent="-228600" algn="l" defTabSz="914400" rtl="0" eaLnBrk="1" fontAlgn="auto" latinLnBrk="0" hangingPunct="1">
              <a:lnSpc>
                <a:spcPts val="6000"/>
              </a:lnSpc>
              <a:spcBef>
                <a:spcPct val="0"/>
              </a:spcBef>
              <a:spcAft>
                <a:spcPts val="0"/>
              </a:spcAft>
              <a:buClrTx/>
              <a:buSzTx/>
              <a:buFontTx/>
              <a:buNone/>
              <a:defRPr kumimoji="0" lang="en-US" sz="4400" b="0" i="0" u="none" strike="noStrike" kern="1200" cap="none" spc="0" normalizeH="0" baseline="0">
                <a:ln>
                  <a:noFill/>
                </a:ln>
                <a:solidFill>
                  <a:srgbClr val="FFFFFF"/>
                </a:solidFill>
                <a:effectLst/>
                <a:uLnTx/>
                <a:uFillTx/>
                <a:latin typeface="Amazon Ember Display"/>
                <a:ea typeface="+mj-ea"/>
                <a:cs typeface="+mj-cs"/>
              </a:defRPr>
            </a:lvl1pPr>
          </a:lstStyle>
          <a:p>
            <a:pPr marL="228600" marR="0" lvl="0" indent="-228600" algn="l" defTabSz="914400" rtl="0" eaLnBrk="1" fontAlgn="auto" latinLnBrk="0" hangingPunct="1">
              <a:lnSpc>
                <a:spcPts val="6000"/>
              </a:lnSpc>
              <a:spcBef>
                <a:spcPct val="0"/>
              </a:spcBef>
              <a:spcAft>
                <a:spcPts val="0"/>
              </a:spcAft>
              <a:buClrTx/>
              <a:buSzTx/>
              <a:buFontTx/>
              <a:buNone/>
              <a:defRPr/>
            </a:pPr>
            <a:r>
              <a:rPr lang="en-US" b="0" dirty="0">
                <a:solidFill>
                  <a:srgbClr val="FFFFFF"/>
                </a:solidFill>
                <a:latin typeface="Amazon Ember Display"/>
              </a:rPr>
              <a:t>“Quote goes here.”</a:t>
            </a:r>
          </a:p>
        </p:txBody>
      </p:sp>
      <p:sp>
        <p:nvSpPr>
          <p:cNvPr id="26" name="Text Placeholder 21">
            <a:extLst>
              <a:ext uri="{FF2B5EF4-FFF2-40B4-BE49-F238E27FC236}">
                <a16:creationId xmlns:a16="http://schemas.microsoft.com/office/drawing/2014/main" id="{DB5B5569-531C-AC09-1F4D-AD5BB92DBC21}"/>
              </a:ext>
            </a:extLst>
          </p:cNvPr>
          <p:cNvSpPr>
            <a:spLocks noGrp="1"/>
          </p:cNvSpPr>
          <p:nvPr>
            <p:ph type="body" sz="quarter" idx="12" hasCustomPrompt="1"/>
          </p:nvPr>
        </p:nvSpPr>
        <p:spPr>
          <a:xfrm>
            <a:off x="485394" y="5151427"/>
            <a:ext cx="3336188" cy="744230"/>
          </a:xfrm>
          <a:prstGeom prst="rect">
            <a:avLst/>
          </a:prstGeom>
        </p:spPr>
        <p:txBody>
          <a:bodyPr/>
          <a:lstStyle>
            <a:lvl1pPr marL="0" indent="0">
              <a:buNone/>
              <a:defRPr kumimoji="0" lang="en-US" sz="1600" b="0" i="0" u="none" strike="noStrike" kern="1200" cap="none" spc="0" normalizeH="0" baseline="0" dirty="0">
                <a:ln>
                  <a:noFill/>
                </a:ln>
                <a:solidFill>
                  <a:srgbClr val="FFFFFF"/>
                </a:solidFill>
                <a:effectLst/>
                <a:uLnTx/>
                <a:uFillTx/>
                <a:latin typeface="Amazon Ember Display"/>
                <a:ea typeface="+mn-ea"/>
                <a:cs typeface="+mn-cs"/>
              </a:defRPr>
            </a:lvl1pPr>
          </a:lstStyle>
          <a:p>
            <a:pPr lvl="0"/>
            <a:r>
              <a:rPr lang="en-US" dirty="0"/>
              <a:t>Author</a:t>
            </a:r>
          </a:p>
          <a:p>
            <a:pPr lvl="0"/>
            <a:r>
              <a:rPr lang="en-US" dirty="0"/>
              <a:t>Source</a:t>
            </a:r>
          </a:p>
        </p:txBody>
      </p:sp>
    </p:spTree>
    <p:extLst>
      <p:ext uri="{BB962C8B-B14F-4D97-AF65-F5344CB8AC3E}">
        <p14:creationId xmlns:p14="http://schemas.microsoft.com/office/powerpoint/2010/main" val="1340021334"/>
      </p:ext>
    </p:extLst>
  </p:cSld>
  <p:clrMapOvr>
    <a:masterClrMapping/>
  </p:clrMapOvr>
  <p:transition>
    <p:fade/>
  </p:transition>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Thank you_1">
    <p:spTree>
      <p:nvGrpSpPr>
        <p:cNvPr id="1" name=""/>
        <p:cNvGrpSpPr/>
        <p:nvPr/>
      </p:nvGrpSpPr>
      <p:grpSpPr>
        <a:xfrm>
          <a:off x="0" y="0"/>
          <a:ext cx="0" cy="0"/>
          <a:chOff x="0" y="0"/>
          <a:chExt cx="0" cy="0"/>
        </a:xfrm>
      </p:grpSpPr>
      <p:pic>
        <p:nvPicPr>
          <p:cNvPr id="10" name="Picture 9" descr="A purple and blue background&#10;&#10;AI-generated content may be incorrect.">
            <a:extLst>
              <a:ext uri="{FF2B5EF4-FFF2-40B4-BE49-F238E27FC236}">
                <a16:creationId xmlns:a16="http://schemas.microsoft.com/office/drawing/2014/main" id="{655FC996-A5B8-5013-E799-734F0CE5370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1" b="4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5" name="Rectangle 4">
            <a:extLst>
              <a:ext uri="{FF2B5EF4-FFF2-40B4-BE49-F238E27FC236}">
                <a16:creationId xmlns:a16="http://schemas.microsoft.com/office/drawing/2014/main" id="{6930E374-E43A-7817-56ED-620244F03D37}"/>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6" name="TextBox 5">
            <a:extLst>
              <a:ext uri="{FF2B5EF4-FFF2-40B4-BE49-F238E27FC236}">
                <a16:creationId xmlns:a16="http://schemas.microsoft.com/office/drawing/2014/main" id="{25D28670-6BD7-6EDA-1F7A-A1CDEFB809E2}"/>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1566954288"/>
      </p:ext>
    </p:extLst>
  </p:cSld>
  <p:clrMapOvr>
    <a:masterClrMapping/>
  </p:clrMapOvr>
  <p:transition>
    <p:fade/>
  </p:transition>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Thank you_2">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537277"/>
            <a:ext cx="835752" cy="499786"/>
          </a:xfrm>
          <a:prstGeom prst="rect">
            <a:avLst/>
          </a:prstGeom>
        </p:spPr>
      </p:pic>
      <p:sp>
        <p:nvSpPr>
          <p:cNvPr id="2" name="Text Placeholder 21">
            <a:extLst>
              <a:ext uri="{FF2B5EF4-FFF2-40B4-BE49-F238E27FC236}">
                <a16:creationId xmlns:a16="http://schemas.microsoft.com/office/drawing/2014/main" id="{BD798EA0-85C0-1EE6-826D-0B9CC385B0AD}"/>
              </a:ext>
            </a:extLst>
          </p:cNvPr>
          <p:cNvSpPr>
            <a:spLocks noGrp="1"/>
          </p:cNvSpPr>
          <p:nvPr>
            <p:ph type="body" sz="quarter" idx="11" hasCustomPrompt="1"/>
          </p:nvPr>
        </p:nvSpPr>
        <p:spPr>
          <a:xfrm>
            <a:off x="486616"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9" name="Rectangle 8">
            <a:extLst>
              <a:ext uri="{FF2B5EF4-FFF2-40B4-BE49-F238E27FC236}">
                <a16:creationId xmlns:a16="http://schemas.microsoft.com/office/drawing/2014/main" id="{CB32FC0C-8C3E-EC9A-E2FA-6EE909E76F37}"/>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0" name="TextBox 9">
            <a:extLst>
              <a:ext uri="{FF2B5EF4-FFF2-40B4-BE49-F238E27FC236}">
                <a16:creationId xmlns:a16="http://schemas.microsoft.com/office/drawing/2014/main" id="{1ED149B1-2D95-35AC-CEBC-88E8E42F7571}"/>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2217168867"/>
      </p:ext>
    </p:extLst>
  </p:cSld>
  <p:clrMapOvr>
    <a:masterClrMapping/>
  </p:clrMapOvr>
  <p:transition>
    <p:fade/>
  </p:transition>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Thank you_3">
    <p:spTree>
      <p:nvGrpSpPr>
        <p:cNvPr id="1" name=""/>
        <p:cNvGrpSpPr/>
        <p:nvPr/>
      </p:nvGrpSpPr>
      <p:grpSpPr>
        <a:xfrm>
          <a:off x="0" y="0"/>
          <a:ext cx="0" cy="0"/>
          <a:chOff x="0" y="0"/>
          <a:chExt cx="0" cy="0"/>
        </a:xfrm>
      </p:grpSpPr>
      <p:pic>
        <p:nvPicPr>
          <p:cNvPr id="12" name="Picture 11" descr="A purple and blue background&#10;&#10;AI-generated content may be incorrect.">
            <a:extLst>
              <a:ext uri="{FF2B5EF4-FFF2-40B4-BE49-F238E27FC236}">
                <a16:creationId xmlns:a16="http://schemas.microsoft.com/office/drawing/2014/main" id="{56BF139E-A371-BD33-4544-690E2510164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1" b="4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9" name="Rectangle 8">
            <a:extLst>
              <a:ext uri="{FF2B5EF4-FFF2-40B4-BE49-F238E27FC236}">
                <a16:creationId xmlns:a16="http://schemas.microsoft.com/office/drawing/2014/main" id="{BF665193-C876-5B9E-E3ED-F7303F605376}"/>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0" name="TextBox 9">
            <a:extLst>
              <a:ext uri="{FF2B5EF4-FFF2-40B4-BE49-F238E27FC236}">
                <a16:creationId xmlns:a16="http://schemas.microsoft.com/office/drawing/2014/main" id="{33AF1947-BEFA-E116-B659-78B6A2F46848}"/>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1238534971"/>
      </p:ext>
    </p:extLst>
  </p:cSld>
  <p:clrMapOvr>
    <a:masterClrMapping/>
  </p:clrMapOvr>
  <p:transition>
    <p:fade/>
  </p:transition>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Thank you_4">
    <p:spTree>
      <p:nvGrpSpPr>
        <p:cNvPr id="1" name=""/>
        <p:cNvGrpSpPr/>
        <p:nvPr/>
      </p:nvGrpSpPr>
      <p:grpSpPr>
        <a:xfrm>
          <a:off x="0" y="0"/>
          <a:ext cx="0" cy="0"/>
          <a:chOff x="0" y="0"/>
          <a:chExt cx="0" cy="0"/>
        </a:xfrm>
      </p:grpSpPr>
      <p:pic>
        <p:nvPicPr>
          <p:cNvPr id="6" name="Picture 5" descr="A blue and purple gradient&#10;&#10;AI-generated content may be incorrect.">
            <a:extLst>
              <a:ext uri="{FF2B5EF4-FFF2-40B4-BE49-F238E27FC236}">
                <a16:creationId xmlns:a16="http://schemas.microsoft.com/office/drawing/2014/main" id="{3C74F4B5-7B97-C5CE-660D-4D9D91BF8D6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 b="91"/>
          <a:stretch>
            <a:fillRect/>
          </a:stretch>
        </p:blipFill>
        <p:spPr>
          <a:xfrm>
            <a:off x="0" y="0"/>
            <a:ext cx="12192000" cy="6858000"/>
          </a:xfrm>
          <a:prstGeom prst="rect">
            <a:avLst/>
          </a:prstGeom>
        </p:spPr>
      </p:pic>
      <p:pic>
        <p:nvPicPr>
          <p:cNvPr id="20" name="Graphic 19">
            <a:extLst>
              <a:ext uri="{FF2B5EF4-FFF2-40B4-BE49-F238E27FC236}">
                <a16:creationId xmlns:a16="http://schemas.microsoft.com/office/drawing/2014/main" id="{18CDCB7D-71A3-ED22-9536-F14DE094E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159" y="537277"/>
            <a:ext cx="835752" cy="499786"/>
          </a:xfrm>
          <a:prstGeom prst="rect">
            <a:avLst/>
          </a:prstGeom>
        </p:spPr>
      </p:pic>
      <p:sp>
        <p:nvSpPr>
          <p:cNvPr id="24" name="Text Placeholder 21">
            <a:extLst>
              <a:ext uri="{FF2B5EF4-FFF2-40B4-BE49-F238E27FC236}">
                <a16:creationId xmlns:a16="http://schemas.microsoft.com/office/drawing/2014/main" id="{4EB6E3B8-E9BA-E14B-C774-675B2E513DB6}"/>
              </a:ext>
            </a:extLst>
          </p:cNvPr>
          <p:cNvSpPr>
            <a:spLocks noGrp="1"/>
          </p:cNvSpPr>
          <p:nvPr>
            <p:ph type="body" sz="quarter" idx="11" hasCustomPrompt="1"/>
          </p:nvPr>
        </p:nvSpPr>
        <p:spPr>
          <a:xfrm>
            <a:off x="472764" y="2732404"/>
            <a:ext cx="5484691" cy="1393191"/>
          </a:xfrm>
          <a:prstGeom prst="rect">
            <a:avLst/>
          </a:prstGeom>
        </p:spPr>
        <p:txBody>
          <a:bodyPr/>
          <a:lstStyle>
            <a:lvl1pPr marL="0" indent="0">
              <a:buNone/>
              <a:defRPr kumimoji="0" lang="en-US" sz="6000" b="0" i="0" u="none" strike="noStrike" kern="1200" cap="none" spc="0" normalizeH="0" baseline="0" dirty="0">
                <a:ln>
                  <a:noFill/>
                </a:ln>
                <a:solidFill>
                  <a:srgbClr val="FFFFFF"/>
                </a:solidFill>
                <a:effectLst/>
                <a:uLnTx/>
                <a:uFillTx/>
                <a:latin typeface="Amazon Ember Display"/>
                <a:ea typeface="+mj-ea"/>
                <a:cs typeface="+mj-cs"/>
              </a:defRPr>
            </a:lvl1pPr>
          </a:lstStyle>
          <a:p>
            <a:pPr lvl="0"/>
            <a:r>
              <a:rPr lang="en-US" dirty="0"/>
              <a:t>Thank you</a:t>
            </a:r>
          </a:p>
        </p:txBody>
      </p:sp>
      <p:sp>
        <p:nvSpPr>
          <p:cNvPr id="8" name="Rectangle 7">
            <a:extLst>
              <a:ext uri="{FF2B5EF4-FFF2-40B4-BE49-F238E27FC236}">
                <a16:creationId xmlns:a16="http://schemas.microsoft.com/office/drawing/2014/main" id="{FA0364CA-33E8-6BA8-69BF-4B4F35C5EEB2}"/>
              </a:ext>
            </a:extLst>
          </p:cNvPr>
          <p:cNvSpPr/>
          <p:nvPr userDrawn="1"/>
        </p:nvSpPr>
        <p:spPr>
          <a:xfrm>
            <a:off x="8501438" y="5669248"/>
            <a:ext cx="3692325" cy="832859"/>
          </a:xfrm>
          <a:prstGeom prst="rect">
            <a:avLst/>
          </a:prstGeom>
          <a:gradFill flip="none" rotWithShape="1">
            <a:gsLst>
              <a:gs pos="100000">
                <a:srgbClr val="002060">
                  <a:alpha val="56338"/>
                </a:srgbClr>
              </a:gs>
              <a:gs pos="17000">
                <a:srgbClr val="002060"/>
              </a:gs>
            </a:gsLst>
            <a:lin ang="1440000" scaled="0"/>
            <a:tileRect/>
          </a:gradFill>
          <a:ln>
            <a:noFill/>
          </a:ln>
          <a:effectLst/>
        </p:spPr>
        <p:style>
          <a:lnRef idx="1">
            <a:schemeClr val="accent1"/>
          </a:lnRef>
          <a:fillRef idx="3">
            <a:schemeClr val="accent1"/>
          </a:fillRef>
          <a:effectRef idx="2">
            <a:schemeClr val="accent1"/>
          </a:effectRef>
          <a:fontRef idx="minor">
            <a:schemeClr val="lt1"/>
          </a:fontRef>
        </p:style>
        <p:txBody>
          <a:bodyPr lIns="1828800" rIns="182880" rtlCol="0" anchor="ctr"/>
          <a:lstStyle/>
          <a:p>
            <a:pPr lvl="0">
              <a:lnSpc>
                <a:spcPct val="80000"/>
              </a:lnSpc>
            </a:pPr>
            <a:endParaRPr lang="en-US" sz="16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9" name="TextBox 8">
            <a:extLst>
              <a:ext uri="{FF2B5EF4-FFF2-40B4-BE49-F238E27FC236}">
                <a16:creationId xmlns:a16="http://schemas.microsoft.com/office/drawing/2014/main" id="{6A72C134-7120-C362-31B3-9F9E993EE4C4}"/>
              </a:ext>
            </a:extLst>
          </p:cNvPr>
          <p:cNvSpPr txBox="1"/>
          <p:nvPr userDrawn="1"/>
        </p:nvSpPr>
        <p:spPr>
          <a:xfrm>
            <a:off x="8583533" y="5688645"/>
            <a:ext cx="3692325" cy="794064"/>
          </a:xfrm>
          <a:prstGeom prst="rect">
            <a:avLst/>
          </a:prstGeom>
          <a:noFill/>
        </p:spPr>
        <p:txBody>
          <a:bodyPr wrap="square" lIns="182880" tIns="146304" rIns="182880" bIns="146304" rtlCol="0">
            <a:spAutoFit/>
          </a:bodyPr>
          <a:lstStyle/>
          <a:p>
            <a:pPr algn="l">
              <a:lnSpc>
                <a:spcPct val="90000"/>
              </a:lnSpc>
              <a:spcAft>
                <a:spcPts val="1800"/>
              </a:spcAft>
            </a:pPr>
            <a:r>
              <a:rPr lang="en-US" sz="1800" b="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Please complete the session survey in the </a:t>
            </a:r>
            <a:r>
              <a:rPr lang="en-US" sz="1800" b="0" u="none"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mobile app</a:t>
            </a:r>
          </a:p>
        </p:txBody>
      </p:sp>
    </p:spTree>
    <p:extLst>
      <p:ext uri="{BB962C8B-B14F-4D97-AF65-F5344CB8AC3E}">
        <p14:creationId xmlns:p14="http://schemas.microsoft.com/office/powerpoint/2010/main" val="152840285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image" Target="../media/image1.svg"/><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2.xml"/><Relationship Id="rId18" Type="http://schemas.openxmlformats.org/officeDocument/2006/relationships/slideLayout" Target="../slideLayouts/slideLayout67.xml"/><Relationship Id="rId26" Type="http://schemas.openxmlformats.org/officeDocument/2006/relationships/slideLayout" Target="../slideLayouts/slideLayout75.xml"/><Relationship Id="rId21" Type="http://schemas.openxmlformats.org/officeDocument/2006/relationships/slideLayout" Target="../slideLayouts/slideLayout70.xml"/><Relationship Id="rId34" Type="http://schemas.openxmlformats.org/officeDocument/2006/relationships/slideLayout" Target="../slideLayouts/slideLayout83.xml"/><Relationship Id="rId7" Type="http://schemas.openxmlformats.org/officeDocument/2006/relationships/slideLayout" Target="../slideLayouts/slideLayout56.xml"/><Relationship Id="rId12" Type="http://schemas.openxmlformats.org/officeDocument/2006/relationships/slideLayout" Target="../slideLayouts/slideLayout61.xml"/><Relationship Id="rId17" Type="http://schemas.openxmlformats.org/officeDocument/2006/relationships/slideLayout" Target="../slideLayouts/slideLayout66.xml"/><Relationship Id="rId25" Type="http://schemas.openxmlformats.org/officeDocument/2006/relationships/slideLayout" Target="../slideLayouts/slideLayout74.xml"/><Relationship Id="rId33" Type="http://schemas.openxmlformats.org/officeDocument/2006/relationships/slideLayout" Target="../slideLayouts/slideLayout82.xml"/><Relationship Id="rId38" Type="http://schemas.openxmlformats.org/officeDocument/2006/relationships/image" Target="../media/image14.svg"/><Relationship Id="rId2" Type="http://schemas.openxmlformats.org/officeDocument/2006/relationships/slideLayout" Target="../slideLayouts/slideLayout51.xml"/><Relationship Id="rId16" Type="http://schemas.openxmlformats.org/officeDocument/2006/relationships/slideLayout" Target="../slideLayouts/slideLayout65.xml"/><Relationship Id="rId20" Type="http://schemas.openxmlformats.org/officeDocument/2006/relationships/slideLayout" Target="../slideLayouts/slideLayout69.xml"/><Relationship Id="rId29" Type="http://schemas.openxmlformats.org/officeDocument/2006/relationships/slideLayout" Target="../slideLayouts/slideLayout78.xml"/><Relationship Id="rId1" Type="http://schemas.openxmlformats.org/officeDocument/2006/relationships/slideLayout" Target="../slideLayouts/slideLayout50.xml"/><Relationship Id="rId6" Type="http://schemas.openxmlformats.org/officeDocument/2006/relationships/slideLayout" Target="../slideLayouts/slideLayout55.xml"/><Relationship Id="rId11" Type="http://schemas.openxmlformats.org/officeDocument/2006/relationships/slideLayout" Target="../slideLayouts/slideLayout60.xml"/><Relationship Id="rId24" Type="http://schemas.openxmlformats.org/officeDocument/2006/relationships/slideLayout" Target="../slideLayouts/slideLayout73.xml"/><Relationship Id="rId32" Type="http://schemas.openxmlformats.org/officeDocument/2006/relationships/slideLayout" Target="../slideLayouts/slideLayout81.xml"/><Relationship Id="rId37" Type="http://schemas.openxmlformats.org/officeDocument/2006/relationships/theme" Target="../theme/theme2.xml"/><Relationship Id="rId5" Type="http://schemas.openxmlformats.org/officeDocument/2006/relationships/slideLayout" Target="../slideLayouts/slideLayout54.xml"/><Relationship Id="rId15" Type="http://schemas.openxmlformats.org/officeDocument/2006/relationships/slideLayout" Target="../slideLayouts/slideLayout64.xml"/><Relationship Id="rId23" Type="http://schemas.openxmlformats.org/officeDocument/2006/relationships/slideLayout" Target="../slideLayouts/slideLayout72.xml"/><Relationship Id="rId28" Type="http://schemas.openxmlformats.org/officeDocument/2006/relationships/slideLayout" Target="../slideLayouts/slideLayout77.xml"/><Relationship Id="rId36" Type="http://schemas.openxmlformats.org/officeDocument/2006/relationships/slideLayout" Target="../slideLayouts/slideLayout85.xml"/><Relationship Id="rId10" Type="http://schemas.openxmlformats.org/officeDocument/2006/relationships/slideLayout" Target="../slideLayouts/slideLayout59.xml"/><Relationship Id="rId19" Type="http://schemas.openxmlformats.org/officeDocument/2006/relationships/slideLayout" Target="../slideLayouts/slideLayout68.xml"/><Relationship Id="rId31" Type="http://schemas.openxmlformats.org/officeDocument/2006/relationships/slideLayout" Target="../slideLayouts/slideLayout80.xml"/><Relationship Id="rId4" Type="http://schemas.openxmlformats.org/officeDocument/2006/relationships/slideLayout" Target="../slideLayouts/slideLayout53.xml"/><Relationship Id="rId9" Type="http://schemas.openxmlformats.org/officeDocument/2006/relationships/slideLayout" Target="../slideLayouts/slideLayout58.xml"/><Relationship Id="rId14" Type="http://schemas.openxmlformats.org/officeDocument/2006/relationships/slideLayout" Target="../slideLayouts/slideLayout63.xml"/><Relationship Id="rId22" Type="http://schemas.openxmlformats.org/officeDocument/2006/relationships/slideLayout" Target="../slideLayouts/slideLayout71.xml"/><Relationship Id="rId27" Type="http://schemas.openxmlformats.org/officeDocument/2006/relationships/slideLayout" Target="../slideLayouts/slideLayout76.xml"/><Relationship Id="rId30" Type="http://schemas.openxmlformats.org/officeDocument/2006/relationships/slideLayout" Target="../slideLayouts/slideLayout79.xml"/><Relationship Id="rId35" Type="http://schemas.openxmlformats.org/officeDocument/2006/relationships/slideLayout" Target="../slideLayouts/slideLayout84.xml"/><Relationship Id="rId8" Type="http://schemas.openxmlformats.org/officeDocument/2006/relationships/slideLayout" Target="../slideLayouts/slideLayout57.xml"/><Relationship Id="rId3" Type="http://schemas.openxmlformats.org/officeDocument/2006/relationships/slideLayout" Target="../slideLayouts/slideLayout5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98.xml"/><Relationship Id="rId18" Type="http://schemas.openxmlformats.org/officeDocument/2006/relationships/slideLayout" Target="../slideLayouts/slideLayout103.xml"/><Relationship Id="rId26" Type="http://schemas.openxmlformats.org/officeDocument/2006/relationships/slideLayout" Target="../slideLayouts/slideLayout111.xml"/><Relationship Id="rId21" Type="http://schemas.openxmlformats.org/officeDocument/2006/relationships/slideLayout" Target="../slideLayouts/slideLayout106.xml"/><Relationship Id="rId34" Type="http://schemas.openxmlformats.org/officeDocument/2006/relationships/slideLayout" Target="../slideLayouts/slideLayout119.xml"/><Relationship Id="rId7" Type="http://schemas.openxmlformats.org/officeDocument/2006/relationships/slideLayout" Target="../slideLayouts/slideLayout92.xml"/><Relationship Id="rId12" Type="http://schemas.openxmlformats.org/officeDocument/2006/relationships/slideLayout" Target="../slideLayouts/slideLayout97.xml"/><Relationship Id="rId17" Type="http://schemas.openxmlformats.org/officeDocument/2006/relationships/slideLayout" Target="../slideLayouts/slideLayout102.xml"/><Relationship Id="rId25" Type="http://schemas.openxmlformats.org/officeDocument/2006/relationships/slideLayout" Target="../slideLayouts/slideLayout110.xml"/><Relationship Id="rId33" Type="http://schemas.openxmlformats.org/officeDocument/2006/relationships/slideLayout" Target="../slideLayouts/slideLayout118.xml"/><Relationship Id="rId38" Type="http://schemas.openxmlformats.org/officeDocument/2006/relationships/image" Target="../media/image14.svg"/><Relationship Id="rId2" Type="http://schemas.openxmlformats.org/officeDocument/2006/relationships/slideLayout" Target="../slideLayouts/slideLayout87.xml"/><Relationship Id="rId16" Type="http://schemas.openxmlformats.org/officeDocument/2006/relationships/slideLayout" Target="../slideLayouts/slideLayout101.xml"/><Relationship Id="rId20" Type="http://schemas.openxmlformats.org/officeDocument/2006/relationships/slideLayout" Target="../slideLayouts/slideLayout105.xml"/><Relationship Id="rId29" Type="http://schemas.openxmlformats.org/officeDocument/2006/relationships/slideLayout" Target="../slideLayouts/slideLayout114.xml"/><Relationship Id="rId1" Type="http://schemas.openxmlformats.org/officeDocument/2006/relationships/slideLayout" Target="../slideLayouts/slideLayout86.xml"/><Relationship Id="rId6" Type="http://schemas.openxmlformats.org/officeDocument/2006/relationships/slideLayout" Target="../slideLayouts/slideLayout91.xml"/><Relationship Id="rId11" Type="http://schemas.openxmlformats.org/officeDocument/2006/relationships/slideLayout" Target="../slideLayouts/slideLayout96.xml"/><Relationship Id="rId24" Type="http://schemas.openxmlformats.org/officeDocument/2006/relationships/slideLayout" Target="../slideLayouts/slideLayout109.xml"/><Relationship Id="rId32" Type="http://schemas.openxmlformats.org/officeDocument/2006/relationships/slideLayout" Target="../slideLayouts/slideLayout117.xml"/><Relationship Id="rId37" Type="http://schemas.openxmlformats.org/officeDocument/2006/relationships/theme" Target="../theme/theme3.xml"/><Relationship Id="rId5" Type="http://schemas.openxmlformats.org/officeDocument/2006/relationships/slideLayout" Target="../slideLayouts/slideLayout90.xml"/><Relationship Id="rId15" Type="http://schemas.openxmlformats.org/officeDocument/2006/relationships/slideLayout" Target="../slideLayouts/slideLayout100.xml"/><Relationship Id="rId23" Type="http://schemas.openxmlformats.org/officeDocument/2006/relationships/slideLayout" Target="../slideLayouts/slideLayout108.xml"/><Relationship Id="rId28" Type="http://schemas.openxmlformats.org/officeDocument/2006/relationships/slideLayout" Target="../slideLayouts/slideLayout113.xml"/><Relationship Id="rId36" Type="http://schemas.openxmlformats.org/officeDocument/2006/relationships/slideLayout" Target="../slideLayouts/slideLayout121.xml"/><Relationship Id="rId10" Type="http://schemas.openxmlformats.org/officeDocument/2006/relationships/slideLayout" Target="../slideLayouts/slideLayout95.xml"/><Relationship Id="rId19" Type="http://schemas.openxmlformats.org/officeDocument/2006/relationships/slideLayout" Target="../slideLayouts/slideLayout104.xml"/><Relationship Id="rId31" Type="http://schemas.openxmlformats.org/officeDocument/2006/relationships/slideLayout" Target="../slideLayouts/slideLayout116.xml"/><Relationship Id="rId4" Type="http://schemas.openxmlformats.org/officeDocument/2006/relationships/slideLayout" Target="../slideLayouts/slideLayout89.xml"/><Relationship Id="rId9" Type="http://schemas.openxmlformats.org/officeDocument/2006/relationships/slideLayout" Target="../slideLayouts/slideLayout94.xml"/><Relationship Id="rId14" Type="http://schemas.openxmlformats.org/officeDocument/2006/relationships/slideLayout" Target="../slideLayouts/slideLayout99.xml"/><Relationship Id="rId22" Type="http://schemas.openxmlformats.org/officeDocument/2006/relationships/slideLayout" Target="../slideLayouts/slideLayout107.xml"/><Relationship Id="rId27" Type="http://schemas.openxmlformats.org/officeDocument/2006/relationships/slideLayout" Target="../slideLayouts/slideLayout112.xml"/><Relationship Id="rId30" Type="http://schemas.openxmlformats.org/officeDocument/2006/relationships/slideLayout" Target="../slideLayouts/slideLayout115.xml"/><Relationship Id="rId35" Type="http://schemas.openxmlformats.org/officeDocument/2006/relationships/slideLayout" Target="../slideLayouts/slideLayout120.xml"/><Relationship Id="rId8" Type="http://schemas.openxmlformats.org/officeDocument/2006/relationships/slideLayout" Target="../slideLayouts/slideLayout93.xml"/><Relationship Id="rId3" Type="http://schemas.openxmlformats.org/officeDocument/2006/relationships/slideLayout" Target="../slideLayouts/slideLayout88.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134.xml"/><Relationship Id="rId18" Type="http://schemas.openxmlformats.org/officeDocument/2006/relationships/slideLayout" Target="../slideLayouts/slideLayout139.xml"/><Relationship Id="rId26" Type="http://schemas.openxmlformats.org/officeDocument/2006/relationships/slideLayout" Target="../slideLayouts/slideLayout147.xml"/><Relationship Id="rId3" Type="http://schemas.openxmlformats.org/officeDocument/2006/relationships/slideLayout" Target="../slideLayouts/slideLayout124.xml"/><Relationship Id="rId21" Type="http://schemas.openxmlformats.org/officeDocument/2006/relationships/slideLayout" Target="../slideLayouts/slideLayout142.xml"/><Relationship Id="rId34" Type="http://schemas.openxmlformats.org/officeDocument/2006/relationships/slideLayout" Target="../slideLayouts/slideLayout155.xml"/><Relationship Id="rId7" Type="http://schemas.openxmlformats.org/officeDocument/2006/relationships/slideLayout" Target="../slideLayouts/slideLayout128.xml"/><Relationship Id="rId12" Type="http://schemas.openxmlformats.org/officeDocument/2006/relationships/slideLayout" Target="../slideLayouts/slideLayout133.xml"/><Relationship Id="rId17" Type="http://schemas.openxmlformats.org/officeDocument/2006/relationships/slideLayout" Target="../slideLayouts/slideLayout138.xml"/><Relationship Id="rId25" Type="http://schemas.openxmlformats.org/officeDocument/2006/relationships/slideLayout" Target="../slideLayouts/slideLayout146.xml"/><Relationship Id="rId33" Type="http://schemas.openxmlformats.org/officeDocument/2006/relationships/slideLayout" Target="../slideLayouts/slideLayout154.xml"/><Relationship Id="rId2" Type="http://schemas.openxmlformats.org/officeDocument/2006/relationships/slideLayout" Target="../slideLayouts/slideLayout123.xml"/><Relationship Id="rId16" Type="http://schemas.openxmlformats.org/officeDocument/2006/relationships/slideLayout" Target="../slideLayouts/slideLayout137.xml"/><Relationship Id="rId20" Type="http://schemas.openxmlformats.org/officeDocument/2006/relationships/slideLayout" Target="../slideLayouts/slideLayout141.xml"/><Relationship Id="rId29" Type="http://schemas.openxmlformats.org/officeDocument/2006/relationships/slideLayout" Target="../slideLayouts/slideLayout150.xml"/><Relationship Id="rId1" Type="http://schemas.openxmlformats.org/officeDocument/2006/relationships/slideLayout" Target="../slideLayouts/slideLayout122.xml"/><Relationship Id="rId6" Type="http://schemas.openxmlformats.org/officeDocument/2006/relationships/slideLayout" Target="../slideLayouts/slideLayout127.xml"/><Relationship Id="rId11" Type="http://schemas.openxmlformats.org/officeDocument/2006/relationships/slideLayout" Target="../slideLayouts/slideLayout132.xml"/><Relationship Id="rId24" Type="http://schemas.openxmlformats.org/officeDocument/2006/relationships/slideLayout" Target="../slideLayouts/slideLayout145.xml"/><Relationship Id="rId32" Type="http://schemas.openxmlformats.org/officeDocument/2006/relationships/slideLayout" Target="../slideLayouts/slideLayout153.xml"/><Relationship Id="rId5" Type="http://schemas.openxmlformats.org/officeDocument/2006/relationships/slideLayout" Target="../slideLayouts/slideLayout126.xml"/><Relationship Id="rId15" Type="http://schemas.openxmlformats.org/officeDocument/2006/relationships/slideLayout" Target="../slideLayouts/slideLayout136.xml"/><Relationship Id="rId23" Type="http://schemas.openxmlformats.org/officeDocument/2006/relationships/slideLayout" Target="../slideLayouts/slideLayout144.xml"/><Relationship Id="rId28" Type="http://schemas.openxmlformats.org/officeDocument/2006/relationships/slideLayout" Target="../slideLayouts/slideLayout149.xml"/><Relationship Id="rId36" Type="http://schemas.openxmlformats.org/officeDocument/2006/relationships/image" Target="../media/image14.svg"/><Relationship Id="rId10" Type="http://schemas.openxmlformats.org/officeDocument/2006/relationships/slideLayout" Target="../slideLayouts/slideLayout131.xml"/><Relationship Id="rId19" Type="http://schemas.openxmlformats.org/officeDocument/2006/relationships/slideLayout" Target="../slideLayouts/slideLayout140.xml"/><Relationship Id="rId31" Type="http://schemas.openxmlformats.org/officeDocument/2006/relationships/slideLayout" Target="../slideLayouts/slideLayout152.xml"/><Relationship Id="rId4" Type="http://schemas.openxmlformats.org/officeDocument/2006/relationships/slideLayout" Target="../slideLayouts/slideLayout125.xml"/><Relationship Id="rId9" Type="http://schemas.openxmlformats.org/officeDocument/2006/relationships/slideLayout" Target="../slideLayouts/slideLayout130.xml"/><Relationship Id="rId14" Type="http://schemas.openxmlformats.org/officeDocument/2006/relationships/slideLayout" Target="../slideLayouts/slideLayout135.xml"/><Relationship Id="rId22" Type="http://schemas.openxmlformats.org/officeDocument/2006/relationships/slideLayout" Target="../slideLayouts/slideLayout143.xml"/><Relationship Id="rId27" Type="http://schemas.openxmlformats.org/officeDocument/2006/relationships/slideLayout" Target="../slideLayouts/slideLayout148.xml"/><Relationship Id="rId30" Type="http://schemas.openxmlformats.org/officeDocument/2006/relationships/slideLayout" Target="../slideLayouts/slideLayout151.xml"/><Relationship Id="rId35" Type="http://schemas.openxmlformats.org/officeDocument/2006/relationships/theme" Target="../theme/theme4.xml"/><Relationship Id="rId8" Type="http://schemas.openxmlformats.org/officeDocument/2006/relationships/slideLayout" Target="../slideLayouts/slideLayout129.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5.xml"/><Relationship Id="rId1" Type="http://schemas.openxmlformats.org/officeDocument/2006/relationships/slideLayout" Target="../slideLayouts/slideLayout156.xml"/></Relationships>
</file>

<file path=ppt/slideMasters/_rels/slideMaster6.xml.rels><?xml version="1.0" encoding="UTF-8" standalone="yes"?>
<Relationships xmlns="http://schemas.openxmlformats.org/package/2006/relationships"><Relationship Id="rId13" Type="http://schemas.openxmlformats.org/officeDocument/2006/relationships/slideLayout" Target="../slideLayouts/slideLayout169.xml"/><Relationship Id="rId18" Type="http://schemas.openxmlformats.org/officeDocument/2006/relationships/slideLayout" Target="../slideLayouts/slideLayout174.xml"/><Relationship Id="rId26" Type="http://schemas.openxmlformats.org/officeDocument/2006/relationships/slideLayout" Target="../slideLayouts/slideLayout182.xml"/><Relationship Id="rId39" Type="http://schemas.openxmlformats.org/officeDocument/2006/relationships/slideLayout" Target="../slideLayouts/slideLayout195.xml"/><Relationship Id="rId21" Type="http://schemas.openxmlformats.org/officeDocument/2006/relationships/slideLayout" Target="../slideLayouts/slideLayout177.xml"/><Relationship Id="rId34" Type="http://schemas.openxmlformats.org/officeDocument/2006/relationships/slideLayout" Target="../slideLayouts/slideLayout190.xml"/><Relationship Id="rId42" Type="http://schemas.openxmlformats.org/officeDocument/2006/relationships/slideLayout" Target="../slideLayouts/slideLayout198.xml"/><Relationship Id="rId47" Type="http://schemas.openxmlformats.org/officeDocument/2006/relationships/image" Target="../media/image30.svg"/><Relationship Id="rId7" Type="http://schemas.openxmlformats.org/officeDocument/2006/relationships/slideLayout" Target="../slideLayouts/slideLayout163.xml"/><Relationship Id="rId2" Type="http://schemas.openxmlformats.org/officeDocument/2006/relationships/slideLayout" Target="../slideLayouts/slideLayout158.xml"/><Relationship Id="rId16" Type="http://schemas.openxmlformats.org/officeDocument/2006/relationships/slideLayout" Target="../slideLayouts/slideLayout172.xml"/><Relationship Id="rId29" Type="http://schemas.openxmlformats.org/officeDocument/2006/relationships/slideLayout" Target="../slideLayouts/slideLayout185.xml"/><Relationship Id="rId1" Type="http://schemas.openxmlformats.org/officeDocument/2006/relationships/slideLayout" Target="../slideLayouts/slideLayout157.xml"/><Relationship Id="rId6" Type="http://schemas.openxmlformats.org/officeDocument/2006/relationships/slideLayout" Target="../slideLayouts/slideLayout162.xml"/><Relationship Id="rId11" Type="http://schemas.openxmlformats.org/officeDocument/2006/relationships/slideLayout" Target="../slideLayouts/slideLayout167.xml"/><Relationship Id="rId24" Type="http://schemas.openxmlformats.org/officeDocument/2006/relationships/slideLayout" Target="../slideLayouts/slideLayout180.xml"/><Relationship Id="rId32" Type="http://schemas.openxmlformats.org/officeDocument/2006/relationships/slideLayout" Target="../slideLayouts/slideLayout188.xml"/><Relationship Id="rId37" Type="http://schemas.openxmlformats.org/officeDocument/2006/relationships/slideLayout" Target="../slideLayouts/slideLayout193.xml"/><Relationship Id="rId40" Type="http://schemas.openxmlformats.org/officeDocument/2006/relationships/slideLayout" Target="../slideLayouts/slideLayout196.xml"/><Relationship Id="rId45" Type="http://schemas.openxmlformats.org/officeDocument/2006/relationships/slideLayout" Target="../slideLayouts/slideLayout201.xml"/><Relationship Id="rId5" Type="http://schemas.openxmlformats.org/officeDocument/2006/relationships/slideLayout" Target="../slideLayouts/slideLayout161.xml"/><Relationship Id="rId15" Type="http://schemas.openxmlformats.org/officeDocument/2006/relationships/slideLayout" Target="../slideLayouts/slideLayout171.xml"/><Relationship Id="rId23" Type="http://schemas.openxmlformats.org/officeDocument/2006/relationships/slideLayout" Target="../slideLayouts/slideLayout179.xml"/><Relationship Id="rId28" Type="http://schemas.openxmlformats.org/officeDocument/2006/relationships/slideLayout" Target="../slideLayouts/slideLayout184.xml"/><Relationship Id="rId36" Type="http://schemas.openxmlformats.org/officeDocument/2006/relationships/slideLayout" Target="../slideLayouts/slideLayout192.xml"/><Relationship Id="rId10" Type="http://schemas.openxmlformats.org/officeDocument/2006/relationships/slideLayout" Target="../slideLayouts/slideLayout166.xml"/><Relationship Id="rId19" Type="http://schemas.openxmlformats.org/officeDocument/2006/relationships/slideLayout" Target="../slideLayouts/slideLayout175.xml"/><Relationship Id="rId31" Type="http://schemas.openxmlformats.org/officeDocument/2006/relationships/slideLayout" Target="../slideLayouts/slideLayout187.xml"/><Relationship Id="rId44" Type="http://schemas.openxmlformats.org/officeDocument/2006/relationships/slideLayout" Target="../slideLayouts/slideLayout200.xml"/><Relationship Id="rId4" Type="http://schemas.openxmlformats.org/officeDocument/2006/relationships/slideLayout" Target="../slideLayouts/slideLayout160.xml"/><Relationship Id="rId9" Type="http://schemas.openxmlformats.org/officeDocument/2006/relationships/slideLayout" Target="../slideLayouts/slideLayout165.xml"/><Relationship Id="rId14" Type="http://schemas.openxmlformats.org/officeDocument/2006/relationships/slideLayout" Target="../slideLayouts/slideLayout170.xml"/><Relationship Id="rId22" Type="http://schemas.openxmlformats.org/officeDocument/2006/relationships/slideLayout" Target="../slideLayouts/slideLayout178.xml"/><Relationship Id="rId27" Type="http://schemas.openxmlformats.org/officeDocument/2006/relationships/slideLayout" Target="../slideLayouts/slideLayout183.xml"/><Relationship Id="rId30" Type="http://schemas.openxmlformats.org/officeDocument/2006/relationships/slideLayout" Target="../slideLayouts/slideLayout186.xml"/><Relationship Id="rId35" Type="http://schemas.openxmlformats.org/officeDocument/2006/relationships/slideLayout" Target="../slideLayouts/slideLayout191.xml"/><Relationship Id="rId43" Type="http://schemas.openxmlformats.org/officeDocument/2006/relationships/slideLayout" Target="../slideLayouts/slideLayout199.xml"/><Relationship Id="rId8" Type="http://schemas.openxmlformats.org/officeDocument/2006/relationships/slideLayout" Target="../slideLayouts/slideLayout164.xml"/><Relationship Id="rId3" Type="http://schemas.openxmlformats.org/officeDocument/2006/relationships/slideLayout" Target="../slideLayouts/slideLayout159.xml"/><Relationship Id="rId12" Type="http://schemas.openxmlformats.org/officeDocument/2006/relationships/slideLayout" Target="../slideLayouts/slideLayout168.xml"/><Relationship Id="rId17" Type="http://schemas.openxmlformats.org/officeDocument/2006/relationships/slideLayout" Target="../slideLayouts/slideLayout173.xml"/><Relationship Id="rId25" Type="http://schemas.openxmlformats.org/officeDocument/2006/relationships/slideLayout" Target="../slideLayouts/slideLayout181.xml"/><Relationship Id="rId33" Type="http://schemas.openxmlformats.org/officeDocument/2006/relationships/slideLayout" Target="../slideLayouts/slideLayout189.xml"/><Relationship Id="rId38" Type="http://schemas.openxmlformats.org/officeDocument/2006/relationships/slideLayout" Target="../slideLayouts/slideLayout194.xml"/><Relationship Id="rId46" Type="http://schemas.openxmlformats.org/officeDocument/2006/relationships/theme" Target="../theme/theme6.xml"/><Relationship Id="rId20" Type="http://schemas.openxmlformats.org/officeDocument/2006/relationships/slideLayout" Target="../slideLayouts/slideLayout176.xml"/><Relationship Id="rId41" Type="http://schemas.openxmlformats.org/officeDocument/2006/relationships/slideLayout" Target="../slideLayouts/slideLayout19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61D26"/>
        </a:solidFill>
        <a:effectLst/>
      </p:bgPr>
    </p:bg>
    <p:spTree>
      <p:nvGrpSpPr>
        <p:cNvPr id="1" name=""/>
        <p:cNvGrpSpPr/>
        <p:nvPr/>
      </p:nvGrpSpPr>
      <p:grpSpPr>
        <a:xfrm>
          <a:off x="0" y="0"/>
          <a:ext cx="0" cy="0"/>
          <a:chOff x="0" y="0"/>
          <a:chExt cx="0" cy="0"/>
        </a:xfrm>
      </p:grpSpPr>
      <p:sp>
        <p:nvSpPr>
          <p:cNvPr id="11" name="TextBox 3">
            <a:extLst>
              <a:ext uri="{FF2B5EF4-FFF2-40B4-BE49-F238E27FC236}">
                <a16:creationId xmlns:a16="http://schemas.microsoft.com/office/drawing/2014/main" id="{69B3CAFF-1CA6-3CBA-40FB-DEEA93D61B07}"/>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12" name="Graphic 11">
            <a:extLst>
              <a:ext uri="{FF2B5EF4-FFF2-40B4-BE49-F238E27FC236}">
                <a16:creationId xmlns:a16="http://schemas.microsoft.com/office/drawing/2014/main" id="{D9BDFD8A-A780-0055-AC09-1644B17404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1"/>
              </a:ext>
            </a:extLst>
          </a:blip>
          <a:stretch>
            <a:fillRect/>
          </a:stretch>
        </p:blipFill>
        <p:spPr>
          <a:xfrm>
            <a:off x="571500" y="6428661"/>
            <a:ext cx="388818" cy="232516"/>
          </a:xfrm>
          <a:prstGeom prst="rect">
            <a:avLst/>
          </a:prstGeom>
        </p:spPr>
      </p:pic>
      <p:sp>
        <p:nvSpPr>
          <p:cNvPr id="2" name="Title Placeholder 1">
            <a:extLst>
              <a:ext uri="{FF2B5EF4-FFF2-40B4-BE49-F238E27FC236}">
                <a16:creationId xmlns:a16="http://schemas.microsoft.com/office/drawing/2014/main" id="{EED65DF7-30E0-78F2-607D-6878FF523A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AD13D553-8001-C131-E486-57ADBB1B1C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Box 3">
            <a:extLst>
              <a:ext uri="{FF2B5EF4-FFF2-40B4-BE49-F238E27FC236}">
                <a16:creationId xmlns:a16="http://schemas.microsoft.com/office/drawing/2014/main" id="{75BCEF09-B41D-29D1-2EFF-7CF8521C5A35}"/>
              </a:ext>
            </a:extLst>
          </p:cNvPr>
          <p:cNvSpPr txBox="1"/>
          <p:nvPr userDrawn="1"/>
        </p:nvSpPr>
        <p:spPr>
          <a:xfrm>
            <a:off x="345688" y="1650380"/>
            <a:ext cx="0" cy="0"/>
          </a:xfrm>
          <a:prstGeom prst="rect">
            <a:avLst/>
          </a:prstGeom>
        </p:spPr>
        <p:txBody>
          <a:bodyPr vert="horz" wrap="none" lIns="91440" tIns="45720" rIns="91440" bIns="45720" rtlCol="0" anchor="ctr">
            <a:normAutofit fontScale="25000" lnSpcReduction="20000"/>
          </a:bodyPr>
          <a:lstStyle/>
          <a:p>
            <a:pPr marL="0" marR="0" indent="0" algn="l" defTabSz="914400" rtl="0" eaLnBrk="1" fontAlgn="auto" latinLnBrk="0" hangingPunct="1">
              <a:lnSpc>
                <a:spcPct val="90000"/>
              </a:lnSpc>
              <a:spcBef>
                <a:spcPct val="0"/>
              </a:spcBef>
              <a:spcAft>
                <a:spcPts val="0"/>
              </a:spcAft>
              <a:buClrTx/>
              <a:buSzTx/>
              <a:buFontTx/>
              <a:buNone/>
              <a:tabLst/>
            </a:pPr>
            <a:endParaRPr kumimoji="0" lang="en-US" sz="2000" b="0" i="0" u="none" strike="noStrike" kern="1200" cap="none" spc="0" normalizeH="0" baseline="0" noProof="0" dirty="0" err="1">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Tree>
    <p:extLst>
      <p:ext uri="{BB962C8B-B14F-4D97-AF65-F5344CB8AC3E}">
        <p14:creationId xmlns:p14="http://schemas.microsoft.com/office/powerpoint/2010/main" val="3957956032"/>
      </p:ext>
    </p:extLst>
  </p:cSld>
  <p:clrMap bg1="lt1" tx1="dk1" bg2="lt2" tx2="dk2" accent1="accent1" accent2="accent2" accent3="accent3" accent4="accent4" accent5="accent5" accent6="accent6" hlink="hlink" folHlink="folHlink"/>
  <p:sldLayoutIdLst>
    <p:sldLayoutId id="2147484114" r:id="rId1"/>
    <p:sldLayoutId id="2147483999" r:id="rId2"/>
    <p:sldLayoutId id="2147484029" r:id="rId3"/>
    <p:sldLayoutId id="2147484007" r:id="rId4"/>
    <p:sldLayoutId id="2147483648" r:id="rId5"/>
    <p:sldLayoutId id="2147484108" r:id="rId6"/>
    <p:sldLayoutId id="2147484000" r:id="rId7"/>
    <p:sldLayoutId id="2147484102" r:id="rId8"/>
    <p:sldLayoutId id="2147484107" r:id="rId9"/>
    <p:sldLayoutId id="2147483930" r:id="rId10"/>
    <p:sldLayoutId id="2147484008" r:id="rId11"/>
    <p:sldLayoutId id="2147484082" r:id="rId12"/>
    <p:sldLayoutId id="2147484106" r:id="rId13"/>
    <p:sldLayoutId id="2147484104" r:id="rId14"/>
    <p:sldLayoutId id="2147484083" r:id="rId15"/>
    <p:sldLayoutId id="2147484009" r:id="rId16"/>
    <p:sldLayoutId id="2147484020" r:id="rId17"/>
    <p:sldLayoutId id="2147484010" r:id="rId18"/>
    <p:sldLayoutId id="2147484011" r:id="rId19"/>
    <p:sldLayoutId id="2147484016" r:id="rId20"/>
    <p:sldLayoutId id="2147484084" r:id="rId21"/>
    <p:sldLayoutId id="2147484017" r:id="rId22"/>
    <p:sldLayoutId id="2147484018" r:id="rId23"/>
    <p:sldLayoutId id="2147484019" r:id="rId24"/>
    <p:sldLayoutId id="2147484012" r:id="rId25"/>
    <p:sldLayoutId id="2147484023" r:id="rId26"/>
    <p:sldLayoutId id="2147484100" r:id="rId27"/>
    <p:sldLayoutId id="2147484013" r:id="rId28"/>
    <p:sldLayoutId id="2147484027" r:id="rId29"/>
    <p:sldLayoutId id="2147484028" r:id="rId30"/>
    <p:sldLayoutId id="2147484024" r:id="rId31"/>
    <p:sldLayoutId id="2147484101" r:id="rId32"/>
    <p:sldLayoutId id="2147484014" r:id="rId33"/>
    <p:sldLayoutId id="2147484015" r:id="rId34"/>
    <p:sldLayoutId id="2147484021" r:id="rId35"/>
    <p:sldLayoutId id="2147484022" r:id="rId36"/>
    <p:sldLayoutId id="2147484113" r:id="rId37"/>
    <p:sldLayoutId id="2147484033" r:id="rId38"/>
    <p:sldLayoutId id="2147484109" r:id="rId39"/>
    <p:sldLayoutId id="2147484112" r:id="rId40"/>
    <p:sldLayoutId id="2147484110" r:id="rId41"/>
    <p:sldLayoutId id="2147484111" r:id="rId42"/>
    <p:sldLayoutId id="2147484077" r:id="rId43"/>
    <p:sldLayoutId id="2147484079" r:id="rId44"/>
    <p:sldLayoutId id="2147484081" r:id="rId45"/>
    <p:sldLayoutId id="2147484115" r:id="rId46"/>
    <p:sldLayoutId id="2147484116" r:id="rId47"/>
    <p:sldLayoutId id="2147484117" r:id="rId48"/>
    <p:sldLayoutId id="2147484118" r:id="rId49"/>
  </p:sldLayoutIdLst>
  <p:txStyles>
    <p:titleStyle>
      <a:lvl1pPr algn="l" defTabSz="914400" rtl="0" eaLnBrk="1" latinLnBrk="0" hangingPunct="1">
        <a:lnSpc>
          <a:spcPct val="90000"/>
        </a:lnSpc>
        <a:spcBef>
          <a:spcPct val="0"/>
        </a:spcBef>
        <a:buNone/>
        <a:defRPr sz="4400" b="0" i="0" kern="12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Amazon Ember Display" panose="020F0603020204020204" pitchFamily="34" charset="0"/>
          <a:cs typeface="Amazon Ember Display" panose="020F0603020204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Amazon Ember Display" panose="020F0603020204020204" pitchFamily="34" charset="0"/>
          <a:cs typeface="Amazon Ember Display" panose="020F06030202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Amazon Ember Display" panose="020F0603020204020204" pitchFamily="34" charset="0"/>
          <a:cs typeface="Amazon Ember Display" panose="020F0603020204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Amazon Ember Display" panose="020F0603020204020204" pitchFamily="34" charset="0"/>
          <a:cs typeface="Amazon Ember Display" panose="020F0603020204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60">
          <p15:clr>
            <a:srgbClr val="F26B43"/>
          </p15:clr>
        </p15:guide>
        <p15:guide id="4" pos="7320">
          <p15:clr>
            <a:srgbClr val="F26B43"/>
          </p15:clr>
        </p15:guide>
        <p15:guide id="7" orient="horz" pos="360">
          <p15:clr>
            <a:srgbClr val="F26B43"/>
          </p15:clr>
        </p15:guide>
        <p15:guide id="8" orient="horz" pos="396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
        <p:cNvGrpSpPr/>
        <p:nvPr/>
      </p:nvGrpSpPr>
      <p:grpSpPr>
        <a:xfrm>
          <a:off x="0" y="0"/>
          <a:ext cx="0" cy="0"/>
          <a:chOff x="0" y="0"/>
          <a:chExt cx="0" cy="0"/>
        </a:xfrm>
      </p:grpSpPr>
      <p:sp>
        <p:nvSpPr>
          <p:cNvPr id="11" name="TextBox 3">
            <a:extLst>
              <a:ext uri="{FF2B5EF4-FFF2-40B4-BE49-F238E27FC236}">
                <a16:creationId xmlns:a16="http://schemas.microsoft.com/office/drawing/2014/main" id="{69B3CAFF-1CA6-3CBA-40FB-DEEA93D61B07}"/>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12" name="Graphic 11">
            <a:extLst>
              <a:ext uri="{FF2B5EF4-FFF2-40B4-BE49-F238E27FC236}">
                <a16:creationId xmlns:a16="http://schemas.microsoft.com/office/drawing/2014/main" id="{D9BDFD8A-A780-0055-AC09-1644B17404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8"/>
              </a:ext>
            </a:extLst>
          </a:blip>
          <a:stretch>
            <a:fillRect/>
          </a:stretch>
        </p:blipFill>
        <p:spPr>
          <a:xfrm>
            <a:off x="571500" y="6428661"/>
            <a:ext cx="388818" cy="232516"/>
          </a:xfrm>
          <a:prstGeom prst="rect">
            <a:avLst/>
          </a:prstGeom>
        </p:spPr>
      </p:pic>
    </p:spTree>
    <p:extLst>
      <p:ext uri="{BB962C8B-B14F-4D97-AF65-F5344CB8AC3E}">
        <p14:creationId xmlns:p14="http://schemas.microsoft.com/office/powerpoint/2010/main" val="3647489217"/>
      </p:ext>
    </p:extLst>
  </p:cSld>
  <p:clrMap bg1="lt1" tx1="dk1" bg2="lt2" tx2="dk2" accent1="accent1" accent2="accent2" accent3="accent3" accent4="accent4" accent5="accent5" accent6="accent6" hlink="hlink" folHlink="folHlink"/>
  <p:sldLayoutIdLst>
    <p:sldLayoutId id="2147484121" r:id="rId1"/>
    <p:sldLayoutId id="2147484122" r:id="rId2"/>
    <p:sldLayoutId id="2147484123" r:id="rId3"/>
    <p:sldLayoutId id="2147484124" r:id="rId4"/>
    <p:sldLayoutId id="2147484125" r:id="rId5"/>
    <p:sldLayoutId id="2147484126" r:id="rId6"/>
    <p:sldLayoutId id="2147484127" r:id="rId7"/>
    <p:sldLayoutId id="2147484128" r:id="rId8"/>
    <p:sldLayoutId id="2147484129" r:id="rId9"/>
    <p:sldLayoutId id="2147484130" r:id="rId10"/>
    <p:sldLayoutId id="2147484131" r:id="rId11"/>
    <p:sldLayoutId id="2147484132" r:id="rId12"/>
    <p:sldLayoutId id="2147484133" r:id="rId13"/>
    <p:sldLayoutId id="2147484134" r:id="rId14"/>
    <p:sldLayoutId id="2147484135" r:id="rId15"/>
    <p:sldLayoutId id="2147484136" r:id="rId16"/>
    <p:sldLayoutId id="2147484137" r:id="rId17"/>
    <p:sldLayoutId id="2147484138" r:id="rId18"/>
    <p:sldLayoutId id="2147484139" r:id="rId19"/>
    <p:sldLayoutId id="2147484140" r:id="rId20"/>
    <p:sldLayoutId id="2147484141" r:id="rId21"/>
    <p:sldLayoutId id="2147484142" r:id="rId22"/>
    <p:sldLayoutId id="2147484143" r:id="rId23"/>
    <p:sldLayoutId id="2147484144" r:id="rId24"/>
    <p:sldLayoutId id="2147484145" r:id="rId25"/>
    <p:sldLayoutId id="2147484146" r:id="rId26"/>
    <p:sldLayoutId id="2147484147" r:id="rId27"/>
    <p:sldLayoutId id="2147484148" r:id="rId28"/>
    <p:sldLayoutId id="2147484149" r:id="rId29"/>
    <p:sldLayoutId id="2147484150" r:id="rId30"/>
    <p:sldLayoutId id="2147484151" r:id="rId31"/>
    <p:sldLayoutId id="2147484152" r:id="rId32"/>
    <p:sldLayoutId id="2147484153" r:id="rId33"/>
    <p:sldLayoutId id="2147484154" r:id="rId34"/>
    <p:sldLayoutId id="2147484155" r:id="rId35"/>
    <p:sldLayoutId id="2147484156" r:id="rId3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60">
          <p15:clr>
            <a:srgbClr val="F26B43"/>
          </p15:clr>
        </p15:guide>
        <p15:guide id="4" pos="7320">
          <p15:clr>
            <a:srgbClr val="F26B43"/>
          </p15:clr>
        </p15:guide>
        <p15:guide id="7" orient="horz" pos="360">
          <p15:clr>
            <a:srgbClr val="F26B43"/>
          </p15:clr>
        </p15:guide>
        <p15:guide id="8" orient="horz" pos="396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
        <p:cNvGrpSpPr/>
        <p:nvPr/>
      </p:nvGrpSpPr>
      <p:grpSpPr>
        <a:xfrm>
          <a:off x="0" y="0"/>
          <a:ext cx="0" cy="0"/>
          <a:chOff x="0" y="0"/>
          <a:chExt cx="0" cy="0"/>
        </a:xfrm>
      </p:grpSpPr>
      <p:sp>
        <p:nvSpPr>
          <p:cNvPr id="11" name="TextBox 3">
            <a:extLst>
              <a:ext uri="{FF2B5EF4-FFF2-40B4-BE49-F238E27FC236}">
                <a16:creationId xmlns:a16="http://schemas.microsoft.com/office/drawing/2014/main" id="{69B3CAFF-1CA6-3CBA-40FB-DEEA93D61B07}"/>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2025, Amazon Web Services, Inc. or its affiliates. All rights reserved.</a:t>
            </a:r>
          </a:p>
        </p:txBody>
      </p:sp>
      <p:pic>
        <p:nvPicPr>
          <p:cNvPr id="12" name="Graphic 11">
            <a:extLst>
              <a:ext uri="{FF2B5EF4-FFF2-40B4-BE49-F238E27FC236}">
                <a16:creationId xmlns:a16="http://schemas.microsoft.com/office/drawing/2014/main" id="{D9BDFD8A-A780-0055-AC09-1644B17404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8"/>
              </a:ext>
            </a:extLst>
          </a:blip>
          <a:stretch>
            <a:fillRect/>
          </a:stretch>
        </p:blipFill>
        <p:spPr>
          <a:xfrm>
            <a:off x="571500" y="6428661"/>
            <a:ext cx="388818" cy="232516"/>
          </a:xfrm>
          <a:prstGeom prst="rect">
            <a:avLst/>
          </a:prstGeom>
        </p:spPr>
      </p:pic>
    </p:spTree>
    <p:extLst>
      <p:ext uri="{BB962C8B-B14F-4D97-AF65-F5344CB8AC3E}">
        <p14:creationId xmlns:p14="http://schemas.microsoft.com/office/powerpoint/2010/main" val="2075702988"/>
      </p:ext>
    </p:extLst>
  </p:cSld>
  <p:clrMap bg1="lt1" tx1="dk1" bg2="lt2" tx2="dk2" accent1="accent1" accent2="accent2" accent3="accent3" accent4="accent4" accent5="accent5" accent6="accent6" hlink="hlink" folHlink="folHlink"/>
  <p:sldLayoutIdLst>
    <p:sldLayoutId id="2147484158" r:id="rId1"/>
    <p:sldLayoutId id="2147484159" r:id="rId2"/>
    <p:sldLayoutId id="2147484160" r:id="rId3"/>
    <p:sldLayoutId id="2147484161" r:id="rId4"/>
    <p:sldLayoutId id="2147484162" r:id="rId5"/>
    <p:sldLayoutId id="2147484163" r:id="rId6"/>
    <p:sldLayoutId id="2147484164" r:id="rId7"/>
    <p:sldLayoutId id="2147484165" r:id="rId8"/>
    <p:sldLayoutId id="2147484166" r:id="rId9"/>
    <p:sldLayoutId id="2147484167" r:id="rId10"/>
    <p:sldLayoutId id="2147484168" r:id="rId11"/>
    <p:sldLayoutId id="2147484169" r:id="rId12"/>
    <p:sldLayoutId id="2147484170" r:id="rId13"/>
    <p:sldLayoutId id="2147484171" r:id="rId14"/>
    <p:sldLayoutId id="2147484172" r:id="rId15"/>
    <p:sldLayoutId id="2147484173" r:id="rId16"/>
    <p:sldLayoutId id="2147484174" r:id="rId17"/>
    <p:sldLayoutId id="2147484175" r:id="rId18"/>
    <p:sldLayoutId id="2147484176" r:id="rId19"/>
    <p:sldLayoutId id="2147484177" r:id="rId20"/>
    <p:sldLayoutId id="2147484178" r:id="rId21"/>
    <p:sldLayoutId id="2147484179" r:id="rId22"/>
    <p:sldLayoutId id="2147484180" r:id="rId23"/>
    <p:sldLayoutId id="2147484181" r:id="rId24"/>
    <p:sldLayoutId id="2147484182" r:id="rId25"/>
    <p:sldLayoutId id="2147484183" r:id="rId26"/>
    <p:sldLayoutId id="2147484184" r:id="rId27"/>
    <p:sldLayoutId id="2147484185" r:id="rId28"/>
    <p:sldLayoutId id="2147484186" r:id="rId29"/>
    <p:sldLayoutId id="2147484187" r:id="rId30"/>
    <p:sldLayoutId id="2147484188" r:id="rId31"/>
    <p:sldLayoutId id="2147484189" r:id="rId32"/>
    <p:sldLayoutId id="2147484190" r:id="rId33"/>
    <p:sldLayoutId id="2147484191" r:id="rId34"/>
    <p:sldLayoutId id="2147484192" r:id="rId35"/>
    <p:sldLayoutId id="2147484193" r:id="rId3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60">
          <p15:clr>
            <a:srgbClr val="F26B43"/>
          </p15:clr>
        </p15:guide>
        <p15:guide id="4" pos="7320">
          <p15:clr>
            <a:srgbClr val="F26B43"/>
          </p15:clr>
        </p15:guide>
        <p15:guide id="7" orient="horz" pos="360">
          <p15:clr>
            <a:srgbClr val="F26B43"/>
          </p15:clr>
        </p15:guide>
        <p15:guide id="8" orient="horz" pos="396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
        <p:cNvGrpSpPr/>
        <p:nvPr/>
      </p:nvGrpSpPr>
      <p:grpSpPr>
        <a:xfrm>
          <a:off x="0" y="0"/>
          <a:ext cx="0" cy="0"/>
          <a:chOff x="0" y="0"/>
          <a:chExt cx="0" cy="0"/>
        </a:xfrm>
      </p:grpSpPr>
      <p:sp>
        <p:nvSpPr>
          <p:cNvPr id="11" name="TextBox 3">
            <a:extLst>
              <a:ext uri="{FF2B5EF4-FFF2-40B4-BE49-F238E27FC236}">
                <a16:creationId xmlns:a16="http://schemas.microsoft.com/office/drawing/2014/main" id="{69B3CAFF-1CA6-3CBA-40FB-DEEA93D61B07}"/>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rgbClr val="FFFFFF"/>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12" name="Graphic 11">
            <a:extLst>
              <a:ext uri="{FF2B5EF4-FFF2-40B4-BE49-F238E27FC236}">
                <a16:creationId xmlns:a16="http://schemas.microsoft.com/office/drawing/2014/main" id="{D9BDFD8A-A780-0055-AC09-1644B17404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571500" y="6428661"/>
            <a:ext cx="388818" cy="232516"/>
          </a:xfrm>
          <a:prstGeom prst="rect">
            <a:avLst/>
          </a:prstGeom>
        </p:spPr>
      </p:pic>
    </p:spTree>
    <p:extLst>
      <p:ext uri="{BB962C8B-B14F-4D97-AF65-F5344CB8AC3E}">
        <p14:creationId xmlns:p14="http://schemas.microsoft.com/office/powerpoint/2010/main" val="550082834"/>
      </p:ext>
    </p:extLst>
  </p:cSld>
  <p:clrMap bg1="lt1" tx1="dk1" bg2="lt2" tx2="dk2" accent1="accent1" accent2="accent2" accent3="accent3" accent4="accent4" accent5="accent5" accent6="accent6" hlink="hlink" folHlink="folHlink"/>
  <p:sldLayoutIdLst>
    <p:sldLayoutId id="2147484195" r:id="rId1"/>
    <p:sldLayoutId id="2147484196" r:id="rId2"/>
    <p:sldLayoutId id="2147484197" r:id="rId3"/>
    <p:sldLayoutId id="2147484198" r:id="rId4"/>
    <p:sldLayoutId id="2147484199" r:id="rId5"/>
    <p:sldLayoutId id="2147484200" r:id="rId6"/>
    <p:sldLayoutId id="2147484201" r:id="rId7"/>
    <p:sldLayoutId id="2147484202" r:id="rId8"/>
    <p:sldLayoutId id="2147484203" r:id="rId9"/>
    <p:sldLayoutId id="2147484204" r:id="rId10"/>
    <p:sldLayoutId id="2147484205" r:id="rId11"/>
    <p:sldLayoutId id="2147484206" r:id="rId12"/>
    <p:sldLayoutId id="2147484207" r:id="rId13"/>
    <p:sldLayoutId id="2147484208" r:id="rId14"/>
    <p:sldLayoutId id="2147484209" r:id="rId15"/>
    <p:sldLayoutId id="2147484210" r:id="rId16"/>
    <p:sldLayoutId id="2147484211" r:id="rId17"/>
    <p:sldLayoutId id="2147484212" r:id="rId18"/>
    <p:sldLayoutId id="2147484213" r:id="rId19"/>
    <p:sldLayoutId id="2147484214" r:id="rId20"/>
    <p:sldLayoutId id="2147484215" r:id="rId21"/>
    <p:sldLayoutId id="2147484216" r:id="rId22"/>
    <p:sldLayoutId id="2147484217" r:id="rId23"/>
    <p:sldLayoutId id="2147484218" r:id="rId24"/>
    <p:sldLayoutId id="2147484219" r:id="rId25"/>
    <p:sldLayoutId id="2147484220" r:id="rId26"/>
    <p:sldLayoutId id="2147484221" r:id="rId27"/>
    <p:sldLayoutId id="2147484222" r:id="rId28"/>
    <p:sldLayoutId id="2147484223" r:id="rId29"/>
    <p:sldLayoutId id="2147484224" r:id="rId30"/>
    <p:sldLayoutId id="2147484225" r:id="rId31"/>
    <p:sldLayoutId id="2147484226" r:id="rId32"/>
    <p:sldLayoutId id="2147484227" r:id="rId33"/>
    <p:sldLayoutId id="2147484228" r:id="rId3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60">
          <p15:clr>
            <a:srgbClr val="F26B43"/>
          </p15:clr>
        </p15:guide>
        <p15:guide id="4" pos="7320">
          <p15:clr>
            <a:srgbClr val="F26B43"/>
          </p15:clr>
        </p15:guide>
        <p15:guide id="7" orient="horz" pos="360">
          <p15:clr>
            <a:srgbClr val="F26B43"/>
          </p15:clr>
        </p15:guide>
        <p15:guide id="8" orient="horz" pos="3960">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
        <p:cNvGrpSpPr/>
        <p:nvPr/>
      </p:nvGrpSpPr>
      <p:grpSpPr>
        <a:xfrm>
          <a:off x="0" y="0"/>
          <a:ext cx="0" cy="0"/>
          <a:chOff x="0" y="0"/>
          <a:chExt cx="0" cy="0"/>
        </a:xfrm>
      </p:grpSpPr>
      <p:sp>
        <p:nvSpPr>
          <p:cNvPr id="11" name="TextBox 3">
            <a:extLst>
              <a:ext uri="{FF2B5EF4-FFF2-40B4-BE49-F238E27FC236}">
                <a16:creationId xmlns:a16="http://schemas.microsoft.com/office/drawing/2014/main" id="{69B3CAFF-1CA6-3CBA-40FB-DEEA93D61B07}"/>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12" name="Graphic 11">
            <a:extLst>
              <a:ext uri="{FF2B5EF4-FFF2-40B4-BE49-F238E27FC236}">
                <a16:creationId xmlns:a16="http://schemas.microsoft.com/office/drawing/2014/main" id="{D9BDFD8A-A780-0055-AC09-1644B17404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500" y="6428661"/>
            <a:ext cx="388818" cy="232516"/>
          </a:xfrm>
          <a:prstGeom prst="rect">
            <a:avLst/>
          </a:prstGeom>
        </p:spPr>
      </p:pic>
      <p:sp>
        <p:nvSpPr>
          <p:cNvPr id="2" name="Title Placeholder 1">
            <a:extLst>
              <a:ext uri="{FF2B5EF4-FFF2-40B4-BE49-F238E27FC236}">
                <a16:creationId xmlns:a16="http://schemas.microsoft.com/office/drawing/2014/main" id="{EED65DF7-30E0-78F2-607D-6878FF523A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AD13D553-8001-C131-E486-57ADBB1B1C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Box 3">
            <a:extLst>
              <a:ext uri="{FF2B5EF4-FFF2-40B4-BE49-F238E27FC236}">
                <a16:creationId xmlns:a16="http://schemas.microsoft.com/office/drawing/2014/main" id="{75BCEF09-B41D-29D1-2EFF-7CF8521C5A35}"/>
              </a:ext>
            </a:extLst>
          </p:cNvPr>
          <p:cNvSpPr txBox="1"/>
          <p:nvPr userDrawn="1"/>
        </p:nvSpPr>
        <p:spPr>
          <a:xfrm>
            <a:off x="345688" y="1650380"/>
            <a:ext cx="0" cy="0"/>
          </a:xfrm>
          <a:prstGeom prst="rect">
            <a:avLst/>
          </a:prstGeom>
        </p:spPr>
        <p:txBody>
          <a:bodyPr vert="horz" wrap="none" lIns="91440" tIns="45720" rIns="91440" bIns="45720" rtlCol="0" anchor="ctr">
            <a:normAutofit fontScale="25000" lnSpcReduction="20000"/>
          </a:bodyPr>
          <a:lstStyle/>
          <a:p>
            <a:pPr marL="0" marR="0" indent="0" algn="l" defTabSz="914400" rtl="0" eaLnBrk="1" fontAlgn="auto" latinLnBrk="0" hangingPunct="1">
              <a:lnSpc>
                <a:spcPct val="90000"/>
              </a:lnSpc>
              <a:spcBef>
                <a:spcPct val="0"/>
              </a:spcBef>
              <a:spcAft>
                <a:spcPts val="0"/>
              </a:spcAft>
              <a:buClrTx/>
              <a:buSzTx/>
              <a:buFontTx/>
              <a:buNone/>
              <a:tabLst/>
            </a:pPr>
            <a:endParaRPr kumimoji="0" lang="en-US" sz="2000" b="0" i="0" u="none" strike="noStrike" kern="1200" cap="none" spc="0" normalizeH="0" baseline="0" noProof="0" dirty="0" err="1">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5" name="Slide Number Placeholder 5">
            <a:extLst>
              <a:ext uri="{FF2B5EF4-FFF2-40B4-BE49-F238E27FC236}">
                <a16:creationId xmlns:a16="http://schemas.microsoft.com/office/drawing/2014/main" id="{7ECEDE58-CF03-43F7-FF36-36C0E7873DDE}"/>
              </a:ext>
            </a:extLst>
          </p:cNvPr>
          <p:cNvSpPr txBox="1">
            <a:spLocks/>
          </p:cNvSpPr>
          <p:nvPr userDrawn="1"/>
        </p:nvSpPr>
        <p:spPr>
          <a:xfrm>
            <a:off x="11673401" y="6414811"/>
            <a:ext cx="274320" cy="274320"/>
          </a:xfrm>
          <a:prstGeom prst="rect">
            <a:avLst/>
          </a:prstGeom>
        </p:spPr>
        <p:txBody>
          <a:bodyPr vert="horz" lIns="0" tIns="0" rIns="0" bIns="0" rtlCol="0" anchor="ctr"/>
          <a:lstStyle>
            <a:defPPr>
              <a:defRPr lang="en-US"/>
            </a:defPPr>
            <a:lvl1pPr marL="0" algn="r" defTabSz="914400" rtl="0" eaLnBrk="1" latinLnBrk="0" hangingPunct="1">
              <a:defRPr sz="9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B4B8DE2-A4E8-46E4-8BBF-D75455EFF32C}" type="slidenum">
              <a:rPr lang="en-US" b="0" i="0" smtClean="0">
                <a:solidFill>
                  <a:schemeClr val="bg1"/>
                </a:solidFill>
                <a:latin typeface="Amazon Ember Display" panose="020F0603020204020204" pitchFamily="34" charset="0"/>
              </a:rPr>
              <a:pPr/>
              <a:t>‹#›</a:t>
            </a:fld>
            <a:endParaRPr lang="en-US" b="0" i="0" dirty="0">
              <a:solidFill>
                <a:schemeClr val="bg1"/>
              </a:solidFill>
              <a:latin typeface="Amazon Ember Display" panose="020F0603020204020204" pitchFamily="34" charset="0"/>
            </a:endParaRPr>
          </a:p>
        </p:txBody>
      </p:sp>
    </p:spTree>
    <p:extLst>
      <p:ext uri="{BB962C8B-B14F-4D97-AF65-F5344CB8AC3E}">
        <p14:creationId xmlns:p14="http://schemas.microsoft.com/office/powerpoint/2010/main" val="4136533974"/>
      </p:ext>
    </p:extLst>
  </p:cSld>
  <p:clrMap bg1="lt1" tx1="dk1" bg2="lt2" tx2="dk2" accent1="accent1" accent2="accent2" accent3="accent3" accent4="accent4" accent5="accent5" accent6="accent6" hlink="hlink" folHlink="folHlink"/>
  <p:sldLayoutIdLst>
    <p:sldLayoutId id="2147484230" r:id="rId1"/>
  </p:sldLayoutIdLst>
  <p:hf hdr="0" ftr="0" dt="0"/>
  <p:txStyles>
    <p:titleStyle>
      <a:lvl1pPr algn="l" defTabSz="914400" rtl="0" eaLnBrk="1" latinLnBrk="0" hangingPunct="1">
        <a:lnSpc>
          <a:spcPct val="90000"/>
        </a:lnSpc>
        <a:spcBef>
          <a:spcPct val="0"/>
        </a:spcBef>
        <a:buNone/>
        <a:defRPr sz="4400" b="0" i="0" kern="1200">
          <a:solidFill>
            <a:schemeClr val="bg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Amazon Ember Display" panose="020F0603020204020204" pitchFamily="34" charset="0"/>
          <a:cs typeface="Amazon Ember Display" panose="020F0603020204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Amazon Ember Display" panose="020F0603020204020204" pitchFamily="34" charset="0"/>
          <a:cs typeface="Amazon Ember Display" panose="020F06030202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Amazon Ember Display" panose="020F0603020204020204" pitchFamily="34" charset="0"/>
          <a:cs typeface="Amazon Ember Display" panose="020F0603020204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Amazon Ember Display" panose="020F0603020204020204" pitchFamily="34" charset="0"/>
          <a:cs typeface="Amazon Ember Display" panose="020F0603020204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60">
          <p15:clr>
            <a:srgbClr val="F26B43"/>
          </p15:clr>
        </p15:guide>
        <p15:guide id="4" pos="7320">
          <p15:clr>
            <a:srgbClr val="F26B43"/>
          </p15:clr>
        </p15:guide>
        <p15:guide id="7" orient="horz" pos="360">
          <p15:clr>
            <a:srgbClr val="F26B43"/>
          </p15:clr>
        </p15:guide>
        <p15:guide id="8" orient="horz" pos="396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458909" y="657037"/>
            <a:ext cx="11582400" cy="638175"/>
          </a:xfrm>
          <a:prstGeom prst="rect">
            <a:avLst/>
          </a:prstGeom>
        </p:spPr>
        <p:txBody>
          <a:bodyPr vert="horz" lIns="0" tIns="45720" rIns="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458910" y="1788049"/>
            <a:ext cx="11582400" cy="1938992"/>
          </a:xfrm>
          <a:prstGeom prst="rect">
            <a:avLst/>
          </a:prstGeom>
        </p:spPr>
        <p:txBody>
          <a:bodyPr vert="horz" lIns="0" tIns="45720" rIns="0" bIns="45720" rtlCol="0">
            <a:sp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03AAC10-7019-4712-85D0-4C900536A54E}"/>
              </a:ext>
            </a:extLst>
          </p:cNvPr>
          <p:cNvSpPr>
            <a:spLocks noGrp="1"/>
          </p:cNvSpPr>
          <p:nvPr>
            <p:ph type="dt" sz="half" idx="2"/>
          </p:nvPr>
        </p:nvSpPr>
        <p:spPr>
          <a:xfrm>
            <a:off x="838200" y="6965950"/>
            <a:ext cx="2743200" cy="365125"/>
          </a:xfrm>
          <a:prstGeom prst="rect">
            <a:avLst/>
          </a:prstGeom>
        </p:spPr>
        <p:txBody>
          <a:bodyPr vert="horz" lIns="91440" tIns="45720" rIns="91440" bIns="45720" rtlCol="0" anchor="ctr"/>
          <a:lstStyle>
            <a:lvl1pPr algn="l">
              <a:defRPr sz="1000">
                <a:solidFill>
                  <a:schemeClr val="tx1">
                    <a:tint val="75000"/>
                  </a:schemeClr>
                </a:solidFill>
              </a:defRPr>
            </a:lvl1pPr>
          </a:lstStyle>
          <a:p>
            <a:fld id="{F66AEACD-8FDE-40BC-8286-930C357A13C7}" type="datetimeFigureOut">
              <a:rPr lang="en-US" smtClean="0"/>
              <a:pPr/>
              <a:t>5/31/26</a:t>
            </a:fld>
            <a:endParaRPr lang="en-US" dirty="0"/>
          </a:p>
        </p:txBody>
      </p:sp>
      <p:sp>
        <p:nvSpPr>
          <p:cNvPr id="5" name="Footer Placeholder 4">
            <a:extLst>
              <a:ext uri="{FF2B5EF4-FFF2-40B4-BE49-F238E27FC236}">
                <a16:creationId xmlns:a16="http://schemas.microsoft.com/office/drawing/2014/main" id="{5F5BB608-7507-49E6-A3EF-FCF70056BA5E}"/>
              </a:ext>
            </a:extLst>
          </p:cNvPr>
          <p:cNvSpPr>
            <a:spLocks noGrp="1"/>
          </p:cNvSpPr>
          <p:nvPr>
            <p:ph type="ftr" sz="quarter" idx="3"/>
          </p:nvPr>
        </p:nvSpPr>
        <p:spPr>
          <a:xfrm>
            <a:off x="4038600" y="6965950"/>
            <a:ext cx="4114800" cy="365125"/>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6CCEABC0-4D9B-4F84-9C7F-2B0BE8033B97}"/>
              </a:ext>
            </a:extLst>
          </p:cNvPr>
          <p:cNvSpPr>
            <a:spLocks noGrp="1"/>
          </p:cNvSpPr>
          <p:nvPr>
            <p:ph type="sldNum" sz="quarter" idx="4"/>
          </p:nvPr>
        </p:nvSpPr>
        <p:spPr>
          <a:xfrm>
            <a:off x="8610600" y="6965950"/>
            <a:ext cx="2743200" cy="365125"/>
          </a:xfrm>
          <a:prstGeom prst="rect">
            <a:avLst/>
          </a:prstGeom>
        </p:spPr>
        <p:txBody>
          <a:bodyPr vert="horz" lIns="91440" tIns="45720" rIns="91440" bIns="45720" rtlCol="0" anchor="ctr"/>
          <a:lstStyle>
            <a:lvl1pPr algn="r">
              <a:defRPr sz="1000">
                <a:solidFill>
                  <a:schemeClr val="tx1">
                    <a:tint val="75000"/>
                  </a:schemeClr>
                </a:solidFill>
              </a:defRPr>
            </a:lvl1pPr>
          </a:lstStyle>
          <a:p>
            <a:fld id="{DC503246-BBCE-4F0A-BCDC-08FC4C52637D}" type="slidenum">
              <a:rPr lang="en-US" smtClean="0"/>
              <a:pPr/>
              <a:t>‹#›</a:t>
            </a:fld>
            <a:endParaRPr lang="en-US" dirty="0"/>
          </a:p>
        </p:txBody>
      </p:sp>
      <p:sp>
        <p:nvSpPr>
          <p:cNvPr id="8" name="TextBox 3">
            <a:extLst>
              <a:ext uri="{FF2B5EF4-FFF2-40B4-BE49-F238E27FC236}">
                <a16:creationId xmlns:a16="http://schemas.microsoft.com/office/drawing/2014/main" id="{05D0962D-EB6C-B0A4-4655-9804E79CFA1A}"/>
              </a:ext>
            </a:extLst>
          </p:cNvPr>
          <p:cNvSpPr txBox="1">
            <a:spLocks noChangeArrowheads="1"/>
          </p:cNvSpPr>
          <p:nvPr userDrawn="1"/>
        </p:nvSpPr>
        <p:spPr bwMode="white">
          <a:xfrm>
            <a:off x="1368239" y="6476853"/>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defTabSz="1097212">
              <a:defRPr/>
            </a:pPr>
            <a:r>
              <a:rPr lang="en-US" altLang="x-none" sz="7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 2026, Amazon Web Services, Inc. or its affiliates. All rights reserved.</a:t>
            </a:r>
          </a:p>
        </p:txBody>
      </p:sp>
      <p:pic>
        <p:nvPicPr>
          <p:cNvPr id="11" name="Graphic 10">
            <a:extLst>
              <a:ext uri="{FF2B5EF4-FFF2-40B4-BE49-F238E27FC236}">
                <a16:creationId xmlns:a16="http://schemas.microsoft.com/office/drawing/2014/main" id="{EC0E2CCC-2C8F-6047-E720-18B59A00E2A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7"/>
              </a:ext>
            </a:extLst>
          </a:blip>
          <a:stretch>
            <a:fillRect/>
          </a:stretch>
        </p:blipFill>
        <p:spPr>
          <a:xfrm>
            <a:off x="571500" y="6428661"/>
            <a:ext cx="388818" cy="232516"/>
          </a:xfrm>
          <a:prstGeom prst="rect">
            <a:avLst/>
          </a:prstGeom>
        </p:spPr>
      </p:pic>
    </p:spTree>
    <p:extLst>
      <p:ext uri="{BB962C8B-B14F-4D97-AF65-F5344CB8AC3E}">
        <p14:creationId xmlns:p14="http://schemas.microsoft.com/office/powerpoint/2010/main" val="3610756684"/>
      </p:ext>
    </p:extLst>
  </p:cSld>
  <p:clrMap bg1="dk1" tx1="lt1" bg2="dk2" tx2="lt2" accent1="accent1" accent2="accent2" accent3="accent3" accent4="accent4" accent5="accent5" accent6="accent6" hlink="hlink" folHlink="folHlink"/>
  <p:sldLayoutIdLst>
    <p:sldLayoutId id="2147484232" r:id="rId1"/>
    <p:sldLayoutId id="2147484233" r:id="rId2"/>
    <p:sldLayoutId id="2147484234" r:id="rId3"/>
    <p:sldLayoutId id="2147484235" r:id="rId4"/>
    <p:sldLayoutId id="2147484236" r:id="rId5"/>
    <p:sldLayoutId id="2147484237" r:id="rId6"/>
    <p:sldLayoutId id="2147484238" r:id="rId7"/>
    <p:sldLayoutId id="2147484239" r:id="rId8"/>
    <p:sldLayoutId id="2147484240" r:id="rId9"/>
    <p:sldLayoutId id="2147484241" r:id="rId10"/>
    <p:sldLayoutId id="2147484242" r:id="rId11"/>
    <p:sldLayoutId id="2147484243" r:id="rId12"/>
    <p:sldLayoutId id="2147484244" r:id="rId13"/>
    <p:sldLayoutId id="2147484245" r:id="rId14"/>
    <p:sldLayoutId id="2147484246" r:id="rId15"/>
    <p:sldLayoutId id="2147484247" r:id="rId16"/>
    <p:sldLayoutId id="2147484248" r:id="rId17"/>
    <p:sldLayoutId id="2147484249" r:id="rId18"/>
    <p:sldLayoutId id="2147484250" r:id="rId19"/>
    <p:sldLayoutId id="2147484251" r:id="rId20"/>
    <p:sldLayoutId id="2147484252" r:id="rId21"/>
    <p:sldLayoutId id="2147484253" r:id="rId22"/>
    <p:sldLayoutId id="2147484254" r:id="rId23"/>
    <p:sldLayoutId id="2147484255" r:id="rId24"/>
    <p:sldLayoutId id="2147484256" r:id="rId25"/>
    <p:sldLayoutId id="2147484257" r:id="rId26"/>
    <p:sldLayoutId id="2147484258" r:id="rId27"/>
    <p:sldLayoutId id="2147484259" r:id="rId28"/>
    <p:sldLayoutId id="2147484260" r:id="rId29"/>
    <p:sldLayoutId id="2147484261" r:id="rId30"/>
    <p:sldLayoutId id="2147484262" r:id="rId31"/>
    <p:sldLayoutId id="2147484263" r:id="rId32"/>
    <p:sldLayoutId id="2147484264" r:id="rId33"/>
    <p:sldLayoutId id="2147484265" r:id="rId34"/>
    <p:sldLayoutId id="2147484266" r:id="rId35"/>
    <p:sldLayoutId id="2147484267" r:id="rId36"/>
    <p:sldLayoutId id="2147484268" r:id="rId37"/>
    <p:sldLayoutId id="2147484269" r:id="rId38"/>
    <p:sldLayoutId id="2147484270" r:id="rId39"/>
    <p:sldLayoutId id="2147484271" r:id="rId40"/>
    <p:sldLayoutId id="2147484272" r:id="rId41"/>
    <p:sldLayoutId id="2147484273" r:id="rId42"/>
    <p:sldLayoutId id="2147484274" r:id="rId43"/>
    <p:sldLayoutId id="2147484275" r:id="rId44"/>
    <p:sldLayoutId id="2147484276" r:id="rId45"/>
  </p:sldLayoutIdLst>
  <p:transition>
    <p:fade/>
  </p:transition>
  <p:txStyles>
    <p:titleStyle>
      <a:lvl1pPr algn="l" defTabSz="914400" rtl="0" eaLnBrk="1" latinLnBrk="0" hangingPunct="1">
        <a:lnSpc>
          <a:spcPct val="90000"/>
        </a:lnSpc>
        <a:spcBef>
          <a:spcPct val="0"/>
        </a:spcBef>
        <a:buNone/>
        <a:defRPr sz="4000" b="0" kern="1200" spc="-1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0"/>
        </a:spcBef>
        <a:spcAft>
          <a:spcPts val="1200"/>
        </a:spcAft>
        <a:buClr>
          <a:schemeClr val="tx1"/>
        </a:buClr>
        <a:buSzPct val="90000"/>
        <a:buFont typeface="Amazon Ember Display" panose="020F0603020204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90000"/>
        </a:lnSpc>
        <a:spcBef>
          <a:spcPts val="0"/>
        </a:spcBef>
        <a:spcAft>
          <a:spcPts val="1200"/>
        </a:spcAft>
        <a:buClr>
          <a:schemeClr val="tx1"/>
        </a:buClr>
        <a:buSzPct val="90000"/>
        <a:buFont typeface="Wingdings" panose="05000000000000000000" pitchFamily="2" charset="2"/>
        <a:buChar char="§"/>
        <a:defRPr sz="20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20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Clr>
          <a:schemeClr val="tx1"/>
        </a:buClr>
        <a:buFont typeface="Amazon Ember Display" panose="020F0603020204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3.xml"/><Relationship Id="rIdReadinessNotes" Type="http://schemas.openxmlformats.org/officeDocument/2006/relationships/notesSlide" Target="../notesSlides/notesSlide100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48.xml"/><Relationship Id="rIdReadinessNotes" Type="http://schemas.openxmlformats.org/officeDocument/2006/relationships/notesSlide" Target="../notesSlides/notesSlide1002.xml"/></Relationships>
</file>

<file path=ppt/slides/_rels/slide3.xml.rels><?xml version="1.0" encoding="UTF-8"?><Relationships xmlns="http://schemas.openxmlformats.org/package/2006/relationships"><Relationship Id="rId3" Type="http://schemas.openxmlformats.org/officeDocument/2006/relationships/image" Target="../media/image31.png"/><Relationship Id="rId1" Type="http://schemas.openxmlformats.org/officeDocument/2006/relationships/slideLayout" Target="../slideLayouts/slideLayout69.xml"/><Relationship Id="rIdReadinessImage204" Type="http://schemas.openxmlformats.org/officeDocument/2006/relationships/image" Target="../media/readiness-3-concierge-final-laptop.png"/><Relationship Id="rIdReadinessNotes" Type="http://schemas.openxmlformats.org/officeDocument/2006/relationships/notesSlide" Target="../notesSlides/notesSlide100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10.xml"/><Relationship Id="rIdReadinessNotes" Type="http://schemas.openxmlformats.org/officeDocument/2006/relationships/notesSlide" Target="../notesSlides/notesSlide100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Relationship Id="rIdReadinessNotes" Type="http://schemas.openxmlformats.org/officeDocument/2006/relationships/notesSlide" Target="../notesSlides/notesSlide1005.xml"/></Relationships>
</file>

<file path=ppt/slides/_rels/slide6.xml.rels><?xml version="1.0" encoding="UTF-8"?><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png"/><Relationship Id="rId3" Type="http://schemas.openxmlformats.org/officeDocument/2006/relationships/image" Target="../media/image32.svg"/><Relationship Id="rId7" Type="http://schemas.openxmlformats.org/officeDocument/2006/relationships/image" Target="../media/image36.svg"/><Relationship Id="rId12" Type="http://schemas.openxmlformats.org/officeDocument/2006/relationships/image" Target="../media/image41.svg"/><Relationship Id="rId1" Type="http://schemas.openxmlformats.org/officeDocument/2006/relationships/slideLayout" Target="../slideLayouts/slideLayout48.xml"/><Relationship Id="rId6" Type="http://schemas.openxmlformats.org/officeDocument/2006/relationships/image" Target="../media/image35.svg"/><Relationship Id="rId11" Type="http://schemas.openxmlformats.org/officeDocument/2006/relationships/image" Target="../media/image40.png"/><Relationship Id="rId5" Type="http://schemas.openxmlformats.org/officeDocument/2006/relationships/image" Target="../media/image34.svg"/><Relationship Id="rId10" Type="http://schemas.openxmlformats.org/officeDocument/2006/relationships/image" Target="../media/image39.png"/><Relationship Id="rId4" Type="http://schemas.openxmlformats.org/officeDocument/2006/relationships/image" Target="../media/image33.svg"/><Relationship Id="rId9" Type="http://schemas.openxmlformats.org/officeDocument/2006/relationships/image" Target="../media/image38.png"/><Relationship Id="rIdReadinessNotes" Type="http://schemas.openxmlformats.org/officeDocument/2006/relationships/notesSlide" Target="../notesSlides/notesSlide1006.xml"/></Relationships>
</file>

<file path=ppt/slides/_rels/slide19.xml.rels><?xml version="1.0" encoding="UTF-8"?><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32.svg"/><Relationship Id="rId7" Type="http://schemas.openxmlformats.org/officeDocument/2006/relationships/image" Target="../media/image35.svg"/><Relationship Id="rId1" Type="http://schemas.openxmlformats.org/officeDocument/2006/relationships/slideLayout" Target="../slideLayouts/slideLayout48.xml"/><Relationship Id="rId6" Type="http://schemas.openxmlformats.org/officeDocument/2006/relationships/image" Target="../media/image34.svg"/><Relationship Id="rId5" Type="http://schemas.openxmlformats.org/officeDocument/2006/relationships/image" Target="../media/image48.png"/><Relationship Id="rId10" Type="http://schemas.openxmlformats.org/officeDocument/2006/relationships/image" Target="../media/image55.png"/><Relationship Id="rId4" Type="http://schemas.openxmlformats.org/officeDocument/2006/relationships/image" Target="../media/image33.svg"/><Relationship Id="rId9" Type="http://schemas.openxmlformats.org/officeDocument/2006/relationships/image" Target="../media/image40.png"/><Relationship Id="rIdReadinessNotes" Type="http://schemas.openxmlformats.org/officeDocument/2006/relationships/notesSlide" Target="../notesSlides/notesSlide1019.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7.xml"/><Relationship Id="rIdReadinessNotes" Type="http://schemas.openxmlformats.org/officeDocument/2006/relationships/notesSlide" Target="../notesSlides/notesSlide10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8.xml"/><Relationship Id="rIdReadinessNotes" Type="http://schemas.openxmlformats.org/officeDocument/2006/relationships/notesSlide" Target="../notesSlides/notesSlide1022.xml"/></Relationships>
</file>

<file path=ppt/slides/_rels/slide23.xml.rels><?xml version="1.0" encoding="UTF-8"?><Relationships xmlns="http://schemas.openxmlformats.org/package/2006/relationships"><Relationship Id="rId3" Type="http://schemas.openxmlformats.org/officeDocument/2006/relationships/image" Target="../media/image32.svg"/><Relationship Id="rId1" Type="http://schemas.openxmlformats.org/officeDocument/2006/relationships/slideLayout" Target="../slideLayouts/slideLayout48.xml"/><Relationship Id="rId6" Type="http://schemas.openxmlformats.org/officeDocument/2006/relationships/image" Target="../media/image36.svg"/><Relationship Id="rId5" Type="http://schemas.openxmlformats.org/officeDocument/2006/relationships/image" Target="../media/image40.png"/><Relationship Id="rId4" Type="http://schemas.openxmlformats.org/officeDocument/2006/relationships/image" Target="../media/image33.svg"/><Relationship Id="rIdReadinessNotes" Type="http://schemas.openxmlformats.org/officeDocument/2006/relationships/notesSlide" Target="../notesSlides/notesSlide1023.xml"/></Relationships>
</file>

<file path=ppt/slides/_rels/slide24.xml.rels><?xml version="1.0" encoding="UTF-8"?><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57.png"/><Relationship Id="rId1" Type="http://schemas.openxmlformats.org/officeDocument/2006/relationships/slideLayout" Target="../slideLayouts/slideLayout146.xml"/><Relationship Id="rId6" Type="http://schemas.openxmlformats.org/officeDocument/2006/relationships/image" Target="../media/image36.svg"/><Relationship Id="rId5" Type="http://schemas.openxmlformats.org/officeDocument/2006/relationships/image" Target="../media/image56.png"/><Relationship Id="rId4" Type="http://schemas.openxmlformats.org/officeDocument/2006/relationships/image" Target="../media/image33.svg"/><Relationship Id="rIdReadinessNotes" Type="http://schemas.openxmlformats.org/officeDocument/2006/relationships/notesSlide" Target="../notesSlides/notesSlide10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49.xml"/><Relationship Id="rIdReadinessNotes" Type="http://schemas.openxmlformats.org/officeDocument/2006/relationships/notesSlide" Target="../notesSlides/notesSlide10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7.xml"/><Relationship Id="rIdReadinessNotes" Type="http://schemas.openxmlformats.org/officeDocument/2006/relationships/notesSlide" Target="../notesSlides/notesSlide1026.xml"/></Relationships>
</file>

<file path=ppt/slides/_rels/slide28.xml.rels><?xml version="1.0" encoding="UTF-8"?><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38.png"/><Relationship Id="rId18" Type="http://schemas.openxmlformats.org/officeDocument/2006/relationships/image" Target="../media/image63.svg"/><Relationship Id="rId3" Type="http://schemas.openxmlformats.org/officeDocument/2006/relationships/image" Target="../media/image32.svg"/><Relationship Id="rId21" Type="http://schemas.openxmlformats.org/officeDocument/2006/relationships/image" Target="../media/image66.svg"/><Relationship Id="rId7" Type="http://schemas.openxmlformats.org/officeDocument/2006/relationships/image" Target="../media/image35.svg"/><Relationship Id="rId12" Type="http://schemas.openxmlformats.org/officeDocument/2006/relationships/image" Target="../media/image61.png"/><Relationship Id="rId17" Type="http://schemas.openxmlformats.org/officeDocument/2006/relationships/image" Target="../media/image62.svg"/><Relationship Id="rId16" Type="http://schemas.openxmlformats.org/officeDocument/2006/relationships/image" Target="../media/image41.svg"/><Relationship Id="rId20" Type="http://schemas.openxmlformats.org/officeDocument/2006/relationships/image" Target="../media/image65.svg"/><Relationship Id="rId1" Type="http://schemas.openxmlformats.org/officeDocument/2006/relationships/slideLayout" Target="../slideLayouts/slideLayout48.xml"/><Relationship Id="rId6" Type="http://schemas.openxmlformats.org/officeDocument/2006/relationships/image" Target="../media/image48.png"/><Relationship Id="rId11" Type="http://schemas.openxmlformats.org/officeDocument/2006/relationships/image" Target="../media/image34.svg"/><Relationship Id="rId5" Type="http://schemas.openxmlformats.org/officeDocument/2006/relationships/image" Target="../media/image37.svg"/><Relationship Id="rId15" Type="http://schemas.openxmlformats.org/officeDocument/2006/relationships/image" Target="../media/image40.png"/><Relationship Id="rId10" Type="http://schemas.openxmlformats.org/officeDocument/2006/relationships/image" Target="../media/image60.png"/><Relationship Id="rId19" Type="http://schemas.openxmlformats.org/officeDocument/2006/relationships/image" Target="../media/image64.svg"/><Relationship Id="rId4" Type="http://schemas.openxmlformats.org/officeDocument/2006/relationships/image" Target="../media/image33.svg"/><Relationship Id="rId9" Type="http://schemas.openxmlformats.org/officeDocument/2006/relationships/image" Target="../media/image59.png"/><Relationship Id="rId14" Type="http://schemas.openxmlformats.org/officeDocument/2006/relationships/image" Target="../media/image39.png"/><Relationship Id="rId22" Type="http://schemas.openxmlformats.org/officeDocument/2006/relationships/image" Target="../media/image67.png"/><Relationship Id="rIdReadinessNotes" Type="http://schemas.openxmlformats.org/officeDocument/2006/relationships/notesSlide" Target="../notesSlides/notesSlide1028.xml"/></Relationships>
</file>

<file path=ppt/slides/_rels/slide29.xml.rels><?xml version="1.0" encoding="UTF-8"?><Relationships xmlns="http://schemas.openxmlformats.org/package/2006/relationships"><Relationship Id="rId3" Type="http://schemas.openxmlformats.org/officeDocument/2006/relationships/image" Target="../media/image34.svg"/><Relationship Id="rId1" Type="http://schemas.openxmlformats.org/officeDocument/2006/relationships/slideLayout" Target="../slideLayouts/slideLayout184.xml"/><Relationship Id="rId6" Type="http://schemas.openxmlformats.org/officeDocument/2006/relationships/image" Target="../media/image64.svg"/><Relationship Id="rId5" Type="http://schemas.openxmlformats.org/officeDocument/2006/relationships/image" Target="../media/image36.svg"/><Relationship Id="rId4" Type="http://schemas.openxmlformats.org/officeDocument/2006/relationships/image" Target="../media/image68.svg"/><Relationship Id="rIdReadinessNotes" Type="http://schemas.openxmlformats.org/officeDocument/2006/relationships/notesSlide" Target="../notesSlides/notesSlide10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48.xml"/><Relationship Id="rIdReadinessNotes" Type="http://schemas.openxmlformats.org/officeDocument/2006/relationships/notesSlide" Target="../notesSlides/notesSlide10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7.xml"/><Relationship Id="rIdReadinessNotes" Type="http://schemas.openxmlformats.org/officeDocument/2006/relationships/notesSlide" Target="../notesSlides/notesSlide1031.xml"/></Relationships>
</file>

<file path=ppt/slides/_rels/slide32.xml.rels><?xml version="1.0" encoding="UTF-8"?><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40.png"/><Relationship Id="rId7" Type="http://schemas.openxmlformats.org/officeDocument/2006/relationships/image" Target="../media/image72.png"/><Relationship Id="rId1" Type="http://schemas.openxmlformats.org/officeDocument/2006/relationships/slideLayout" Target="../slideLayouts/slideLayout48.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svg"/><Relationship Id="rIdReadinessNotes" Type="http://schemas.openxmlformats.org/officeDocument/2006/relationships/notesSlide" Target="../notesSlides/notesSlide1032.xml"/></Relationships>
</file>

<file path=ppt/slides/_rels/slide33.xml.rels><?xml version="1.0" encoding="UTF-8"?><Relationships xmlns="http://schemas.openxmlformats.org/package/2006/relationships"><Relationship Id="rId3" Type="http://schemas.openxmlformats.org/officeDocument/2006/relationships/image" Target="../media/image74.png"/><Relationship Id="rId1" Type="http://schemas.openxmlformats.org/officeDocument/2006/relationships/slideLayout" Target="../slideLayouts/slideLayout48.xml"/><Relationship Id="rIdReadinessNotes" Type="http://schemas.openxmlformats.org/officeDocument/2006/relationships/notesSlide" Target="../notesSlides/notesSlide10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7.xml"/><Relationship Id="rIdReadinessImage204" Type="http://schemas.openxmlformats.org/officeDocument/2006/relationships/image" Target="../media/readiness-34-recovery-resumed.png"/><Relationship Id="rIdReadinessNotes" Type="http://schemas.openxmlformats.org/officeDocument/2006/relationships/notesSlide" Target="../notesSlides/notesSlide1034.xml"/></Relationships>
</file>

<file path=ppt/slides/_rels/slide35.xml.rels><?xml version="1.0" encoding="UTF-8"?><Relationships xmlns="http://schemas.openxmlformats.org/package/2006/relationships"><Relationship Id="rId3" Type="http://schemas.openxmlformats.org/officeDocument/2006/relationships/image" Target="../media/image75.svg"/><Relationship Id="rId1" Type="http://schemas.openxmlformats.org/officeDocument/2006/relationships/slideLayout" Target="../slideLayouts/slideLayout47.xml"/><Relationship Id="rId5" Type="http://schemas.openxmlformats.org/officeDocument/2006/relationships/image" Target="../media/image77.svg"/><Relationship Id="rId4" Type="http://schemas.openxmlformats.org/officeDocument/2006/relationships/image" Target="../media/image76.svg"/><Relationship Id="rIdReadinessNotes" Type="http://schemas.openxmlformats.org/officeDocument/2006/relationships/notesSlide" Target="../notesSlides/notesSlide1035.xml"/></Relationships>
</file>

<file path=ppt/slides/_rels/slide37.xml.rels><?xml version="1.0" encoding="UTF-8"?><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39.xml"/><Relationship Id="rIdReadinessNotes" Type="http://schemas.openxmlformats.org/officeDocument/2006/relationships/notesSlide" Target="../notesSlides/notesSlide1037.xml"/></Relationships>
</file>

<file path=ppt/slides/_rels/slide38.xml.rels><?xml version="1.0" encoding="UTF-8"?><Relationships xmlns="http://schemas.openxmlformats.org/package/2006/relationships"><Relationship Id="rId8" Type="http://schemas.openxmlformats.org/officeDocument/2006/relationships/image" Target="../media/image86.svg"/><Relationship Id="rId13" Type="http://schemas.openxmlformats.org/officeDocument/2006/relationships/image" Target="../media/image91.png"/><Relationship Id="rId18" Type="http://schemas.openxmlformats.org/officeDocument/2006/relationships/image" Target="../media/image94.svg"/><Relationship Id="rId3" Type="http://schemas.openxmlformats.org/officeDocument/2006/relationships/image" Target="../media/image82.png"/><Relationship Id="rId7" Type="http://schemas.openxmlformats.org/officeDocument/2006/relationships/image" Target="../media/image85.svg"/><Relationship Id="rId12" Type="http://schemas.openxmlformats.org/officeDocument/2006/relationships/image" Target="../media/image90.svg"/><Relationship Id="rId17" Type="http://schemas.openxmlformats.org/officeDocument/2006/relationships/image" Target="../media/image93.svg"/><Relationship Id="rId16" Type="http://schemas.openxmlformats.org/officeDocument/2006/relationships/image" Target="../media/image39.png"/><Relationship Id="rId1" Type="http://schemas.openxmlformats.org/officeDocument/2006/relationships/slideLayout" Target="../slideLayouts/slideLayout48.xml"/><Relationship Id="rId6" Type="http://schemas.openxmlformats.org/officeDocument/2006/relationships/image" Target="../media/image84.svg"/><Relationship Id="rId11" Type="http://schemas.openxmlformats.org/officeDocument/2006/relationships/image" Target="../media/image89.svg"/><Relationship Id="rId5" Type="http://schemas.openxmlformats.org/officeDocument/2006/relationships/image" Target="../media/image83.png"/><Relationship Id="rId15" Type="http://schemas.openxmlformats.org/officeDocument/2006/relationships/image" Target="../media/image38.png"/><Relationship Id="rId10" Type="http://schemas.openxmlformats.org/officeDocument/2006/relationships/image" Target="../media/image88.svg"/><Relationship Id="rId19" Type="http://schemas.openxmlformats.org/officeDocument/2006/relationships/image" Target="../media/image95.svg"/><Relationship Id="rId4" Type="http://schemas.openxmlformats.org/officeDocument/2006/relationships/image" Target="../media/image59.png"/><Relationship Id="rId9" Type="http://schemas.openxmlformats.org/officeDocument/2006/relationships/image" Target="../media/image87.svg"/><Relationship Id="rId14" Type="http://schemas.openxmlformats.org/officeDocument/2006/relationships/image" Target="../media/image92.png"/><Relationship Id="rIdReadinessNotes" Type="http://schemas.openxmlformats.org/officeDocument/2006/relationships/notesSlide" Target="../notesSlides/notesSlide1038.xml"/></Relationships>
</file>

<file path=ppt/slides/_rels/slide40.xml.rels><?xml version="1.0" encoding="UTF-8"?><Relationships xmlns="http://schemas.openxmlformats.org/package/2006/relationships"><Relationship Id="rId3" Type="http://schemas.openxmlformats.org/officeDocument/2006/relationships/image" Target="../media/image66.svg"/><Relationship Id="rId1" Type="http://schemas.openxmlformats.org/officeDocument/2006/relationships/slideLayout" Target="../slideLayouts/slideLayout48.xml"/><Relationship Id="rId4" Type="http://schemas.openxmlformats.org/officeDocument/2006/relationships/image" Target="../media/image96.svg"/><Relationship Id="rIdReadinessNotes" Type="http://schemas.openxmlformats.org/officeDocument/2006/relationships/notesSlide" Target="../notesSlides/notesSlide1040.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48.xml"/><Relationship Id="rIdReadinessNotes" Type="http://schemas.openxmlformats.org/officeDocument/2006/relationships/notesSlide" Target="../notesSlides/notesSlide1043.xml"/></Relationships>
</file>

<file path=ppt/slides/slide1.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88FFB7-DA0F-43EC-F7D1-CFB1E5C4108C}"/>
              </a:ext>
            </a:extLst>
          </p:cNvPr>
          <p:cNvSpPr>
            <a:spLocks noGrp="1"/>
          </p:cNvSpPr>
          <p:nvPr>
            <p:ph type="title"/>
          </p:nvPr>
        </p:nvSpPr>
        <p:spPr/>
        <p:txBody>
          <a:bodyPr>
            <a:normAutofit fontScale="90000"/>
          </a:bodyPr>
          <a:lstStyle/>
          <a:p>
            <a:r>
              <a:rPr lang="en-US" dirty="0"/>
              <a:t>Build stateful agentic workflows with Aurora, MCP, and AgentCore</a:t>
            </a:r>
            <a:br>
              <a:rPr lang="en-US" dirty="0"/>
            </a:br>
            <a:endParaRPr lang="en-US" dirty="0"/>
          </a:p>
        </p:txBody>
      </p:sp>
      <p:sp>
        <p:nvSpPr>
          <p:cNvPr id="2" name="Text Placeholder 1">
            <a:extLst>
              <a:ext uri="{FF2B5EF4-FFF2-40B4-BE49-F238E27FC236}">
                <a16:creationId xmlns:a16="http://schemas.microsoft.com/office/drawing/2014/main" id="{4ABA56F4-7AD5-B17C-C7A6-F06968ED94C0}"/>
              </a:ext>
            </a:extLst>
          </p:cNvPr>
          <p:cNvSpPr>
            <a:spLocks noGrp="1"/>
          </p:cNvSpPr>
          <p:nvPr>
            <p:ph type="body" sz="quarter" idx="10"/>
          </p:nvPr>
        </p:nvSpPr>
        <p:spPr/>
        <p:txBody>
          <a:bodyPr>
            <a:normAutofit fontScale="92500" lnSpcReduction="10000"/>
          </a:bodyPr>
          <a:lstStyle/>
          <a:p>
            <a:r>
              <a:rPr lang="en-US" dirty="0"/>
              <a:t>re:Invent · L300</a:t>
            </a:r>
          </a:p>
          <a:p>
            <a:endParaRPr lang="en-US" dirty="0"/>
          </a:p>
        </p:txBody>
      </p:sp>
      <p:sp>
        <p:nvSpPr>
          <p:cNvPr id="3" name="Text Placeholder 2">
            <a:extLst>
              <a:ext uri="{FF2B5EF4-FFF2-40B4-BE49-F238E27FC236}">
                <a16:creationId xmlns:a16="http://schemas.microsoft.com/office/drawing/2014/main" id="{59D1A230-6EBF-3944-369E-A211DAAE7006}"/>
              </a:ext>
            </a:extLst>
          </p:cNvPr>
          <p:cNvSpPr>
            <a:spLocks noGrp="1"/>
          </p:cNvSpPr>
          <p:nvPr>
            <p:ph type="body" sz="quarter" idx="12"/>
          </p:nvPr>
        </p:nvSpPr>
        <p:spPr/>
        <p:txBody>
          <a:bodyPr/>
          <a:lstStyle/>
          <a:p>
            <a:r>
              <a:rPr lang="en-US" dirty="0"/>
              <a:t>Aditya Samant</a:t>
            </a:r>
          </a:p>
          <a:p>
            <a:endParaRPr lang="en-US" dirty="0"/>
          </a:p>
        </p:txBody>
      </p:sp>
      <p:sp>
        <p:nvSpPr>
          <p:cNvPr id="7" name="Text Placeholder 6">
            <a:extLst>
              <a:ext uri="{FF2B5EF4-FFF2-40B4-BE49-F238E27FC236}">
                <a16:creationId xmlns:a16="http://schemas.microsoft.com/office/drawing/2014/main" id="{FF08C812-9602-7DD1-04EF-6EBEE85603FF}"/>
              </a:ext>
            </a:extLst>
          </p:cNvPr>
          <p:cNvSpPr>
            <a:spLocks noGrp="1"/>
          </p:cNvSpPr>
          <p:nvPr>
            <p:ph type="body" sz="quarter" idx="13"/>
          </p:nvPr>
        </p:nvSpPr>
        <p:spPr/>
        <p:txBody>
          <a:bodyPr/>
          <a:lstStyle/>
          <a:p>
            <a:r>
              <a:rPr lang="en-US" dirty="0"/>
              <a:t>Principal DB Specialist Solutions Architect</a:t>
            </a:r>
          </a:p>
        </p:txBody>
      </p:sp>
      <p:sp>
        <p:nvSpPr>
          <p:cNvPr id="4" name="Text Placeholder 3">
            <a:extLst>
              <a:ext uri="{FF2B5EF4-FFF2-40B4-BE49-F238E27FC236}">
                <a16:creationId xmlns:a16="http://schemas.microsoft.com/office/drawing/2014/main" id="{F8B4040D-EADD-4148-2068-287CAA56E070}"/>
              </a:ext>
            </a:extLst>
          </p:cNvPr>
          <p:cNvSpPr>
            <a:spLocks noGrp="1"/>
          </p:cNvSpPr>
          <p:nvPr>
            <p:ph type="body" sz="quarter" idx="14"/>
          </p:nvPr>
        </p:nvSpPr>
        <p:spPr/>
        <p:txBody>
          <a:bodyPr/>
          <a:lstStyle/>
          <a:p>
            <a:r>
              <a:rPr lang="en-US" dirty="0"/>
              <a:t>Shayon Sanyal</a:t>
            </a:r>
            <a:endParaRPr dirty="0"/>
          </a:p>
          <a:p>
            <a:endParaRPr lang="en-US" dirty="0"/>
          </a:p>
        </p:txBody>
      </p:sp>
      <p:sp>
        <p:nvSpPr>
          <p:cNvPr id="8" name="Text Placeholder 7">
            <a:extLst>
              <a:ext uri="{FF2B5EF4-FFF2-40B4-BE49-F238E27FC236}">
                <a16:creationId xmlns:a16="http://schemas.microsoft.com/office/drawing/2014/main" id="{E927B3BC-E53F-D96F-CDD1-73583797DBDF}"/>
              </a:ext>
            </a:extLst>
          </p:cNvPr>
          <p:cNvSpPr>
            <a:spLocks noGrp="1"/>
          </p:cNvSpPr>
          <p:nvPr>
            <p:ph type="body" sz="quarter" idx="15"/>
          </p:nvPr>
        </p:nvSpPr>
        <p:spPr/>
        <p:txBody>
          <a:bodyPr/>
          <a:lstStyle/>
          <a:p>
            <a:r>
              <a:rPr lang="en-US" dirty="0"/>
              <a:t>Principal DB Specialist Solutions Architect</a:t>
            </a:r>
          </a:p>
        </p:txBody>
      </p:sp>
    </p:spTree>
    <p:extLst>
      <p:ext uri="{BB962C8B-B14F-4D97-AF65-F5344CB8AC3E}">
        <p14:creationId xmlns:p14="http://schemas.microsoft.com/office/powerpoint/2010/main" val="1913346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01" name="Three questions organize the talk"/>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Three questions organize the talk</a:t>
            </a:r>
            <a:endParaRPr lang="en-US" sz="3400"/>
          </a:p>
        </p:txBody>
      </p:sp>
      <p:sp>
        <p:nvSpPr>
          <p:cNvPr id="202" name="IMPLEMENTED IN MERIDIA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IMPLEMENTED IN MERIDIAN</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Who may act?"/>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Who may act?</a:t>
            </a:r>
            <a:endParaRPr lang="en-US" sz="2500"/>
          </a:p>
        </p:txBody>
      </p:sp>
      <p:sp>
        <p:nvSpPr>
          <p:cNvPr id="205" name="Browser access Workload-to-traveler grant Cedar before a tool runs"/>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Browser access</a:t>
            </a:r>
            <a:endParaRPr lang="en-US" sz="2200"/>
          </a:p>
          <a:p>
            <a:pPr marL="0" marR="0" indent="0">
              <a:lnSpc>
                <a:spcPct val="110000"/>
              </a:lnSpc>
              <a:spcAft>
                <a:spcPts val="900"/>
              </a:spcAft>
              <a:buNone/>
            </a:pPr>
            <a:r>
              <a:rPr lang="en-US" sz="2200" b="0">
                <a:solidFill>
                  <a:srgbClr val="FFFFFF"/>
                </a:solidFill>
                <a:latin typeface="Amazon Ember"/>
              </a:rPr>
              <a:t xml:space="preserve">Workload-to-traveler grant</a:t>
            </a:r>
            <a:endParaRPr lang="en-US" sz="2200"/>
          </a:p>
          <a:p>
            <a:pPr marL="0" marR="0" indent="0">
              <a:lnSpc>
                <a:spcPct val="110000"/>
              </a:lnSpc>
              <a:spcAft>
                <a:spcPts val="900"/>
              </a:spcAft>
              <a:buNone/>
            </a:pPr>
            <a:r>
              <a:rPr lang="en-US" sz="2200" b="0">
                <a:solidFill>
                  <a:srgbClr val="FFFFFF"/>
                </a:solidFill>
                <a:latin typeface="Amazon Ember"/>
              </a:rPr>
              <a:t xml:space="preserve">Cedar before a tool runs</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What must persist?"/>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What must persist?</a:t>
            </a:r>
            <a:endParaRPr lang="en-US" sz="2500"/>
          </a:p>
        </p:txBody>
      </p:sp>
      <p:sp>
        <p:nvSpPr>
          <p:cNvPr id="208" name="Traveler facts Conversation context Checkpoint + hold intent"/>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Traveler facts</a:t>
            </a:r>
            <a:endParaRPr lang="en-US" sz="2200"/>
          </a:p>
          <a:p>
            <a:pPr marL="0" marR="0" indent="0">
              <a:lnSpc>
                <a:spcPct val="110000"/>
              </a:lnSpc>
              <a:spcAft>
                <a:spcPts val="900"/>
              </a:spcAft>
              <a:buNone/>
            </a:pPr>
            <a:r>
              <a:rPr lang="en-US" sz="2200" b="0">
                <a:solidFill>
                  <a:srgbClr val="FFFFFF"/>
                </a:solidFill>
                <a:latin typeface="Amazon Ember"/>
              </a:rPr>
              <a:t xml:space="preserve">Conversation context</a:t>
            </a:r>
            <a:endParaRPr lang="en-US" sz="2200"/>
          </a:p>
          <a:p>
            <a:pPr marL="0" marR="0" indent="0">
              <a:lnSpc>
                <a:spcPct val="110000"/>
              </a:lnSpc>
              <a:spcAft>
                <a:spcPts val="900"/>
              </a:spcAft>
              <a:buNone/>
            </a:pPr>
            <a:r>
              <a:rPr lang="en-US" sz="2200" b="0">
                <a:solidFill>
                  <a:srgbClr val="FFFFFF"/>
                </a:solidFill>
                <a:latin typeface="Amazon Ember"/>
              </a:rPr>
              <a:t xml:space="preserve">Checkpoint + hold intent</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How do we prove it?"/>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How do we prove it?</a:t>
            </a:r>
            <a:endParaRPr lang="en-US" sz="2500"/>
          </a:p>
        </p:txBody>
      </p:sp>
      <p:sp>
        <p:nvSpPr>
          <p:cNvPr id="211" name="A new worker The same thread One persisted booking"/>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A new worker</a:t>
            </a:r>
            <a:endParaRPr lang="en-US" sz="2200"/>
          </a:p>
          <a:p>
            <a:pPr marL="0" marR="0" indent="0">
              <a:lnSpc>
                <a:spcPct val="110000"/>
              </a:lnSpc>
              <a:spcAft>
                <a:spcPts val="900"/>
              </a:spcAft>
              <a:buNone/>
            </a:pPr>
            <a:r>
              <a:rPr lang="en-US" sz="2200" b="0">
                <a:solidFill>
                  <a:srgbClr val="FFFFFF"/>
                </a:solidFill>
                <a:latin typeface="Amazon Ember"/>
              </a:rPr>
              <a:t xml:space="preserve">The same thread</a:t>
            </a:r>
            <a:endParaRPr lang="en-US" sz="2200"/>
          </a:p>
          <a:p>
            <a:pPr marL="0" marR="0" indent="0">
              <a:lnSpc>
                <a:spcPct val="110000"/>
              </a:lnSpc>
              <a:spcAft>
                <a:spcPts val="900"/>
              </a:spcAft>
              <a:buNone/>
            </a:pPr>
            <a:r>
              <a:rPr lang="en-US" sz="2200" b="0">
                <a:solidFill>
                  <a:srgbClr val="FFFFFF"/>
                </a:solidFill>
                <a:latin typeface="Amazon Ember"/>
              </a:rPr>
              <a:t xml:space="preserve">One persisted booking</a:t>
            </a:r>
            <a:endParaRPr lang="en-US" sz="2200"/>
          </a:p>
        </p:txBody>
      </p:sp>
    </p:spTree>
    <p:extLst>
      <p:ext uri="{BB962C8B-B14F-4D97-AF65-F5344CB8AC3E}">
        <p14:creationId xmlns:p14="http://schemas.microsoft.com/office/powerpoint/2010/main" val="33801141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1">
  <p:cSld>
    <p:bg>
      <p:bgPr>
        <a:solidFill>
          <a:srgbClr val="161D26"/>
        </a:solidFill>
        <a:effectLst/>
      </p:bgPr>
    </p:bg>
    <p:spTree>
      <p:nvGrpSpPr>
        <p:cNvPr id="1" name="">
          <a:extLst>
            <a:ext uri="{FF2B5EF4-FFF2-40B4-BE49-F238E27FC236}">
              <a16:creationId xmlns:a16="http://schemas.microsoft.com/office/drawing/2014/main" id="{41DFDD82-7970-02FE-C4DD-31EA6499D9AB}"/>
            </a:ext>
          </a:extLst>
        </p:cNvPr>
        <p:cNvGrpSpPr/>
        <p:nvPr/>
      </p:nvGrpSpPr>
      <p:grpSpPr>
        <a:xfrm>
          <a:off x="0" y="0"/>
          <a:ext cx="0" cy="0"/>
          <a:chOff x="0" y="0"/>
          <a:chExt cx="0" cy="0"/>
        </a:xfrm>
      </p:grpSpPr>
      <p:sp>
        <p:nvSpPr>
          <p:cNvPr id="201" name="Alex needs a plan that can survive an interruption"/>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Alex needs a plan that can survive an interruption</a:t>
            </a:r>
            <a:endParaRPr lang="en-US" sz="3400"/>
          </a:p>
        </p:txBody>
      </p:sp>
      <p:sp>
        <p:nvSpPr>
          <p:cNvPr id="202" name="FICTIONAL TRAVEL SCENARIO · LIVE AWS IMPLEMENTATIO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FICTIONAL TRAVEL SCENARIO · LIVE AWS IMPLEMENTATION</a:t>
            </a:r>
            <a:endParaRPr lang="en-US" sz="1200"/>
          </a:p>
        </p:txBody>
      </p:sp>
      <p:sp>
        <p:nvSpPr>
          <p:cNvPr id="203" name="A canceled JFK-to-Tokyo trip. Saved preferences. A limited package hol"/>
          <p:cNvSpPr txBox="1"/>
          <p:nvPr/>
        </p:nvSpPr>
        <p:spPr>
          <a:xfrm>
            <a:off x="548640" y="1828800"/>
            <a:ext cx="3749039" cy="2468880"/>
          </a:xfrm>
          <a:prstGeom prst="rect">
            <a:avLst/>
          </a:prstGeom>
          <a:noFill/>
          <a:ln>
            <a:noFill/>
          </a:ln>
        </p:spPr>
        <p:txBody>
          <a:bodyPr wrap="square" lIns="0" rIns="0" tIns="0" bIns="0"/>
          <a:lstStyle/>
          <a:p>
            <a:pPr marL="0" marR="0" indent="0">
              <a:lnSpc>
                <a:spcPct val="110000"/>
              </a:lnSpc>
              <a:spcAft>
                <a:spcPts val="900"/>
              </a:spcAft>
              <a:buNone/>
            </a:pPr>
            <a:r>
              <a:rPr lang="en-US" sz="2700" b="0">
                <a:solidFill>
                  <a:srgbClr val="FFFFFF"/>
                </a:solidFill>
                <a:latin typeface="Amazon Ember"/>
              </a:rPr>
              <a:t xml:space="preserve">A canceled JFK-to-Tokyo trip.</a:t>
            </a:r>
            <a:endParaRPr lang="en-US" sz="2700"/>
          </a:p>
          <a:p>
            <a:pPr marL="0" marR="0" indent="0">
              <a:lnSpc>
                <a:spcPct val="110000"/>
              </a:lnSpc>
              <a:spcAft>
                <a:spcPts val="900"/>
              </a:spcAft>
              <a:buNone/>
            </a:pPr>
            <a:r>
              <a:rPr lang="en-US" sz="2700" b="0">
                <a:solidFill>
                  <a:srgbClr val="FFFFFF"/>
                </a:solidFill>
                <a:latin typeface="Amazon Ember"/>
              </a:rPr>
              <a:t xml:space="preserve">Saved preferences.</a:t>
            </a:r>
            <a:endParaRPr lang="en-US" sz="2700"/>
          </a:p>
          <a:p>
            <a:pPr marL="0" marR="0" indent="0">
              <a:lnSpc>
                <a:spcPct val="110000"/>
              </a:lnSpc>
              <a:spcAft>
                <a:spcPts val="900"/>
              </a:spcAft>
              <a:buNone/>
            </a:pPr>
            <a:r>
              <a:rPr lang="en-US" sz="2700" b="0">
                <a:solidFill>
                  <a:srgbClr val="FFFFFF"/>
                </a:solidFill>
                <a:latin typeface="Amazon Ember"/>
              </a:rPr>
              <a:t xml:space="preserve">A limited package hold.</a:t>
            </a:r>
            <a:endParaRPr lang="en-US" sz="2700"/>
          </a:p>
        </p:txBody>
      </p:sp>
      <p:sp>
        <p:nvSpPr>
          <p:cNvPr id="204" name="What must survive when the worker disappears?"/>
          <p:cNvSpPr txBox="1"/>
          <p:nvPr/>
        </p:nvSpPr>
        <p:spPr>
          <a:xfrm>
            <a:off x="548640" y="4663440"/>
            <a:ext cx="3749039" cy="1234440"/>
          </a:xfrm>
          <a:prstGeom prst="rect">
            <a:avLst/>
          </a:prstGeom>
          <a:noFill/>
          <a:ln>
            <a:noFill/>
          </a:ln>
        </p:spPr>
        <p:txBody>
          <a:bodyPr wrap="square" lIns="0" rIns="0" tIns="0" bIns="0"/>
          <a:lstStyle/>
          <a:p>
            <a:pPr marL="0" marR="0" indent="0">
              <a:lnSpc>
                <a:spcPct val="110000"/>
              </a:lnSpc>
              <a:spcAft>
                <a:spcPts val="900"/>
              </a:spcAft>
              <a:buNone/>
            </a:pPr>
            <a:r>
              <a:rPr lang="en-US" sz="2800" b="1">
                <a:solidFill>
                  <a:srgbClr val="D6B6FF"/>
                </a:solidFill>
                <a:latin typeface="Amazon Ember"/>
              </a:rPr>
              <a:t xml:space="preserve">What must survive when the worker disappears?</a:t>
            </a:r>
            <a:endParaRPr lang="en-US" sz="2800"/>
          </a:p>
        </p:txBody>
      </p:sp>
      <p:pic>
        <p:nvPicPr>
          <p:cNvPr id="205" name="Current Meridian capture" descr="Current local Meridian concierge, captured 19 September 2026; fictional traveler and package catalog."/>
          <p:cNvPicPr>
            <a:picLocks noChangeAspect="1"/>
          </p:cNvPicPr>
          <p:nvPr/>
        </p:nvPicPr>
        <p:blipFill>
          <a:blip r:embed="rIdReadinessImage204"/>
          <a:stretch>
            <a:fillRect/>
          </a:stretch>
        </p:blipFill>
        <p:spPr>
          <a:xfrm>
            <a:off x="4526280" y="1691640"/>
            <a:ext cx="7040879" cy="4400550"/>
          </a:xfrm>
          <a:prstGeom prst="rect">
            <a:avLst/>
          </a:prstGeom>
        </p:spPr>
      </p:pic>
    </p:spTree>
    <p:extLst>
      <p:ext uri="{BB962C8B-B14F-4D97-AF65-F5344CB8AC3E}">
        <p14:creationId xmlns:p14="http://schemas.microsoft.com/office/powerpoint/2010/main" val="29182314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E734B089-30F6-3514-973A-F3124C24D16D}"/>
            </a:ext>
          </a:extLst>
        </p:cNvPr>
        <p:cNvGrpSpPr/>
        <p:nvPr/>
      </p:nvGrpSpPr>
      <p:grpSpPr>
        <a:xfrm>
          <a:off x="0" y="0"/>
          <a:ext cx="0" cy="0"/>
          <a:chOff x="0" y="0"/>
          <a:chExt cx="0" cy="0"/>
        </a:xfrm>
      </p:grpSpPr>
      <p:sp>
        <p:nvSpPr>
          <p:cNvPr id="201" name="Three failure windows, three recovery rules"/>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Three failure windows, three recovery rules</a:t>
            </a:r>
            <a:endParaRPr lang="en-US" sz="3400"/>
          </a:p>
        </p:txBody>
      </p:sp>
      <p:sp>
        <p:nvSpPr>
          <p:cNvPr id="202" name="IMPLEMENTED IN MERIDIA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IMPLEMENTED IN MERIDIAN</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Before commit"/>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Before commit</a:t>
            </a:r>
            <a:endParaRPr lang="en-US" sz="2500"/>
          </a:p>
        </p:txBody>
      </p:sp>
      <p:sp>
        <p:nvSpPr>
          <p:cNvPr id="205" name="No visible business write Rollback incomplete work Retry from saved st"/>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No visible business write</a:t>
            </a:r>
            <a:endParaRPr lang="en-US" sz="2200"/>
          </a:p>
          <a:p>
            <a:pPr marL="0" marR="0" indent="0">
              <a:lnSpc>
                <a:spcPct val="110000"/>
              </a:lnSpc>
              <a:spcAft>
                <a:spcPts val="900"/>
              </a:spcAft>
              <a:buNone/>
            </a:pPr>
            <a:r>
              <a:rPr lang="en-US" sz="2200" b="0">
                <a:solidFill>
                  <a:srgbClr val="FFFFFF"/>
                </a:solidFill>
                <a:latin typeface="Amazon Ember"/>
              </a:rPr>
              <a:t xml:space="preserve">Rollback incomplete work</a:t>
            </a:r>
            <a:endParaRPr lang="en-US" sz="2200"/>
          </a:p>
          <a:p>
            <a:pPr marL="0" marR="0" indent="0">
              <a:lnSpc>
                <a:spcPct val="110000"/>
              </a:lnSpc>
              <a:spcAft>
                <a:spcPts val="900"/>
              </a:spcAft>
              <a:buNone/>
            </a:pPr>
            <a:r>
              <a:rPr lang="en-US" sz="2200" b="0">
                <a:solidFill>
                  <a:srgbClr val="FFFFFF"/>
                </a:solidFill>
                <a:latin typeface="Amazon Ember"/>
              </a:rPr>
              <a:t xml:space="preserve">Retry from saved state</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Commit, reply lost"/>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Commit, reply lost</a:t>
            </a:r>
            <a:endParaRPr lang="en-US" sz="2500"/>
          </a:p>
        </p:txBody>
      </p:sp>
      <p:sp>
        <p:nvSpPr>
          <p:cNvPr id="208" name="Booking may already exist Replay the same request ID Return the origin"/>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Booking may already exist</a:t>
            </a:r>
            <a:endParaRPr lang="en-US" sz="2200"/>
          </a:p>
          <a:p>
            <a:pPr marL="0" marR="0" indent="0">
              <a:lnSpc>
                <a:spcPct val="110000"/>
              </a:lnSpc>
              <a:spcAft>
                <a:spcPts val="900"/>
              </a:spcAft>
              <a:buNone/>
            </a:pPr>
            <a:r>
              <a:rPr lang="en-US" sz="2200" b="0">
                <a:solidFill>
                  <a:srgbClr val="FFFFFF"/>
                </a:solidFill>
                <a:latin typeface="Amazon Ember"/>
              </a:rPr>
              <a:t xml:space="preserve">Replay the same request ID</a:t>
            </a:r>
            <a:endParaRPr lang="en-US" sz="2200"/>
          </a:p>
          <a:p>
            <a:pPr marL="0" marR="0" indent="0">
              <a:lnSpc>
                <a:spcPct val="110000"/>
              </a:lnSpc>
              <a:spcAft>
                <a:spcPts val="900"/>
              </a:spcAft>
              <a:buNone/>
            </a:pPr>
            <a:r>
              <a:rPr lang="en-US" sz="2200" b="0">
                <a:solidFill>
                  <a:srgbClr val="FFFFFF"/>
                </a:solidFill>
                <a:latin typeface="Amazon Ember"/>
              </a:rPr>
              <a:t xml:space="preserve">Return the original receipt</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After checkpoint"/>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After checkpoint</a:t>
            </a:r>
            <a:endParaRPr lang="en-US" sz="2500"/>
          </a:p>
        </p:txBody>
      </p:sp>
      <p:sp>
        <p:nvSpPr>
          <p:cNvPr id="211" name="Read the saved thread Wait for the old lease Continue on a new worker"/>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Read the saved thread</a:t>
            </a:r>
            <a:endParaRPr lang="en-US" sz="2200"/>
          </a:p>
          <a:p>
            <a:pPr marL="0" marR="0" indent="0">
              <a:lnSpc>
                <a:spcPct val="110000"/>
              </a:lnSpc>
              <a:spcAft>
                <a:spcPts val="900"/>
              </a:spcAft>
              <a:buNone/>
            </a:pPr>
            <a:r>
              <a:rPr lang="en-US" sz="2200" b="0">
                <a:solidFill>
                  <a:srgbClr val="FFFFFF"/>
                </a:solidFill>
                <a:latin typeface="Amazon Ember"/>
              </a:rPr>
              <a:t xml:space="preserve">Wait for the old lease</a:t>
            </a:r>
            <a:endParaRPr lang="en-US" sz="2200"/>
          </a:p>
          <a:p>
            <a:pPr marL="0" marR="0" indent="0">
              <a:lnSpc>
                <a:spcPct val="110000"/>
              </a:lnSpc>
              <a:spcAft>
                <a:spcPts val="900"/>
              </a:spcAft>
              <a:buNone/>
            </a:pPr>
            <a:r>
              <a:rPr lang="en-US" sz="2200" b="0">
                <a:solidFill>
                  <a:srgbClr val="FFFFFF"/>
                </a:solidFill>
                <a:latin typeface="Amazon Ember"/>
              </a:rPr>
              <a:t xml:space="preserve">Continue on a new worker</a:t>
            </a:r>
            <a:endParaRPr lang="en-US" sz="2200"/>
          </a:p>
        </p:txBody>
      </p:sp>
    </p:spTree>
    <p:extLst>
      <p:ext uri="{BB962C8B-B14F-4D97-AF65-F5344CB8AC3E}">
        <p14:creationId xmlns:p14="http://schemas.microsoft.com/office/powerpoint/2010/main" val="760948351"/>
      </p:ext>
    </p:extLst>
  </p:cSld>
  <p:clrMapOvr>
    <a:masterClrMapping/>
  </p:clrMapOvr>
  <mc:AlternateContent xmlns:mc="http://schemas.openxmlformats.org/markup-compatibility/2006" xmlns:p14="http://schemas.microsoft.com/office/powerpoint/2010/main">
    <mc:Choice Requires="p14"/>
    <mc:Fallback xmlns=""/>
  </mc:AlternateContent>
</p:sld>
</file>

<file path=ppt/slides/slide5.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915F751D-8E21-FCFF-397E-C205E34FA07A}"/>
            </a:ext>
          </a:extLst>
        </p:cNvPr>
        <p:cNvGrpSpPr/>
        <p:nvPr/>
      </p:nvGrpSpPr>
      <p:grpSpPr>
        <a:xfrm>
          <a:off x="0" y="0"/>
          <a:ext cx="0" cy="0"/>
          <a:chOff x="0" y="0"/>
          <a:chExt cx="0" cy="0"/>
        </a:xfrm>
      </p:grpSpPr>
      <p:sp>
        <p:nvSpPr>
          <p:cNvPr id="201" name="SQL → MCP → retrieval"/>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SQL → MCP → retrieval</a:t>
            </a:r>
            <a:endParaRPr lang="en-US" sz="3400"/>
          </a:p>
        </p:txBody>
      </p:sp>
      <p:sp>
        <p:nvSpPr>
          <p:cNvPr id="202" name="MERIDIAN CAPABILITY LADDER"/>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MERIDIAN CAPABILITY LADDER</a:t>
            </a:r>
            <a:endParaRPr lang="en-US" sz="1200"/>
          </a:p>
        </p:txBody>
      </p:sp>
      <p:sp>
        <p:nvSpPr>
          <p:cNvPr id="203" name="Add capabilities when the question requires them."/>
          <p:cNvSpPr txBox="1"/>
          <p:nvPr/>
        </p:nvSpPr>
        <p:spPr>
          <a:xfrm>
            <a:off x="594360" y="3200400"/>
            <a:ext cx="10789920" cy="1097280"/>
          </a:xfrm>
          <a:prstGeom prst="rect">
            <a:avLst/>
          </a:prstGeom>
          <a:noFill/>
          <a:ln>
            <a:noFill/>
          </a:ln>
        </p:spPr>
        <p:txBody>
          <a:bodyPr wrap="square" lIns="0" rIns="0" tIns="0" bIns="0"/>
          <a:lstStyle/>
          <a:p>
            <a:pPr marL="0" marR="0" indent="0">
              <a:lnSpc>
                <a:spcPct val="110000"/>
              </a:lnSpc>
              <a:spcAft>
                <a:spcPts val="900"/>
              </a:spcAft>
              <a:buNone/>
            </a:pPr>
            <a:r>
              <a:rPr lang="en-US" sz="3200" b="0">
                <a:solidFill>
                  <a:srgbClr val="FFFFFF"/>
                </a:solidFill>
                <a:latin typeface="Amazon Ember"/>
              </a:rPr>
              <a:t xml:space="preserve">Add capabilities when the question requires them.</a:t>
            </a:r>
            <a:endParaRPr lang="en-US" sz="3200"/>
          </a:p>
        </p:txBody>
      </p:sp>
    </p:spTree>
    <p:extLst>
      <p:ext uri="{BB962C8B-B14F-4D97-AF65-F5344CB8AC3E}">
        <p14:creationId xmlns:p14="http://schemas.microsoft.com/office/powerpoint/2010/main" val="24251522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01" name="Start with grounded catalog rows"/>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Start with grounded catalog rows</a:t>
            </a:r>
            <a:endParaRPr lang="en-US" sz="3400"/>
          </a:p>
        </p:txBody>
      </p:sp>
      <p:sp>
        <p:nvSpPr>
          <p:cNvPr id="202" name="PHASE 1 · DIRECT RDS DATA API"/>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PHASE 1 · DIRECT RDS DATA API</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Prompt"/>
          <p:cNvSpPr txBox="1"/>
          <p:nvPr/>
        </p:nvSpPr>
        <p:spPr>
          <a:xfrm>
            <a:off x="70408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Prompt</a:t>
            </a:r>
            <a:endParaRPr lang="en-US" sz="2500"/>
          </a:p>
        </p:txBody>
      </p:sp>
      <p:sp>
        <p:nvSpPr>
          <p:cNvPr id="205" name="City trips under $2,000"/>
          <p:cNvSpPr txBox="1"/>
          <p:nvPr/>
        </p:nvSpPr>
        <p:spPr>
          <a:xfrm>
            <a:off x="70408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City trips under $2,000</a:t>
            </a:r>
            <a:endParaRPr lang="en-US" sz="2200"/>
          </a:p>
        </p:txBody>
      </p:sp>
      <p:sp>
        <p:nvSpPr>
          <p:cNvPr id="206" name="→"/>
          <p:cNvSpPr txBox="1"/>
          <p:nvPr/>
        </p:nvSpPr>
        <p:spPr>
          <a:xfrm>
            <a:off x="4030980" y="274320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07" name="">
            <a:extLst>
              <a:ext uri="{C183D7F6-B498-43B3-948B-1728B52AA6E4}">
                <adec:decorative xmlns:adec="http://schemas.microsoft.com/office/drawing/2017/decorative" val="1"/>
              </a:ext>
            </a:extLst>
          </p:cNvPr>
          <p:cNvSpPr txBox="1"/>
          <p:nvPr/>
        </p:nvSpPr>
        <p:spPr>
          <a:xfrm>
            <a:off x="432816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8" name="FastAPI"/>
          <p:cNvSpPr txBox="1"/>
          <p:nvPr/>
        </p:nvSpPr>
        <p:spPr>
          <a:xfrm>
            <a:off x="452932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FastAPI</a:t>
            </a:r>
            <a:endParaRPr lang="en-US" sz="2500"/>
          </a:p>
        </p:txBody>
      </p:sp>
      <p:sp>
        <p:nvSpPr>
          <p:cNvPr id="209" name="Validate and parameterize"/>
          <p:cNvSpPr txBox="1"/>
          <p:nvPr/>
        </p:nvSpPr>
        <p:spPr>
          <a:xfrm>
            <a:off x="452932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Validate and parameterize</a:t>
            </a:r>
            <a:endParaRPr lang="en-US" sz="2200"/>
          </a:p>
        </p:txBody>
      </p:sp>
      <p:sp>
        <p:nvSpPr>
          <p:cNvPr id="210" name="→"/>
          <p:cNvSpPr txBox="1"/>
          <p:nvPr/>
        </p:nvSpPr>
        <p:spPr>
          <a:xfrm>
            <a:off x="7856220" y="274320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11" name="">
            <a:extLst>
              <a:ext uri="{C183D7F6-B498-43B3-948B-1728B52AA6E4}">
                <adec:decorative xmlns:adec="http://schemas.microsoft.com/office/drawing/2017/decorative" val="1"/>
              </a:ext>
            </a:extLst>
          </p:cNvPr>
          <p:cNvSpPr txBox="1"/>
          <p:nvPr/>
        </p:nvSpPr>
        <p:spPr>
          <a:xfrm>
            <a:off x="815340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2" name="Aurora"/>
          <p:cNvSpPr txBox="1"/>
          <p:nvPr/>
        </p:nvSpPr>
        <p:spPr>
          <a:xfrm>
            <a:off x="835456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Aurora</a:t>
            </a:r>
            <a:endParaRPr lang="en-US" sz="2500"/>
          </a:p>
        </p:txBody>
      </p:sp>
      <p:sp>
        <p:nvSpPr>
          <p:cNvPr id="213" name="Filter catalog rows"/>
          <p:cNvSpPr txBox="1"/>
          <p:nvPr/>
        </p:nvSpPr>
        <p:spPr>
          <a:xfrm>
            <a:off x="835456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Filter catalog rows</a:t>
            </a:r>
            <a:endParaRPr lang="en-US" sz="2200"/>
          </a:p>
        </p:txBody>
      </p:sp>
      <p:sp>
        <p:nvSpPr>
          <p:cNvPr id="214" name="Evidence: executed SQL + returned prices"/>
          <p:cNvSpPr txBox="1"/>
          <p:nvPr/>
        </p:nvSpPr>
        <p:spPr>
          <a:xfrm>
            <a:off x="640080" y="4663440"/>
            <a:ext cx="10789920" cy="548640"/>
          </a:xfrm>
          <a:prstGeom prst="rect">
            <a:avLst/>
          </a:prstGeom>
          <a:noFill/>
          <a:ln>
            <a:noFill/>
          </a:ln>
        </p:spPr>
        <p:txBody>
          <a:bodyPr wrap="square" lIns="0" rIns="0" tIns="0" bIns="0"/>
          <a:lstStyle/>
          <a:p>
            <a:pPr marL="0" marR="0" indent="0">
              <a:lnSpc>
                <a:spcPct val="110000"/>
              </a:lnSpc>
              <a:spcAft>
                <a:spcPts val="900"/>
              </a:spcAft>
              <a:buNone/>
            </a:pPr>
            <a:r>
              <a:rPr lang="en-US" sz="2800" b="0">
                <a:solidFill>
                  <a:srgbClr val="D6B6FF"/>
                </a:solidFill>
                <a:latin typeface="Amazon Ember"/>
              </a:rPr>
              <a:t xml:space="preserve">Evidence: executed SQL + returned prices</a:t>
            </a:r>
            <a:endParaRPr lang="en-US" sz="2800"/>
          </a:p>
        </p:txBody>
      </p:sp>
      <p:sp>
        <p:nvSpPr>
          <p:cNvPr id="215" name="Then ask for a comparison in euros. The configured phase names its bou"/>
          <p:cNvSpPr txBox="1"/>
          <p:nvPr/>
        </p:nvSpPr>
        <p:spPr>
          <a:xfrm>
            <a:off x="640080" y="5486400"/>
            <a:ext cx="10515600" cy="594360"/>
          </a:xfrm>
          <a:prstGeom prst="rect">
            <a:avLst/>
          </a:prstGeom>
          <a:noFill/>
          <a:ln>
            <a:noFill/>
          </a:ln>
        </p:spPr>
        <p:txBody>
          <a:bodyPr wrap="square" lIns="0" rIns="0" tIns="0" bIns="0"/>
          <a:lstStyle/>
          <a:p>
            <a:pPr marL="0" marR="0" indent="0">
              <a:lnSpc>
                <a:spcPct val="110000"/>
              </a:lnSpc>
              <a:spcAft>
                <a:spcPts val="900"/>
              </a:spcAft>
              <a:buNone/>
            </a:pPr>
            <a:r>
              <a:rPr lang="en-US" sz="2300" b="0">
                <a:solidFill>
                  <a:srgbClr val="FFFFFF"/>
                </a:solidFill>
                <a:latin typeface="Amazon Ember"/>
              </a:rPr>
              <a:t xml:space="preserve">Then ask for a comparison in euros. The configured phase names its boundary.</a:t>
            </a:r>
            <a:endParaRPr lang="en-US" sz="2300"/>
          </a:p>
        </p:txBody>
      </p:sp>
    </p:spTree>
    <p:extLst>
      <p:ext uri="{BB962C8B-B14F-4D97-AF65-F5344CB8AC3E}">
        <p14:creationId xmlns:p14="http://schemas.microsoft.com/office/powerpoint/2010/main" val="2410672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E0B06C33-AA7F-7F12-53B3-6FB8E1798A15}"/>
            </a:ext>
          </a:extLst>
        </p:cNvPr>
        <p:cNvGrpSpPr/>
        <p:nvPr/>
      </p:nvGrpSpPr>
      <p:grpSpPr>
        <a:xfrm>
          <a:off x="0" y="0"/>
          <a:ext cx="0" cy="0"/>
          <a:chOff x="0" y="0"/>
          <a:chExt cx="0" cy="0"/>
        </a:xfrm>
      </p:grpSpPr>
      <p:sp>
        <p:nvSpPr>
          <p:cNvPr id="201" name="Tools make capabilities explicit"/>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Tools make capabilities explicit</a:t>
            </a:r>
            <a:endParaRPr lang="en-US" sz="3400"/>
          </a:p>
        </p:txBody>
      </p:sp>
      <p:sp>
        <p:nvSpPr>
          <p:cNvPr id="202" name="PHASE 2 · MCP CONTRACTS"/>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PHASE 2 · MCP CONTRACTS</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Client"/>
          <p:cNvSpPr txBox="1"/>
          <p:nvPr/>
        </p:nvSpPr>
        <p:spPr>
          <a:xfrm>
            <a:off x="70408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Client</a:t>
            </a:r>
            <a:endParaRPr lang="en-US" sz="2500"/>
          </a:p>
        </p:txBody>
      </p:sp>
      <p:sp>
        <p:nvSpPr>
          <p:cNvPr id="205" name="List tools Call named tool"/>
          <p:cNvSpPr txBox="1"/>
          <p:nvPr/>
        </p:nvSpPr>
        <p:spPr>
          <a:xfrm>
            <a:off x="70408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List tools</a:t>
            </a:r>
            <a:endParaRPr lang="en-US" sz="2200"/>
          </a:p>
          <a:p>
            <a:pPr marL="0" marR="0" indent="0">
              <a:lnSpc>
                <a:spcPct val="110000"/>
              </a:lnSpc>
              <a:spcAft>
                <a:spcPts val="900"/>
              </a:spcAft>
              <a:buNone/>
            </a:pPr>
            <a:r>
              <a:rPr lang="en-US" sz="2200" b="0">
                <a:solidFill>
                  <a:srgbClr val="FFFFFF"/>
                </a:solidFill>
                <a:latin typeface="Amazon Ember"/>
              </a:rPr>
              <a:t xml:space="preserve">Call named tool</a:t>
            </a:r>
            <a:endParaRPr lang="en-US" sz="2200"/>
          </a:p>
        </p:txBody>
      </p:sp>
      <p:sp>
        <p:nvSpPr>
          <p:cNvPr id="206" name="→"/>
          <p:cNvSpPr txBox="1"/>
          <p:nvPr/>
        </p:nvSpPr>
        <p:spPr>
          <a:xfrm>
            <a:off x="4030980" y="274320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07" name="">
            <a:extLst>
              <a:ext uri="{C183D7F6-B498-43B3-948B-1728B52AA6E4}">
                <adec:decorative xmlns:adec="http://schemas.microsoft.com/office/drawing/2017/decorative" val="1"/>
              </a:ext>
            </a:extLst>
          </p:cNvPr>
          <p:cNvSpPr txBox="1"/>
          <p:nvPr/>
        </p:nvSpPr>
        <p:spPr>
          <a:xfrm>
            <a:off x="432816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8" name="meridian-concierge"/>
          <p:cNvSpPr txBox="1"/>
          <p:nvPr/>
        </p:nvSpPr>
        <p:spPr>
          <a:xfrm>
            <a:off x="452932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meridian-concierge</a:t>
            </a:r>
            <a:endParaRPr lang="en-US" sz="2500"/>
          </a:p>
        </p:txBody>
      </p:sp>
      <p:sp>
        <p:nvSpPr>
          <p:cNvPr id="209" name="compare_packages currency_convert"/>
          <p:cNvSpPr txBox="1"/>
          <p:nvPr/>
        </p:nvSpPr>
        <p:spPr>
          <a:xfrm>
            <a:off x="452932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compare_packages</a:t>
            </a:r>
            <a:endParaRPr lang="en-US" sz="2200"/>
          </a:p>
          <a:p>
            <a:pPr marL="0" marR="0" indent="0">
              <a:lnSpc>
                <a:spcPct val="110000"/>
              </a:lnSpc>
              <a:spcAft>
                <a:spcPts val="900"/>
              </a:spcAft>
              <a:buNone/>
            </a:pPr>
            <a:r>
              <a:rPr lang="en-US" sz="2200" b="0">
                <a:solidFill>
                  <a:srgbClr val="FFFFFF"/>
                </a:solidFill>
                <a:latin typeface="Amazon Ember"/>
              </a:rPr>
              <a:t xml:space="preserve">currency_convert</a:t>
            </a:r>
            <a:endParaRPr lang="en-US" sz="2200"/>
          </a:p>
        </p:txBody>
      </p:sp>
      <p:sp>
        <p:nvSpPr>
          <p:cNvPr id="210" name="→"/>
          <p:cNvSpPr txBox="1"/>
          <p:nvPr/>
        </p:nvSpPr>
        <p:spPr>
          <a:xfrm>
            <a:off x="7856220" y="274320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11" name="">
            <a:extLst>
              <a:ext uri="{C183D7F6-B498-43B3-948B-1728B52AA6E4}">
                <adec:decorative xmlns:adec="http://schemas.microsoft.com/office/drawing/2017/decorative" val="1"/>
              </a:ext>
            </a:extLst>
          </p:cNvPr>
          <p:cNvSpPr txBox="1"/>
          <p:nvPr/>
        </p:nvSpPr>
        <p:spPr>
          <a:xfrm>
            <a:off x="815340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2" name="Aurora + rates"/>
          <p:cNvSpPr txBox="1"/>
          <p:nvPr/>
        </p:nvSpPr>
        <p:spPr>
          <a:xfrm>
            <a:off x="835456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Aurora + rates</a:t>
            </a:r>
            <a:endParaRPr lang="en-US" sz="2500"/>
          </a:p>
        </p:txBody>
      </p:sp>
      <p:sp>
        <p:nvSpPr>
          <p:cNvPr id="213" name="Catalog records Illustrative FX data"/>
          <p:cNvSpPr txBox="1"/>
          <p:nvPr/>
        </p:nvSpPr>
        <p:spPr>
          <a:xfrm>
            <a:off x="835456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Catalog records</a:t>
            </a:r>
            <a:endParaRPr lang="en-US" sz="2200"/>
          </a:p>
          <a:p>
            <a:pPr marL="0" marR="0" indent="0">
              <a:lnSpc>
                <a:spcPct val="110000"/>
              </a:lnSpc>
              <a:spcAft>
                <a:spcPts val="900"/>
              </a:spcAft>
              <a:buNone/>
            </a:pPr>
            <a:r>
              <a:rPr lang="en-US" sz="2200" b="0">
                <a:solidFill>
                  <a:srgbClr val="FFFFFF"/>
                </a:solidFill>
                <a:latin typeface="Amazon Ember"/>
              </a:rPr>
              <a:t xml:space="preserve">Illustrative FX data</a:t>
            </a:r>
            <a:endParaRPr lang="en-US" sz="2200"/>
          </a:p>
        </p:txBody>
      </p:sp>
      <p:sp>
        <p:nvSpPr>
          <p:cNvPr id="214" name="One server for this comparison prompt. PostgreSQL MCP is a separate ca"/>
          <p:cNvSpPr txBox="1"/>
          <p:nvPr/>
        </p:nvSpPr>
        <p:spPr>
          <a:xfrm>
            <a:off x="640080" y="4846320"/>
            <a:ext cx="10789920" cy="914400"/>
          </a:xfrm>
          <a:prstGeom prst="rect">
            <a:avLst/>
          </a:prstGeom>
          <a:noFill/>
          <a:ln>
            <a:noFill/>
          </a:ln>
        </p:spPr>
        <p:txBody>
          <a:bodyPr wrap="square" lIns="0" rIns="0" tIns="0" bIns="0"/>
          <a:lstStyle/>
          <a:p>
            <a:pPr marL="0" marR="0" indent="0">
              <a:lnSpc>
                <a:spcPct val="110000"/>
              </a:lnSpc>
              <a:spcAft>
                <a:spcPts val="900"/>
              </a:spcAft>
              <a:buNone/>
            </a:pPr>
            <a:r>
              <a:rPr lang="en-US" sz="2500" b="0">
                <a:solidFill>
                  <a:srgbClr val="FFFFFF"/>
                </a:solidFill>
                <a:latin typeface="Amazon Ember"/>
              </a:rPr>
              <a:t xml:space="preserve">One server for this comparison prompt. PostgreSQL MCP is a separate catalog path.</a:t>
            </a:r>
            <a:endParaRPr lang="en-US" sz="2500"/>
          </a:p>
        </p:txBody>
      </p:sp>
    </p:spTree>
    <p:extLst>
      <p:ext uri="{BB962C8B-B14F-4D97-AF65-F5344CB8AC3E}">
        <p14:creationId xmlns:p14="http://schemas.microsoft.com/office/powerpoint/2010/main" val="3616960895"/>
      </p:ext>
    </p:extLst>
  </p:cSld>
  <p:clrMapOvr>
    <a:masterClrMapping/>
  </p:clrMapOvr>
  <mc:AlternateContent xmlns:mc="http://schemas.openxmlformats.org/markup-compatibility/2006" xmlns:p159="http://schemas.microsoft.com/office/powerpoint/2015/09/main">
    <mc:Choice Requires="p159"/>
    <mc:Fallback xmlns=""/>
  </mc:AlternateContent>
</p:sld>
</file>

<file path=ppt/slides/slide21.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01" name="Search by meaning, then verify"/>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Search by meaning, then verify</a:t>
            </a:r>
            <a:endParaRPr lang="en-US" sz="3400"/>
          </a:p>
        </p:txBody>
      </p:sp>
      <p:sp>
        <p:nvSpPr>
          <p:cNvPr id="202" name="MERIDIAN CAPABILITY LADDER"/>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MERIDIAN CAPABILITY LADDER</a:t>
            </a:r>
            <a:endParaRPr lang="en-US" sz="1200"/>
          </a:p>
        </p:txBody>
      </p:sp>
      <p:sp>
        <p:nvSpPr>
          <p:cNvPr id="203" name="Retrieval finds candidates. Inventory decides availability."/>
          <p:cNvSpPr txBox="1"/>
          <p:nvPr/>
        </p:nvSpPr>
        <p:spPr>
          <a:xfrm>
            <a:off x="594360" y="3200400"/>
            <a:ext cx="10789920" cy="1097280"/>
          </a:xfrm>
          <a:prstGeom prst="rect">
            <a:avLst/>
          </a:prstGeom>
          <a:noFill/>
          <a:ln>
            <a:noFill/>
          </a:ln>
        </p:spPr>
        <p:txBody>
          <a:bodyPr wrap="square" lIns="0" rIns="0" tIns="0" bIns="0"/>
          <a:lstStyle/>
          <a:p>
            <a:pPr marL="0" marR="0" indent="0">
              <a:lnSpc>
                <a:spcPct val="110000"/>
              </a:lnSpc>
              <a:spcAft>
                <a:spcPts val="900"/>
              </a:spcAft>
              <a:buNone/>
            </a:pPr>
            <a:r>
              <a:rPr lang="en-US" sz="3200" b="0">
                <a:solidFill>
                  <a:srgbClr val="FFFFFF"/>
                </a:solidFill>
                <a:latin typeface="Amazon Ember"/>
              </a:rPr>
              <a:t xml:space="preserve">Retrieval finds candidates. Inventory decides availability.</a:t>
            </a:r>
            <a:endParaRPr lang="en-US" sz="32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95DBBA19-9A7A-86C2-2107-517031D7F48A}"/>
            </a:ext>
          </a:extLst>
        </p:cNvPr>
        <p:cNvGrpSpPr/>
        <p:nvPr/>
      </p:nvGrpSpPr>
      <p:grpSpPr>
        <a:xfrm>
          <a:off x="0" y="0"/>
          <a:ext cx="0" cy="0"/>
          <a:chOff x="0" y="0"/>
          <a:chExt cx="0" cy="0"/>
        </a:xfrm>
      </p:grpSpPr>
      <p:sp>
        <p:nvSpPr>
          <p:cNvPr id="201" name="The transaction owns replay protection"/>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The transaction owns replay protection</a:t>
            </a:r>
            <a:endParaRPr lang="en-US" sz="3400"/>
          </a:p>
        </p:txBody>
      </p:sp>
      <p:sp>
        <p:nvSpPr>
          <p:cNvPr id="202" name="ONE HOLD PER REQUEST ID · NOT UNIVERSAL EXACTLY ONCE"/>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ONE HOLD PER REQUEST ID · NOT UNIVERSAL EXACTLY ONCE</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Stable intent"/>
          <p:cNvSpPr txBox="1"/>
          <p:nvPr/>
        </p:nvSpPr>
        <p:spPr>
          <a:xfrm>
            <a:off x="70408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Stable intent</a:t>
            </a:r>
            <a:endParaRPr lang="en-US" sz="2500"/>
          </a:p>
        </p:txBody>
      </p:sp>
      <p:sp>
        <p:nvSpPr>
          <p:cNvPr id="205" name="Request ID Canonical fingerprint"/>
          <p:cNvSpPr txBox="1"/>
          <p:nvPr/>
        </p:nvSpPr>
        <p:spPr>
          <a:xfrm>
            <a:off x="70408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Request ID</a:t>
            </a:r>
            <a:endParaRPr lang="en-US" sz="2200"/>
          </a:p>
          <a:p>
            <a:pPr marL="0" marR="0" indent="0">
              <a:lnSpc>
                <a:spcPct val="110000"/>
              </a:lnSpc>
              <a:spcAft>
                <a:spcPts val="900"/>
              </a:spcAft>
              <a:buNone/>
            </a:pPr>
            <a:r>
              <a:rPr lang="en-US" sz="2200" b="0">
                <a:solidFill>
                  <a:srgbClr val="FFFFFF"/>
                </a:solidFill>
                <a:latin typeface="Amazon Ember"/>
              </a:rPr>
              <a:t xml:space="preserve">Canonical fingerprint</a:t>
            </a:r>
            <a:endParaRPr lang="en-US" sz="2200"/>
          </a:p>
        </p:txBody>
      </p:sp>
      <p:sp>
        <p:nvSpPr>
          <p:cNvPr id="206" name="→"/>
          <p:cNvSpPr txBox="1"/>
          <p:nvPr/>
        </p:nvSpPr>
        <p:spPr>
          <a:xfrm>
            <a:off x="4030980" y="274320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07" name="">
            <a:extLst>
              <a:ext uri="{C183D7F6-B498-43B3-948B-1728B52AA6E4}">
                <adec:decorative xmlns:adec="http://schemas.microsoft.com/office/drawing/2017/decorative" val="1"/>
              </a:ext>
            </a:extLst>
          </p:cNvPr>
          <p:cNvSpPr txBox="1"/>
          <p:nvPr/>
        </p:nvSpPr>
        <p:spPr>
          <a:xfrm>
            <a:off x="432816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8" name="Aurora lock"/>
          <p:cNvSpPr txBox="1"/>
          <p:nvPr/>
        </p:nvSpPr>
        <p:spPr>
          <a:xfrm>
            <a:off x="452932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Aurora lock</a:t>
            </a:r>
            <a:endParaRPr lang="en-US" sz="2500"/>
          </a:p>
        </p:txBody>
      </p:sp>
      <p:sp>
        <p:nvSpPr>
          <p:cNvPr id="209" name="Serialize request Validate same terms"/>
          <p:cNvSpPr txBox="1"/>
          <p:nvPr/>
        </p:nvSpPr>
        <p:spPr>
          <a:xfrm>
            <a:off x="452932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Serialize request</a:t>
            </a:r>
            <a:endParaRPr lang="en-US" sz="2200"/>
          </a:p>
          <a:p>
            <a:pPr marL="0" marR="0" indent="0">
              <a:lnSpc>
                <a:spcPct val="110000"/>
              </a:lnSpc>
              <a:spcAft>
                <a:spcPts val="900"/>
              </a:spcAft>
              <a:buNone/>
            </a:pPr>
            <a:r>
              <a:rPr lang="en-US" sz="2200" b="0">
                <a:solidFill>
                  <a:srgbClr val="FFFFFF"/>
                </a:solidFill>
                <a:latin typeface="Amazon Ember"/>
              </a:rPr>
              <a:t xml:space="preserve">Validate same terms</a:t>
            </a:r>
            <a:endParaRPr lang="en-US" sz="2200"/>
          </a:p>
        </p:txBody>
      </p:sp>
      <p:sp>
        <p:nvSpPr>
          <p:cNvPr id="210" name="→"/>
          <p:cNvSpPr txBox="1"/>
          <p:nvPr/>
        </p:nvSpPr>
        <p:spPr>
          <a:xfrm>
            <a:off x="7856220" y="274320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11" name="">
            <a:extLst>
              <a:ext uri="{C183D7F6-B498-43B3-948B-1728B52AA6E4}">
                <adec:decorative xmlns:adec="http://schemas.microsoft.com/office/drawing/2017/decorative" val="1"/>
              </a:ext>
            </a:extLst>
          </p:cNvPr>
          <p:cNvSpPr txBox="1"/>
          <p:nvPr/>
        </p:nvSpPr>
        <p:spPr>
          <a:xfrm>
            <a:off x="815340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2" name="Receipt"/>
          <p:cNvSpPr txBox="1"/>
          <p:nvPr/>
        </p:nvSpPr>
        <p:spPr>
          <a:xfrm>
            <a:off x="835456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Receipt</a:t>
            </a:r>
            <a:endParaRPr lang="en-US" sz="2500"/>
          </a:p>
        </p:txBody>
      </p:sp>
      <p:sp>
        <p:nvSpPr>
          <p:cNvPr id="213" name="Same booking ID Same original expiry"/>
          <p:cNvSpPr txBox="1"/>
          <p:nvPr/>
        </p:nvSpPr>
        <p:spPr>
          <a:xfrm>
            <a:off x="835456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Same booking ID</a:t>
            </a:r>
            <a:endParaRPr lang="en-US" sz="2200"/>
          </a:p>
          <a:p>
            <a:pPr marL="0" marR="0" indent="0">
              <a:lnSpc>
                <a:spcPct val="110000"/>
              </a:lnSpc>
              <a:spcAft>
                <a:spcPts val="900"/>
              </a:spcAft>
              <a:buNone/>
            </a:pPr>
            <a:r>
              <a:rPr lang="en-US" sz="2200" b="0">
                <a:solidFill>
                  <a:srgbClr val="FFFFFF"/>
                </a:solidFill>
                <a:latin typeface="Amazon Ember"/>
              </a:rPr>
              <a:t xml:space="preserve">Same original expiry</a:t>
            </a:r>
            <a:endParaRPr lang="en-US" sz="2200"/>
          </a:p>
        </p:txBody>
      </p:sp>
      <p:sp>
        <p:nvSpPr>
          <p:cNvPr id="214" name="A reused request ID with different terms is an error."/>
          <p:cNvSpPr txBox="1"/>
          <p:nvPr/>
        </p:nvSpPr>
        <p:spPr>
          <a:xfrm>
            <a:off x="640080" y="4709160"/>
            <a:ext cx="10789920" cy="640080"/>
          </a:xfrm>
          <a:prstGeom prst="rect">
            <a:avLst/>
          </a:prstGeom>
          <a:noFill/>
          <a:ln>
            <a:noFill/>
          </a:ln>
        </p:spPr>
        <p:txBody>
          <a:bodyPr wrap="square" lIns="0" rIns="0" tIns="0" bIns="0"/>
          <a:lstStyle/>
          <a:p>
            <a:pPr marL="0" marR="0" indent="0">
              <a:lnSpc>
                <a:spcPct val="110000"/>
              </a:lnSpc>
              <a:spcAft>
                <a:spcPts val="900"/>
              </a:spcAft>
              <a:buNone/>
            </a:pPr>
            <a:r>
              <a:rPr lang="en-US" sz="2800" b="0">
                <a:solidFill>
                  <a:srgbClr val="D6B6FF"/>
                </a:solidFill>
                <a:latin typeface="Amazon Ember"/>
              </a:rPr>
              <a:t xml:space="preserve">A reused request ID with different terms is an error.</a:t>
            </a:r>
            <a:endParaRPr lang="en-US" sz="2800"/>
          </a:p>
        </p:txBody>
      </p:sp>
      <p:sp>
        <p:nvSpPr>
          <p:cNvPr id="215" name="Inventory locking and lease fencing protect different races."/>
          <p:cNvSpPr txBox="1"/>
          <p:nvPr/>
        </p:nvSpPr>
        <p:spPr>
          <a:xfrm>
            <a:off x="640080" y="5532120"/>
            <a:ext cx="10789920" cy="640080"/>
          </a:xfrm>
          <a:prstGeom prst="rect">
            <a:avLst/>
          </a:prstGeom>
          <a:noFill/>
          <a:ln>
            <a:noFill/>
          </a:ln>
        </p:spPr>
        <p:txBody>
          <a:bodyPr wrap="square" lIns="0" rIns="0" tIns="0" bIns="0"/>
          <a:lstStyle/>
          <a:p>
            <a:pPr marL="0" marR="0" indent="0">
              <a:lnSpc>
                <a:spcPct val="110000"/>
              </a:lnSpc>
              <a:spcAft>
                <a:spcPts val="900"/>
              </a:spcAft>
              <a:buNone/>
            </a:pPr>
            <a:r>
              <a:rPr lang="en-US" sz="2500" b="0">
                <a:solidFill>
                  <a:srgbClr val="FFFFFF"/>
                </a:solidFill>
                <a:latin typeface="Amazon Ember"/>
              </a:rPr>
              <a:t xml:space="preserve">Inventory locking and lease fencing protect different races.</a:t>
            </a:r>
            <a:endParaRPr lang="en-US" sz="2500"/>
          </a:p>
        </p:txBody>
      </p:sp>
    </p:spTree>
    <p:extLst>
      <p:ext uri="{BB962C8B-B14F-4D97-AF65-F5344CB8AC3E}">
        <p14:creationId xmlns:p14="http://schemas.microsoft.com/office/powerpoint/2010/main" val="4065493038"/>
      </p:ext>
    </p:extLst>
  </p:cSld>
  <p:clrMapOvr>
    <a:masterClrMapping/>
  </p:clrMapOvr>
  <mc:AlternateContent xmlns:mc="http://schemas.openxmlformats.org/markup-compatibility/2006" xmlns:p159="http://schemas.microsoft.com/office/powerpoint/2015/09/main">
    <mc:Choice Requires="p159"/>
    <mc:Fallback xmlns=""/>
  </mc:AlternateContent>
</p:sld>
</file>

<file path=ppt/slides/slide23.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3DBFD193-9588-772D-1138-B4939FC51987}"/>
            </a:ext>
          </a:extLst>
        </p:cNvPr>
        <p:cNvGrpSpPr/>
        <p:nvPr/>
      </p:nvGrpSpPr>
      <p:grpSpPr>
        <a:xfrm>
          <a:off x="0" y="0"/>
          <a:ext cx="0" cy="0"/>
          <a:chOff x="0" y="0"/>
          <a:chExt cx="0" cy="0"/>
        </a:xfrm>
      </p:grpSpPr>
      <p:sp>
        <p:nvSpPr>
          <p:cNvPr id="201" name="Finding a trip does not authorize a reservation"/>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Finding a trip does not authorize a reservation</a:t>
            </a:r>
            <a:endParaRPr lang="en-US" sz="3400"/>
          </a:p>
        </p:txBody>
      </p:sp>
      <p:sp>
        <p:nvSpPr>
          <p:cNvPr id="202" name="IMPLEMENTED IN MERIDIA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IMPLEMENTED IN MERIDIAN</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Search"/>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Search</a:t>
            </a:r>
            <a:endParaRPr lang="en-US" sz="2500"/>
          </a:p>
        </p:txBody>
      </p:sp>
      <p:sp>
        <p:nvSpPr>
          <p:cNvPr id="205" name="Interpret the request Retrieve grounded candidates"/>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Interpret the request</a:t>
            </a:r>
            <a:endParaRPr lang="en-US" sz="2200"/>
          </a:p>
          <a:p>
            <a:pPr marL="0" marR="0" indent="0">
              <a:lnSpc>
                <a:spcPct val="110000"/>
              </a:lnSpc>
              <a:spcAft>
                <a:spcPts val="900"/>
              </a:spcAft>
              <a:buNone/>
            </a:pPr>
            <a:r>
              <a:rPr lang="en-US" sz="2200" b="0">
                <a:solidFill>
                  <a:srgbClr val="FFFFFF"/>
                </a:solidFill>
                <a:latin typeface="Amazon Ember"/>
              </a:rPr>
              <a:t xml:space="preserve">Retrieve grounded candidates</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Details"/>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Details</a:t>
            </a:r>
            <a:endParaRPr lang="en-US" sz="2500"/>
          </a:p>
        </p:txBody>
      </p:sp>
      <p:sp>
        <p:nvSpPr>
          <p:cNvPr id="208" name="Read package attributes Check published durations"/>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Read package attributes</a:t>
            </a:r>
            <a:endParaRPr lang="en-US" sz="2200"/>
          </a:p>
          <a:p>
            <a:pPr marL="0" marR="0" indent="0">
              <a:lnSpc>
                <a:spcPct val="110000"/>
              </a:lnSpc>
              <a:spcAft>
                <a:spcPts val="900"/>
              </a:spcAft>
              <a:buNone/>
            </a:pPr>
            <a:r>
              <a:rPr lang="en-US" sz="2200" b="0">
                <a:solidFill>
                  <a:srgbClr val="FFFFFF"/>
                </a:solidFill>
                <a:latin typeface="Amazon Ember"/>
              </a:rPr>
              <a:t xml:space="preserve">Check published durations</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Availability"/>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Availability</a:t>
            </a:r>
            <a:endParaRPr lang="en-US" sz="2500"/>
          </a:p>
        </p:txBody>
      </p:sp>
      <p:sp>
        <p:nvSpPr>
          <p:cNvPr id="211" name="Read inventory No booking write in Retrieval"/>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Read inventory</a:t>
            </a:r>
            <a:endParaRPr lang="en-US" sz="2200"/>
          </a:p>
          <a:p>
            <a:pPr marL="0" marR="0" indent="0">
              <a:lnSpc>
                <a:spcPct val="110000"/>
              </a:lnSpc>
              <a:spcAft>
                <a:spcPts val="900"/>
              </a:spcAft>
              <a:buNone/>
            </a:pPr>
            <a:r>
              <a:rPr lang="en-US" sz="2200" b="0">
                <a:solidFill>
                  <a:srgbClr val="FFFFFF"/>
                </a:solidFill>
                <a:latin typeface="Amazon Ember"/>
              </a:rPr>
              <a:t xml:space="preserve">No booking write in Retrieval</a:t>
            </a:r>
            <a:endParaRPr lang="en-US" sz="2200"/>
          </a:p>
        </p:txBody>
      </p:sp>
    </p:spTree>
    <p:extLst>
      <p:ext uri="{BB962C8B-B14F-4D97-AF65-F5344CB8AC3E}">
        <p14:creationId xmlns:p14="http://schemas.microsoft.com/office/powerpoint/2010/main" val="4008364824"/>
      </p:ext>
    </p:extLst>
  </p:cSld>
  <p:clrMapOvr>
    <a:masterClrMapping/>
  </p:clrMapOvr>
  <mc:AlternateContent xmlns:mc="http://schemas.openxmlformats.org/markup-compatibility/2006" xmlns:p14="http://schemas.microsoft.com/office/powerpoint/2010/main">
    <mc:Choice Requires="p14"/>
    <mc:Fallback xmlns=""/>
  </mc:AlternateContent>
</p:sld>
</file>

<file path=ppt/slides/slide24.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A5E71A26-B94E-DC0F-DCE9-F3C95F8765AB}"/>
            </a:ext>
          </a:extLst>
        </p:cNvPr>
        <p:cNvGrpSpPr/>
        <p:nvPr/>
      </p:nvGrpSpPr>
      <p:grpSpPr>
        <a:xfrm>
          <a:off x="0" y="0"/>
          <a:ext cx="0" cy="0"/>
          <a:chOff x="0" y="0"/>
          <a:chExt cx="0" cy="0"/>
        </a:xfrm>
      </p:grpSpPr>
      <p:sp>
        <p:nvSpPr>
          <p:cNvPr id="201" name="Words and meaning produce candidates"/>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Words and meaning produce candidates</a:t>
            </a:r>
            <a:endParaRPr lang="en-US" sz="3400"/>
          </a:p>
        </p:txBody>
      </p:sp>
      <p:sp>
        <p:nvSpPr>
          <p:cNvPr id="202" name="PHASE 3 · HYBRID RETRIEVAL + RERANK"/>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PHASE 3 · HYBRID RETRIEVAL + RERANK</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Retrieve"/>
          <p:cNvSpPr txBox="1"/>
          <p:nvPr/>
        </p:nvSpPr>
        <p:spPr>
          <a:xfrm>
            <a:off x="70408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Retrieve</a:t>
            </a:r>
            <a:endParaRPr lang="en-US" sz="2500"/>
          </a:p>
        </p:txBody>
      </p:sp>
      <p:sp>
        <p:nvSpPr>
          <p:cNvPr id="205" name="Full-text search pgvector similarity"/>
          <p:cNvSpPr txBox="1"/>
          <p:nvPr/>
        </p:nvSpPr>
        <p:spPr>
          <a:xfrm>
            <a:off x="70408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Full-text search</a:t>
            </a:r>
            <a:endParaRPr lang="en-US" sz="2200"/>
          </a:p>
          <a:p>
            <a:pPr marL="0" marR="0" indent="0">
              <a:lnSpc>
                <a:spcPct val="110000"/>
              </a:lnSpc>
              <a:spcAft>
                <a:spcPts val="900"/>
              </a:spcAft>
              <a:buNone/>
            </a:pPr>
            <a:r>
              <a:rPr lang="en-US" sz="2200" b="0">
                <a:solidFill>
                  <a:srgbClr val="FFFFFF"/>
                </a:solidFill>
                <a:latin typeface="Amazon Ember"/>
              </a:rPr>
              <a:t xml:space="preserve">pgvector similarity</a:t>
            </a:r>
            <a:endParaRPr lang="en-US" sz="2200"/>
          </a:p>
        </p:txBody>
      </p:sp>
      <p:sp>
        <p:nvSpPr>
          <p:cNvPr id="206" name="→"/>
          <p:cNvSpPr txBox="1"/>
          <p:nvPr/>
        </p:nvSpPr>
        <p:spPr>
          <a:xfrm>
            <a:off x="4030980" y="274320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07" name="">
            <a:extLst>
              <a:ext uri="{C183D7F6-B498-43B3-948B-1728B52AA6E4}">
                <adec:decorative xmlns:adec="http://schemas.microsoft.com/office/drawing/2017/decorative" val="1"/>
              </a:ext>
            </a:extLst>
          </p:cNvPr>
          <p:cNvSpPr txBox="1"/>
          <p:nvPr/>
        </p:nvSpPr>
        <p:spPr>
          <a:xfrm>
            <a:off x="432816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8" name="Fuse"/>
          <p:cNvSpPr txBox="1"/>
          <p:nvPr/>
        </p:nvSpPr>
        <p:spPr>
          <a:xfrm>
            <a:off x="452932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Fuse</a:t>
            </a:r>
            <a:endParaRPr lang="en-US" sz="2500"/>
          </a:p>
        </p:txBody>
      </p:sp>
      <p:sp>
        <p:nvSpPr>
          <p:cNvPr id="209" name="Merge + deduplicate Bound candidates"/>
          <p:cNvSpPr txBox="1"/>
          <p:nvPr/>
        </p:nvSpPr>
        <p:spPr>
          <a:xfrm>
            <a:off x="452932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Merge + deduplicate</a:t>
            </a:r>
            <a:endParaRPr lang="en-US" sz="2200"/>
          </a:p>
          <a:p>
            <a:pPr marL="0" marR="0" indent="0">
              <a:lnSpc>
                <a:spcPct val="110000"/>
              </a:lnSpc>
              <a:spcAft>
                <a:spcPts val="900"/>
              </a:spcAft>
              <a:buNone/>
            </a:pPr>
            <a:r>
              <a:rPr lang="en-US" sz="2200" b="0">
                <a:solidFill>
                  <a:srgbClr val="FFFFFF"/>
                </a:solidFill>
                <a:latin typeface="Amazon Ember"/>
              </a:rPr>
              <a:t xml:space="preserve">Bound candidates</a:t>
            </a:r>
            <a:endParaRPr lang="en-US" sz="2200"/>
          </a:p>
        </p:txBody>
      </p:sp>
      <p:sp>
        <p:nvSpPr>
          <p:cNvPr id="210" name="→"/>
          <p:cNvSpPr txBox="1"/>
          <p:nvPr/>
        </p:nvSpPr>
        <p:spPr>
          <a:xfrm>
            <a:off x="7856220" y="274320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11" name="">
            <a:extLst>
              <a:ext uri="{C183D7F6-B498-43B3-948B-1728B52AA6E4}">
                <adec:decorative xmlns:adec="http://schemas.microsoft.com/office/drawing/2017/decorative" val="1"/>
              </a:ext>
            </a:extLst>
          </p:cNvPr>
          <p:cNvSpPr txBox="1"/>
          <p:nvPr/>
        </p:nvSpPr>
        <p:spPr>
          <a:xfrm>
            <a:off x="8153400" y="201168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2" name="Rerank"/>
          <p:cNvSpPr txBox="1"/>
          <p:nvPr/>
        </p:nvSpPr>
        <p:spPr>
          <a:xfrm>
            <a:off x="8354568" y="219456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Rerank</a:t>
            </a:r>
            <a:endParaRPr lang="en-US" sz="2500"/>
          </a:p>
        </p:txBody>
      </p:sp>
      <p:sp>
        <p:nvSpPr>
          <p:cNvPr id="213" name="Bedrock relevance Return a shortlist"/>
          <p:cNvSpPr txBox="1"/>
          <p:nvPr/>
        </p:nvSpPr>
        <p:spPr>
          <a:xfrm>
            <a:off x="8354568" y="299923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Bedrock relevance</a:t>
            </a:r>
            <a:endParaRPr lang="en-US" sz="2200"/>
          </a:p>
          <a:p>
            <a:pPr marL="0" marR="0" indent="0">
              <a:lnSpc>
                <a:spcPct val="110000"/>
              </a:lnSpc>
              <a:spcAft>
                <a:spcPts val="900"/>
              </a:spcAft>
              <a:buNone/>
            </a:pPr>
            <a:r>
              <a:rPr lang="en-US" sz="2200" b="0">
                <a:solidFill>
                  <a:srgbClr val="FFFFFF"/>
                </a:solidFill>
                <a:latin typeface="Amazon Ember"/>
              </a:rPr>
              <a:t xml:space="preserve">Return a shortlist</a:t>
            </a:r>
            <a:endParaRPr lang="en-US" sz="2200"/>
          </a:p>
        </p:txBody>
      </p:sp>
      <p:sp>
        <p:nvSpPr>
          <p:cNvPr id="214" name="“Find a quiet, romantic wine-country retreat with a private villa.”"/>
          <p:cNvSpPr txBox="1"/>
          <p:nvPr/>
        </p:nvSpPr>
        <p:spPr>
          <a:xfrm>
            <a:off x="640080" y="4663440"/>
            <a:ext cx="10698480" cy="914400"/>
          </a:xfrm>
          <a:prstGeom prst="rect">
            <a:avLst/>
          </a:prstGeom>
          <a:noFill/>
          <a:ln>
            <a:noFill/>
          </a:ln>
        </p:spPr>
        <p:txBody>
          <a:bodyPr wrap="square" lIns="0" rIns="0" tIns="0" bIns="0"/>
          <a:lstStyle/>
          <a:p>
            <a:pPr marL="0" marR="0" indent="0">
              <a:lnSpc>
                <a:spcPct val="110000"/>
              </a:lnSpc>
              <a:spcAft>
                <a:spcPts val="900"/>
              </a:spcAft>
              <a:buNone/>
            </a:pPr>
            <a:r>
              <a:rPr lang="en-US" sz="2700" b="0">
                <a:solidFill>
                  <a:srgbClr val="D6B6FF"/>
                </a:solidFill>
                <a:latin typeface="Amazon Ember"/>
              </a:rPr>
              <a:t xml:space="preserve">“Find a quiet, romantic wine-country retreat with a private villa.”</a:t>
            </a:r>
            <a:endParaRPr lang="en-US" sz="2700"/>
          </a:p>
        </p:txBody>
      </p:sp>
      <p:sp>
        <p:nvSpPr>
          <p:cNvPr id="215" name="If reranking is unavailable, label the hybrid-order fallback."/>
          <p:cNvSpPr txBox="1"/>
          <p:nvPr/>
        </p:nvSpPr>
        <p:spPr>
          <a:xfrm>
            <a:off x="640080" y="5669280"/>
            <a:ext cx="10698480" cy="548640"/>
          </a:xfrm>
          <a:prstGeom prst="rect">
            <a:avLst/>
          </a:prstGeom>
          <a:noFill/>
          <a:ln>
            <a:noFill/>
          </a:ln>
        </p:spPr>
        <p:txBody>
          <a:bodyPr wrap="square" lIns="0" rIns="0" tIns="0" bIns="0"/>
          <a:lstStyle/>
          <a:p>
            <a:pPr marL="0" marR="0" indent="0">
              <a:lnSpc>
                <a:spcPct val="110000"/>
              </a:lnSpc>
              <a:spcAft>
                <a:spcPts val="900"/>
              </a:spcAft>
              <a:buNone/>
            </a:pPr>
            <a:r>
              <a:rPr lang="en-US" sz="2300" b="0">
                <a:solidFill>
                  <a:srgbClr val="FFFFFF"/>
                </a:solidFill>
                <a:latin typeface="Amazon Ember"/>
              </a:rPr>
              <a:t xml:space="preserve">If reranking is unavailable, label the hybrid-order fallback.</a:t>
            </a:r>
            <a:endParaRPr lang="en-US" sz="2300"/>
          </a:p>
        </p:txBody>
      </p:sp>
    </p:spTree>
    <p:extLst>
      <p:ext uri="{BB962C8B-B14F-4D97-AF65-F5344CB8AC3E}">
        <p14:creationId xmlns:p14="http://schemas.microsoft.com/office/powerpoint/2010/main" val="25567768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7F2A9996-E0C1-F56D-DE03-91813426E882}"/>
            </a:ext>
          </a:extLst>
        </p:cNvPr>
        <p:cNvGrpSpPr/>
        <p:nvPr/>
      </p:nvGrpSpPr>
      <p:grpSpPr>
        <a:xfrm>
          <a:off x="0" y="0"/>
          <a:ext cx="0" cy="0"/>
          <a:chOff x="0" y="0"/>
          <a:chExt cx="0" cy="0"/>
        </a:xfrm>
      </p:grpSpPr>
      <p:sp>
        <p:nvSpPr>
          <p:cNvPr id="201" name="Follow each claim to an independent record"/>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Follow each claim to an independent record</a:t>
            </a:r>
            <a:endParaRPr lang="en-US" sz="3400"/>
          </a:p>
        </p:txBody>
      </p:sp>
      <p:sp>
        <p:nvSpPr>
          <p:cNvPr id="202" name="IMPLEMENTED IN MERIDIA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IMPLEMENTED IN MERIDIAN</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Workflow"/>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Workflow</a:t>
            </a:r>
            <a:endParaRPr lang="en-US" sz="2500"/>
          </a:p>
        </p:txBody>
      </p:sp>
      <p:sp>
        <p:nvSpPr>
          <p:cNvPr id="205" name="Thread + checkpoint Attempt + worker ID Saved resume receipt"/>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Thread + checkpoint</a:t>
            </a:r>
            <a:endParaRPr lang="en-US" sz="2200"/>
          </a:p>
          <a:p>
            <a:pPr marL="0" marR="0" indent="0">
              <a:lnSpc>
                <a:spcPct val="110000"/>
              </a:lnSpc>
              <a:spcAft>
                <a:spcPts val="900"/>
              </a:spcAft>
              <a:buNone/>
            </a:pPr>
            <a:r>
              <a:rPr lang="en-US" sz="2200" b="0">
                <a:solidFill>
                  <a:srgbClr val="FFFFFF"/>
                </a:solidFill>
                <a:latin typeface="Amazon Ember"/>
              </a:rPr>
              <a:t xml:space="preserve">Attempt + worker ID</a:t>
            </a:r>
            <a:endParaRPr lang="en-US" sz="2200"/>
          </a:p>
          <a:p>
            <a:pPr marL="0" marR="0" indent="0">
              <a:lnSpc>
                <a:spcPct val="110000"/>
              </a:lnSpc>
              <a:spcAft>
                <a:spcPts val="900"/>
              </a:spcAft>
              <a:buNone/>
            </a:pPr>
            <a:r>
              <a:rPr lang="en-US" sz="2200" b="0">
                <a:solidFill>
                  <a:srgbClr val="FFFFFF"/>
                </a:solidFill>
                <a:latin typeface="Amazon Ember"/>
              </a:rPr>
              <a:t xml:space="preserve">Saved resume receipt</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Authority"/>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Authority</a:t>
            </a:r>
            <a:endParaRPr lang="en-US" sz="2500"/>
          </a:p>
        </p:txBody>
      </p:sp>
      <p:sp>
        <p:nvSpPr>
          <p:cNvPr id="208" name="Workload binding audit Cedar allow or deny Pinned arguments"/>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Workload binding audit</a:t>
            </a:r>
            <a:endParaRPr lang="en-US" sz="2200"/>
          </a:p>
          <a:p>
            <a:pPr marL="0" marR="0" indent="0">
              <a:lnSpc>
                <a:spcPct val="110000"/>
              </a:lnSpc>
              <a:spcAft>
                <a:spcPts val="900"/>
              </a:spcAft>
              <a:buNone/>
            </a:pPr>
            <a:r>
              <a:rPr lang="en-US" sz="2200" b="0">
                <a:solidFill>
                  <a:srgbClr val="FFFFFF"/>
                </a:solidFill>
                <a:latin typeface="Amazon Ember"/>
              </a:rPr>
              <a:t xml:space="preserve">Cedar allow or deny</a:t>
            </a:r>
            <a:endParaRPr lang="en-US" sz="2200"/>
          </a:p>
          <a:p>
            <a:pPr marL="0" marR="0" indent="0">
              <a:lnSpc>
                <a:spcPct val="110000"/>
              </a:lnSpc>
              <a:spcAft>
                <a:spcPts val="900"/>
              </a:spcAft>
              <a:buNone/>
            </a:pPr>
            <a:r>
              <a:rPr lang="en-US" sz="2200" b="0">
                <a:solidFill>
                  <a:srgbClr val="FFFFFF"/>
                </a:solidFill>
                <a:latin typeface="Amazon Ember"/>
              </a:rPr>
              <a:t xml:space="preserve">Pinned arguments</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Business result"/>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Business result</a:t>
            </a:r>
            <a:endParaRPr lang="en-US" sz="2500"/>
          </a:p>
        </p:txBody>
      </p:sp>
      <p:sp>
        <p:nvSpPr>
          <p:cNvPr id="211" name="hold_requests + bookings One request, one record Original expiry retai"/>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hold_requests + bookings</a:t>
            </a:r>
            <a:endParaRPr lang="en-US" sz="2200"/>
          </a:p>
          <a:p>
            <a:pPr marL="0" marR="0" indent="0">
              <a:lnSpc>
                <a:spcPct val="110000"/>
              </a:lnSpc>
              <a:spcAft>
                <a:spcPts val="900"/>
              </a:spcAft>
              <a:buNone/>
            </a:pPr>
            <a:r>
              <a:rPr lang="en-US" sz="2200" b="0">
                <a:solidFill>
                  <a:srgbClr val="FFFFFF"/>
                </a:solidFill>
                <a:latin typeface="Amazon Ember"/>
              </a:rPr>
              <a:t xml:space="preserve">One request, one record</a:t>
            </a:r>
            <a:endParaRPr lang="en-US" sz="2200"/>
          </a:p>
          <a:p>
            <a:pPr marL="0" marR="0" indent="0">
              <a:lnSpc>
                <a:spcPct val="110000"/>
              </a:lnSpc>
              <a:spcAft>
                <a:spcPts val="900"/>
              </a:spcAft>
              <a:buNone/>
            </a:pPr>
            <a:r>
              <a:rPr lang="en-US" sz="2200" b="0">
                <a:solidFill>
                  <a:srgbClr val="FFFFFF"/>
                </a:solidFill>
                <a:latin typeface="Amazon Ember"/>
              </a:rPr>
              <a:t xml:space="preserve">Original expiry retained</a:t>
            </a:r>
            <a:endParaRPr lang="en-US" sz="2200"/>
          </a:p>
        </p:txBody>
      </p:sp>
    </p:spTree>
    <p:extLst>
      <p:ext uri="{BB962C8B-B14F-4D97-AF65-F5344CB8AC3E}">
        <p14:creationId xmlns:p14="http://schemas.microsoft.com/office/powerpoint/2010/main" val="33488714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01" name="Remember the traveler. Govern the action."/>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Remember the traveler. Govern the action.</a:t>
            </a:r>
            <a:endParaRPr lang="en-US" sz="3400"/>
          </a:p>
        </p:txBody>
      </p:sp>
      <p:sp>
        <p:nvSpPr>
          <p:cNvPr id="202" name="MERIDIAN CAPABILITY LADDER"/>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MERIDIAN CAPABILITY LADDER</a:t>
            </a:r>
            <a:endParaRPr lang="en-US" sz="1200"/>
          </a:p>
        </p:txBody>
      </p:sp>
      <p:sp>
        <p:nvSpPr>
          <p:cNvPr id="203" name="Context is useful. Authority must be explicit."/>
          <p:cNvSpPr txBox="1"/>
          <p:nvPr/>
        </p:nvSpPr>
        <p:spPr>
          <a:xfrm>
            <a:off x="594360" y="3200400"/>
            <a:ext cx="10789920" cy="1097280"/>
          </a:xfrm>
          <a:prstGeom prst="rect">
            <a:avLst/>
          </a:prstGeom>
          <a:noFill/>
          <a:ln>
            <a:noFill/>
          </a:ln>
        </p:spPr>
        <p:txBody>
          <a:bodyPr wrap="square" lIns="0" rIns="0" tIns="0" bIns="0"/>
          <a:lstStyle/>
          <a:p>
            <a:pPr marL="0" marR="0" indent="0">
              <a:lnSpc>
                <a:spcPct val="110000"/>
              </a:lnSpc>
              <a:spcAft>
                <a:spcPts val="900"/>
              </a:spcAft>
              <a:buNone/>
            </a:pPr>
            <a:r>
              <a:rPr lang="en-US" sz="3200" b="0">
                <a:solidFill>
                  <a:srgbClr val="FFFFFF"/>
                </a:solidFill>
                <a:latin typeface="Amazon Ember"/>
              </a:rPr>
              <a:t xml:space="preserve">Context is useful. Authority must be explicit.</a:t>
            </a:r>
            <a:endParaRPr lang="en-US" sz="32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9E335820-23A8-9A34-AE2E-4A4C4574770D}"/>
            </a:ext>
          </a:extLst>
        </p:cNvPr>
        <p:cNvGrpSpPr/>
        <p:nvPr/>
      </p:nvGrpSpPr>
      <p:grpSpPr>
        <a:xfrm>
          <a:off x="0" y="0"/>
          <a:ext cx="0" cy="0"/>
          <a:chOff x="0" y="0"/>
          <a:chExt cx="0" cy="0"/>
        </a:xfrm>
      </p:grpSpPr>
      <p:sp>
        <p:nvSpPr>
          <p:cNvPr id="201" name="Put authority outside the model"/>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Put authority outside the model</a:t>
            </a:r>
            <a:endParaRPr lang="en-US" sz="3400"/>
          </a:p>
        </p:txBody>
      </p:sp>
      <p:sp>
        <p:nvSpPr>
          <p:cNvPr id="202" name="PHASE 4 · TRUST BOUNDARIES"/>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PHASE 4 · TRUST BOUNDARIES</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Browser → API"/>
          <p:cNvSpPr txBox="1"/>
          <p:nvPr/>
        </p:nvSpPr>
        <p:spPr>
          <a:xfrm>
            <a:off x="704088" y="201168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Browser → API</a:t>
            </a:r>
            <a:endParaRPr lang="en-US" sz="2500"/>
          </a:p>
        </p:txBody>
      </p:sp>
      <p:sp>
        <p:nvSpPr>
          <p:cNvPr id="205" name="Authenticate caller Bind Alex"/>
          <p:cNvSpPr txBox="1"/>
          <p:nvPr/>
        </p:nvSpPr>
        <p:spPr>
          <a:xfrm>
            <a:off x="704088" y="281635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Authenticate caller</a:t>
            </a:r>
            <a:endParaRPr lang="en-US" sz="2200"/>
          </a:p>
          <a:p>
            <a:pPr marL="0" marR="0" indent="0">
              <a:lnSpc>
                <a:spcPct val="110000"/>
              </a:lnSpc>
              <a:spcAft>
                <a:spcPts val="900"/>
              </a:spcAft>
              <a:buNone/>
            </a:pPr>
            <a:r>
              <a:rPr lang="en-US" sz="2200" b="0">
                <a:solidFill>
                  <a:srgbClr val="FFFFFF"/>
                </a:solidFill>
                <a:latin typeface="Amazon Ember"/>
              </a:rPr>
              <a:t xml:space="preserve">Bind Alex</a:t>
            </a:r>
            <a:endParaRPr lang="en-US" sz="2200"/>
          </a:p>
        </p:txBody>
      </p:sp>
      <p:sp>
        <p:nvSpPr>
          <p:cNvPr id="206" name="→"/>
          <p:cNvSpPr txBox="1"/>
          <p:nvPr/>
        </p:nvSpPr>
        <p:spPr>
          <a:xfrm>
            <a:off x="4030980" y="256032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07" name="">
            <a:extLst>
              <a:ext uri="{C183D7F6-B498-43B3-948B-1728B52AA6E4}">
                <adec:decorative xmlns:adec="http://schemas.microsoft.com/office/drawing/2017/decorative" val="1"/>
              </a:ext>
            </a:extLst>
          </p:cNvPr>
          <p:cNvSpPr txBox="1"/>
          <p:nvPr/>
        </p:nvSpPr>
        <p:spPr>
          <a:xfrm>
            <a:off x="4328160" y="182880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8" name="Runtime hooks"/>
          <p:cNvSpPr txBox="1"/>
          <p:nvPr/>
        </p:nvSpPr>
        <p:spPr>
          <a:xfrm>
            <a:off x="4529328" y="201168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Runtime hooks</a:t>
            </a:r>
            <a:endParaRPr lang="en-US" sz="2500"/>
          </a:p>
        </p:txBody>
      </p:sp>
      <p:sp>
        <p:nvSpPr>
          <p:cNvPr id="209" name="Pin traveler Confirmation + budget"/>
          <p:cNvSpPr txBox="1"/>
          <p:nvPr/>
        </p:nvSpPr>
        <p:spPr>
          <a:xfrm>
            <a:off x="4529328" y="281635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Pin traveler</a:t>
            </a:r>
            <a:endParaRPr lang="en-US" sz="2200"/>
          </a:p>
          <a:p>
            <a:pPr marL="0" marR="0" indent="0">
              <a:lnSpc>
                <a:spcPct val="110000"/>
              </a:lnSpc>
              <a:spcAft>
                <a:spcPts val="900"/>
              </a:spcAft>
              <a:buNone/>
            </a:pPr>
            <a:r>
              <a:rPr lang="en-US" sz="2200" b="0">
                <a:solidFill>
                  <a:srgbClr val="FFFFFF"/>
                </a:solidFill>
                <a:latin typeface="Amazon Ember"/>
              </a:rPr>
              <a:t xml:space="preserve">Confirmation + budget</a:t>
            </a:r>
            <a:endParaRPr lang="en-US" sz="2200"/>
          </a:p>
        </p:txBody>
      </p:sp>
      <p:sp>
        <p:nvSpPr>
          <p:cNvPr id="210" name="→"/>
          <p:cNvSpPr txBox="1"/>
          <p:nvPr/>
        </p:nvSpPr>
        <p:spPr>
          <a:xfrm>
            <a:off x="7856220" y="256032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11" name="">
            <a:extLst>
              <a:ext uri="{C183D7F6-B498-43B3-948B-1728B52AA6E4}">
                <adec:decorative xmlns:adec="http://schemas.microsoft.com/office/drawing/2017/decorative" val="1"/>
              </a:ext>
            </a:extLst>
          </p:cNvPr>
          <p:cNvSpPr txBox="1"/>
          <p:nvPr/>
        </p:nvSpPr>
        <p:spPr>
          <a:xfrm>
            <a:off x="8153400" y="182880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2" name="Gateway + Cedar"/>
          <p:cNvSpPr txBox="1"/>
          <p:nvPr/>
        </p:nvSpPr>
        <p:spPr>
          <a:xfrm>
            <a:off x="8354568" y="201168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Gateway + Cedar</a:t>
            </a:r>
            <a:endParaRPr lang="en-US" sz="2500"/>
          </a:p>
        </p:txBody>
      </p:sp>
      <p:sp>
        <p:nvSpPr>
          <p:cNvPr id="213" name="Evaluate permission Then invoke Lambda"/>
          <p:cNvSpPr txBox="1"/>
          <p:nvPr/>
        </p:nvSpPr>
        <p:spPr>
          <a:xfrm>
            <a:off x="8354568" y="281635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Evaluate permission</a:t>
            </a:r>
            <a:endParaRPr lang="en-US" sz="2200"/>
          </a:p>
          <a:p>
            <a:pPr marL="0" marR="0" indent="0">
              <a:lnSpc>
                <a:spcPct val="110000"/>
              </a:lnSpc>
              <a:spcAft>
                <a:spcPts val="900"/>
              </a:spcAft>
              <a:buNone/>
            </a:pPr>
            <a:r>
              <a:rPr lang="en-US" sz="2200" b="0">
                <a:solidFill>
                  <a:srgbClr val="FFFFFF"/>
                </a:solidFill>
                <a:latin typeface="Amazon Ember"/>
              </a:rPr>
              <a:t xml:space="preserve">Then invoke Lambda</a:t>
            </a:r>
            <a:endParaRPr lang="en-US" sz="2200"/>
          </a:p>
        </p:txBody>
      </p:sp>
      <p:sp>
        <p:nvSpPr>
          <p:cNvPr id="214" name="">
            <a:extLst>
              <a:ext uri="{C183D7F6-B498-43B3-948B-1728B52AA6E4}">
                <adec:decorative xmlns:adec="http://schemas.microsoft.com/office/drawing/2017/decorative" val="1"/>
              </a:ext>
            </a:extLst>
          </p:cNvPr>
          <p:cNvSpPr txBox="1"/>
          <p:nvPr/>
        </p:nvSpPr>
        <p:spPr>
          <a:xfrm>
            <a:off x="594360" y="4251960"/>
            <a:ext cx="10972800" cy="187451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5" name="Aurora transaction"/>
          <p:cNvSpPr txBox="1"/>
          <p:nvPr/>
        </p:nvSpPr>
        <p:spPr>
          <a:xfrm>
            <a:off x="795528" y="4434840"/>
            <a:ext cx="105704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Aurora transaction</a:t>
            </a:r>
            <a:endParaRPr lang="en-US" sz="2500"/>
          </a:p>
        </p:txBody>
      </p:sp>
      <p:sp>
        <p:nvSpPr>
          <p:cNvPr id="216" name="Authorize the Lambda workload; apply RLS; validate ownership, price an"/>
          <p:cNvSpPr txBox="1"/>
          <p:nvPr/>
        </p:nvSpPr>
        <p:spPr>
          <a:xfrm>
            <a:off x="795528" y="5239512"/>
            <a:ext cx="10570464" cy="74980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Authorize the Lambda workload; apply RLS; validate ownership, price and inventory.</a:t>
            </a:r>
            <a:endParaRPr lang="en-US" sz="2200"/>
          </a:p>
        </p:txBody>
      </p:sp>
    </p:spTree>
    <p:extLst>
      <p:ext uri="{BB962C8B-B14F-4D97-AF65-F5344CB8AC3E}">
        <p14:creationId xmlns:p14="http://schemas.microsoft.com/office/powerpoint/2010/main" val="81584142"/>
      </p:ext>
    </p:extLst>
  </p:cSld>
  <p:clrMapOvr>
    <a:masterClrMapping/>
  </p:clrMapOvr>
  <mc:AlternateContent xmlns:mc="http://schemas.openxmlformats.org/markup-compatibility/2006" xmlns:p159="http://schemas.microsoft.com/office/powerpoint/2015/09/main">
    <mc:Choice Requires="p159"/>
    <mc:Fallback xmlns=""/>
  </mc:AlternateContent>
</p:sld>
</file>

<file path=ppt/slides/slide29.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76C05782-2F29-EA5D-DD92-73B490E8DE16}"/>
            </a:ext>
          </a:extLst>
        </p:cNvPr>
        <p:cNvGrpSpPr/>
        <p:nvPr/>
      </p:nvGrpSpPr>
      <p:grpSpPr>
        <a:xfrm>
          <a:off x="0" y="0"/>
          <a:ext cx="0" cy="0"/>
          <a:chOff x="0" y="0"/>
          <a:chExt cx="0" cy="0"/>
        </a:xfrm>
      </p:grpSpPr>
      <p:sp>
        <p:nvSpPr>
          <p:cNvPr id="201" name="Three kinds of state have different owners"/>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Three kinds of state have different owners</a:t>
            </a:r>
            <a:endParaRPr lang="en-US" sz="3400"/>
          </a:p>
        </p:txBody>
      </p:sp>
      <p:sp>
        <p:nvSpPr>
          <p:cNvPr id="202" name="IMPLEMENTED IN MERIDIA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IMPLEMENTED IN MERIDIAN</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Traveler facts"/>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Traveler facts</a:t>
            </a:r>
            <a:endParaRPr lang="en-US" sz="2500"/>
          </a:p>
        </p:txBody>
      </p:sp>
      <p:sp>
        <p:nvSpPr>
          <p:cNvPr id="205" name="Aurora preferences Saved budget Read under RLS"/>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Aurora preferences</a:t>
            </a:r>
            <a:endParaRPr lang="en-US" sz="2200"/>
          </a:p>
          <a:p>
            <a:pPr marL="0" marR="0" indent="0">
              <a:lnSpc>
                <a:spcPct val="110000"/>
              </a:lnSpc>
              <a:spcAft>
                <a:spcPts val="900"/>
              </a:spcAft>
              <a:buNone/>
            </a:pPr>
            <a:r>
              <a:rPr lang="en-US" sz="2200" b="0">
                <a:solidFill>
                  <a:srgbClr val="FFFFFF"/>
                </a:solidFill>
                <a:latin typeface="Amazon Ember"/>
              </a:rPr>
              <a:t xml:space="preserve">Saved budget</a:t>
            </a:r>
            <a:endParaRPr lang="en-US" sz="2200"/>
          </a:p>
          <a:p>
            <a:pPr marL="0" marR="0" indent="0">
              <a:lnSpc>
                <a:spcPct val="110000"/>
              </a:lnSpc>
              <a:spcAft>
                <a:spcPts val="900"/>
              </a:spcAft>
              <a:buNone/>
            </a:pPr>
            <a:r>
              <a:rPr lang="en-US" sz="2200" b="0">
                <a:solidFill>
                  <a:srgbClr val="FFFFFF"/>
                </a:solidFill>
                <a:latin typeface="Amazon Ember"/>
              </a:rPr>
              <a:t xml:space="preserve">Read under RLS</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Conversation"/>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Conversation</a:t>
            </a:r>
            <a:endParaRPr lang="en-US" sz="2500"/>
          </a:p>
        </p:txBody>
      </p:sp>
      <p:sp>
        <p:nvSpPr>
          <p:cNvPr id="208" name="AgentCore Memory Runtime session context Aurora turn mirror"/>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AgentCore Memory</a:t>
            </a:r>
            <a:endParaRPr lang="en-US" sz="2200"/>
          </a:p>
          <a:p>
            <a:pPr marL="0" marR="0" indent="0">
              <a:lnSpc>
                <a:spcPct val="110000"/>
              </a:lnSpc>
              <a:spcAft>
                <a:spcPts val="900"/>
              </a:spcAft>
              <a:buNone/>
            </a:pPr>
            <a:r>
              <a:rPr lang="en-US" sz="2200" b="0">
                <a:solidFill>
                  <a:srgbClr val="FFFFFF"/>
                </a:solidFill>
                <a:latin typeface="Amazon Ember"/>
              </a:rPr>
              <a:t xml:space="preserve">Runtime session context</a:t>
            </a:r>
            <a:endParaRPr lang="en-US" sz="2200"/>
          </a:p>
          <a:p>
            <a:pPr marL="0" marR="0" indent="0">
              <a:lnSpc>
                <a:spcPct val="110000"/>
              </a:lnSpc>
              <a:spcAft>
                <a:spcPts val="900"/>
              </a:spcAft>
              <a:buNone/>
            </a:pPr>
            <a:r>
              <a:rPr lang="en-US" sz="2200" b="0">
                <a:solidFill>
                  <a:srgbClr val="FFFFFF"/>
                </a:solidFill>
                <a:latin typeface="Amazon Ember"/>
              </a:rPr>
              <a:t xml:space="preserve">Aurora turn mirror</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Execution"/>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Execution</a:t>
            </a:r>
            <a:endParaRPr lang="en-US" sz="2500"/>
          </a:p>
        </p:txBody>
      </p:sp>
      <p:sp>
        <p:nvSpPr>
          <p:cNvPr id="211" name="Aurora checkpoints Worker leases Stable hold intent"/>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Aurora checkpoints</a:t>
            </a:r>
            <a:endParaRPr lang="en-US" sz="2200"/>
          </a:p>
          <a:p>
            <a:pPr marL="0" marR="0" indent="0">
              <a:lnSpc>
                <a:spcPct val="110000"/>
              </a:lnSpc>
              <a:spcAft>
                <a:spcPts val="900"/>
              </a:spcAft>
              <a:buNone/>
            </a:pPr>
            <a:r>
              <a:rPr lang="en-US" sz="2200" b="0">
                <a:solidFill>
                  <a:srgbClr val="FFFFFF"/>
                </a:solidFill>
                <a:latin typeface="Amazon Ember"/>
              </a:rPr>
              <a:t xml:space="preserve">Worker leases</a:t>
            </a:r>
            <a:endParaRPr lang="en-US" sz="2200"/>
          </a:p>
          <a:p>
            <a:pPr marL="0" marR="0" indent="0">
              <a:lnSpc>
                <a:spcPct val="110000"/>
              </a:lnSpc>
              <a:spcAft>
                <a:spcPts val="900"/>
              </a:spcAft>
              <a:buNone/>
            </a:pPr>
            <a:r>
              <a:rPr lang="en-US" sz="2200" b="0">
                <a:solidFill>
                  <a:srgbClr val="FFFFFF"/>
                </a:solidFill>
                <a:latin typeface="Amazon Ember"/>
              </a:rPr>
              <a:t xml:space="preserve">Stable hold intent</a:t>
            </a:r>
            <a:endParaRPr lang="en-US" sz="2200"/>
          </a:p>
        </p:txBody>
      </p:sp>
    </p:spTree>
    <p:extLst>
      <p:ext uri="{BB962C8B-B14F-4D97-AF65-F5344CB8AC3E}">
        <p14:creationId xmlns:p14="http://schemas.microsoft.com/office/powerpoint/2010/main" val="34358564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CF00343A-384B-E594-FF15-994B1E648563}"/>
            </a:ext>
          </a:extLst>
        </p:cNvPr>
        <p:cNvGrpSpPr/>
        <p:nvPr/>
      </p:nvGrpSpPr>
      <p:grpSpPr>
        <a:xfrm>
          <a:off x="0" y="0"/>
          <a:ext cx="0" cy="0"/>
          <a:chOff x="0" y="0"/>
          <a:chExt cx="0" cy="0"/>
        </a:xfrm>
      </p:grpSpPr>
      <p:sp>
        <p:nvSpPr>
          <p:cNvPr id="201" name="An applicable permit is required"/>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An applicable permit is required</a:t>
            </a:r>
            <a:endParaRPr lang="en-US" sz="3400"/>
          </a:p>
        </p:txBody>
      </p:sp>
      <p:sp>
        <p:nvSpPr>
          <p:cNvPr id="202" name="IMPLEMENTED IN MERIDIA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IMPLEMENTED IN MERIDIAN</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Read"/>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Read</a:t>
            </a:r>
            <a:endParaRPr lang="en-US" sz="2500"/>
          </a:p>
        </p:txBody>
      </p:sp>
      <p:sp>
        <p:nvSpPr>
          <p:cNvPr id="205" name="Search packages Read package details Authenticated tools"/>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Search packages</a:t>
            </a:r>
            <a:endParaRPr lang="en-US" sz="2200"/>
          </a:p>
          <a:p>
            <a:pPr marL="0" marR="0" indent="0">
              <a:lnSpc>
                <a:spcPct val="110000"/>
              </a:lnSpc>
              <a:spcAft>
                <a:spcPts val="900"/>
              </a:spcAft>
              <a:buNone/>
            </a:pPr>
            <a:r>
              <a:rPr lang="en-US" sz="2200" b="0">
                <a:solidFill>
                  <a:srgbClr val="FFFFFF"/>
                </a:solidFill>
                <a:latin typeface="Amazon Ember"/>
              </a:rPr>
              <a:t xml:space="preserve">Read package details</a:t>
            </a:r>
            <a:endParaRPr lang="en-US" sz="2200"/>
          </a:p>
          <a:p>
            <a:pPr marL="0" marR="0" indent="0">
              <a:lnSpc>
                <a:spcPct val="110000"/>
              </a:lnSpc>
              <a:spcAft>
                <a:spcPts val="900"/>
              </a:spcAft>
              <a:buNone/>
            </a:pPr>
            <a:r>
              <a:rPr lang="en-US" sz="2200" b="0">
                <a:solidFill>
                  <a:srgbClr val="FFFFFF"/>
                </a:solidFill>
                <a:latin typeface="Amazon Ember"/>
              </a:rPr>
              <a:t xml:space="preserve">Authenticated tools</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Hold"/>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Hold</a:t>
            </a:r>
            <a:endParaRPr lang="en-US" sz="2500"/>
          </a:p>
        </p:txBody>
      </p:sp>
      <p:sp>
        <p:nvSpPr>
          <p:cNvPr id="208" name="Traveler confirmed ≤6 travelers · ≤12 hours Within saved budget"/>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Traveler confirmed</a:t>
            </a:r>
            <a:endParaRPr lang="en-US" sz="2200"/>
          </a:p>
          <a:p>
            <a:pPr marL="0" marR="0" indent="0">
              <a:lnSpc>
                <a:spcPct val="110000"/>
              </a:lnSpc>
              <a:spcAft>
                <a:spcPts val="900"/>
              </a:spcAft>
              <a:buNone/>
            </a:pPr>
            <a:r>
              <a:rPr lang="en-US" sz="2200" b="0">
                <a:solidFill>
                  <a:srgbClr val="FFFFFF"/>
                </a:solidFill>
                <a:latin typeface="Amazon Ember"/>
              </a:rPr>
              <a:t xml:space="preserve">≤6 travelers · ≤12 hours</a:t>
            </a:r>
            <a:endParaRPr lang="en-US" sz="2200"/>
          </a:p>
          <a:p>
            <a:pPr marL="0" marR="0" indent="0">
              <a:lnSpc>
                <a:spcPct val="110000"/>
              </a:lnSpc>
              <a:spcAft>
                <a:spcPts val="900"/>
              </a:spcAft>
              <a:buNone/>
            </a:pPr>
            <a:r>
              <a:rPr lang="en-US" sz="2200" b="0">
                <a:solidFill>
                  <a:srgbClr val="FFFFFF"/>
                </a:solidFill>
                <a:latin typeface="Amazon Ember"/>
              </a:rPr>
              <a:t xml:space="preserve">Within saved budget</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Confirm"/>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Confirm</a:t>
            </a:r>
            <a:endParaRPr lang="en-US" sz="2500"/>
          </a:p>
        </p:txBody>
      </p:sp>
      <p:sp>
        <p:nvSpPr>
          <p:cNvPr id="211" name="Traveler confirmed Within saved budget Aurora checks owner + expiry"/>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Traveler confirmed</a:t>
            </a:r>
            <a:endParaRPr lang="en-US" sz="2200"/>
          </a:p>
          <a:p>
            <a:pPr marL="0" marR="0" indent="0">
              <a:lnSpc>
                <a:spcPct val="110000"/>
              </a:lnSpc>
              <a:spcAft>
                <a:spcPts val="900"/>
              </a:spcAft>
              <a:buNone/>
            </a:pPr>
            <a:r>
              <a:rPr lang="en-US" sz="2200" b="0">
                <a:solidFill>
                  <a:srgbClr val="FFFFFF"/>
                </a:solidFill>
                <a:latin typeface="Amazon Ember"/>
              </a:rPr>
              <a:t xml:space="preserve">Within saved budget</a:t>
            </a:r>
            <a:endParaRPr lang="en-US" sz="2200"/>
          </a:p>
          <a:p>
            <a:pPr marL="0" marR="0" indent="0">
              <a:lnSpc>
                <a:spcPct val="110000"/>
              </a:lnSpc>
              <a:spcAft>
                <a:spcPts val="900"/>
              </a:spcAft>
              <a:buNone/>
            </a:pPr>
            <a:r>
              <a:rPr lang="en-US" sz="2200" b="0">
                <a:solidFill>
                  <a:srgbClr val="FFFFFF"/>
                </a:solidFill>
                <a:latin typeface="Amazon Ember"/>
              </a:rPr>
              <a:t xml:space="preserve">Aurora checks owner + expiry</a:t>
            </a:r>
            <a:endParaRPr lang="en-US" sz="2200"/>
          </a:p>
        </p:txBody>
      </p:sp>
    </p:spTree>
    <p:extLst>
      <p:ext uri="{BB962C8B-B14F-4D97-AF65-F5344CB8AC3E}">
        <p14:creationId xmlns:p14="http://schemas.microsoft.com/office/powerpoint/2010/main" val="1289219580"/>
      </p:ext>
    </p:extLst>
  </p:cSld>
  <p:clrMapOvr>
    <a:masterClrMapping/>
  </p:clrMapOvr>
  <mc:AlternateContent xmlns:mc="http://schemas.openxmlformats.org/markup-compatibility/2006" xmlns:p159="http://schemas.microsoft.com/office/powerpoint/2015/09/main">
    <mc:Choice Requires="p159"/>
    <mc:Fallback xmlns=""/>
  </mc:AlternateContent>
</p:sld>
</file>

<file path=ppt/slides/slide31.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63D218FE-B630-C394-5C19-B44B6056BEFD}"/>
            </a:ext>
          </a:extLst>
        </p:cNvPr>
        <p:cNvGrpSpPr/>
        <p:nvPr/>
      </p:nvGrpSpPr>
      <p:grpSpPr>
        <a:xfrm>
          <a:off x="0" y="0"/>
          <a:ext cx="0" cy="0"/>
          <a:chOff x="0" y="0"/>
          <a:chExt cx="0" cy="0"/>
        </a:xfrm>
      </p:grpSpPr>
      <p:sp>
        <p:nvSpPr>
          <p:cNvPr id="201" name="The worker can disappear"/>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The worker can disappear</a:t>
            </a:r>
            <a:endParaRPr lang="en-US" sz="3400"/>
          </a:p>
        </p:txBody>
      </p:sp>
      <p:sp>
        <p:nvSpPr>
          <p:cNvPr id="202" name="MERIDIAN CAPABILITY LADDER"/>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MERIDIAN CAPABILITY LADDER</a:t>
            </a:r>
            <a:endParaRPr lang="en-US" sz="1200"/>
          </a:p>
        </p:txBody>
      </p:sp>
      <p:sp>
        <p:nvSpPr>
          <p:cNvPr id="203" name="The journey should not."/>
          <p:cNvSpPr txBox="1"/>
          <p:nvPr/>
        </p:nvSpPr>
        <p:spPr>
          <a:xfrm>
            <a:off x="594360" y="3200400"/>
            <a:ext cx="10789920" cy="1097280"/>
          </a:xfrm>
          <a:prstGeom prst="rect">
            <a:avLst/>
          </a:prstGeom>
          <a:noFill/>
          <a:ln>
            <a:noFill/>
          </a:ln>
        </p:spPr>
        <p:txBody>
          <a:bodyPr wrap="square" lIns="0" rIns="0" tIns="0" bIns="0"/>
          <a:lstStyle/>
          <a:p>
            <a:pPr marL="0" marR="0" indent="0">
              <a:lnSpc>
                <a:spcPct val="110000"/>
              </a:lnSpc>
              <a:spcAft>
                <a:spcPts val="900"/>
              </a:spcAft>
              <a:buNone/>
            </a:pPr>
            <a:r>
              <a:rPr lang="en-US" sz="3200" b="0">
                <a:solidFill>
                  <a:srgbClr val="FFFFFF"/>
                </a:solidFill>
                <a:latin typeface="Amazon Ember"/>
              </a:rPr>
              <a:t xml:space="preserve">The journey should not.</a:t>
            </a:r>
            <a:endParaRPr lang="en-US" sz="3200"/>
          </a:p>
        </p:txBody>
      </p:sp>
    </p:spTree>
    <p:extLst>
      <p:ext uri="{BB962C8B-B14F-4D97-AF65-F5344CB8AC3E}">
        <p14:creationId xmlns:p14="http://schemas.microsoft.com/office/powerpoint/2010/main" val="38430784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01" name="The mechanism has deliberate limits"/>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The mechanism has deliberate limits</a:t>
            </a:r>
            <a:endParaRPr lang="en-US" sz="3400"/>
          </a:p>
        </p:txBody>
      </p:sp>
      <p:sp>
        <p:nvSpPr>
          <p:cNvPr id="202" name="IMPLEMENTED IN MERIDIA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IMPLEMENTED IN MERIDIAN</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Single presenter"/>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Single presenter</a:t>
            </a:r>
            <a:endParaRPr lang="en-US" sz="2500"/>
          </a:p>
        </p:txBody>
      </p:sp>
      <p:sp>
        <p:nvSpPr>
          <p:cNvPr id="205" name="Shared demo principal No multi-user login Trusted Gateway callers"/>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Shared demo principal</a:t>
            </a:r>
            <a:endParaRPr lang="en-US" sz="2200"/>
          </a:p>
          <a:p>
            <a:pPr marL="0" marR="0" indent="0">
              <a:lnSpc>
                <a:spcPct val="110000"/>
              </a:lnSpc>
              <a:spcAft>
                <a:spcPts val="900"/>
              </a:spcAft>
              <a:buNone/>
            </a:pPr>
            <a:r>
              <a:rPr lang="en-US" sz="2200" b="0">
                <a:solidFill>
                  <a:srgbClr val="FFFFFF"/>
                </a:solidFill>
                <a:latin typeface="Amazon Ember"/>
              </a:rPr>
              <a:t xml:space="preserve">No multi-user login</a:t>
            </a:r>
            <a:endParaRPr lang="en-US" sz="2200"/>
          </a:p>
          <a:p>
            <a:pPr marL="0" marR="0" indent="0">
              <a:lnSpc>
                <a:spcPct val="110000"/>
              </a:lnSpc>
              <a:spcAft>
                <a:spcPts val="900"/>
              </a:spcAft>
              <a:buNone/>
            </a:pPr>
            <a:r>
              <a:rPr lang="en-US" sz="2200" b="0">
                <a:solidFill>
                  <a:srgbClr val="FFFFFF"/>
                </a:solidFill>
                <a:latin typeface="Amazon Ember"/>
              </a:rPr>
              <a:t xml:space="preserve">Trusted Gateway callers</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Operational cost"/>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Operational cost</a:t>
            </a:r>
            <a:endParaRPr lang="en-US" sz="2500"/>
          </a:p>
        </p:txBody>
      </p:sp>
      <p:sp>
        <p:nvSpPr>
          <p:cNvPr id="208" name="Aurora capacity + backup Model calls + memory Logs and hosted services"/>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Aurora capacity + backup</a:t>
            </a:r>
            <a:endParaRPr lang="en-US" sz="2200"/>
          </a:p>
          <a:p>
            <a:pPr marL="0" marR="0" indent="0">
              <a:lnSpc>
                <a:spcPct val="110000"/>
              </a:lnSpc>
              <a:spcAft>
                <a:spcPts val="900"/>
              </a:spcAft>
              <a:buNone/>
            </a:pPr>
            <a:r>
              <a:rPr lang="en-US" sz="2200" b="0">
                <a:solidFill>
                  <a:srgbClr val="FFFFFF"/>
                </a:solidFill>
                <a:latin typeface="Amazon Ember"/>
              </a:rPr>
              <a:t xml:space="preserve">Model calls + memory</a:t>
            </a:r>
            <a:endParaRPr lang="en-US" sz="2200"/>
          </a:p>
          <a:p>
            <a:pPr marL="0" marR="0" indent="0">
              <a:lnSpc>
                <a:spcPct val="110000"/>
              </a:lnSpc>
              <a:spcAft>
                <a:spcPts val="900"/>
              </a:spcAft>
              <a:buNone/>
            </a:pPr>
            <a:r>
              <a:rPr lang="en-US" sz="2200" b="0">
                <a:solidFill>
                  <a:srgbClr val="FFFFFF"/>
                </a:solidFill>
                <a:latin typeface="Amazon Ember"/>
              </a:rPr>
              <a:t xml:space="preserve">Logs and hosted services</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Release proof"/>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Release proof</a:t>
            </a:r>
            <a:endParaRPr lang="en-US" sz="2500"/>
          </a:p>
        </p:txBody>
      </p:sp>
      <p:sp>
        <p:nvSpPr>
          <p:cNvPr id="211" name="Local source validated Runtime source parity checked Hosted web still "/>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Local source validated</a:t>
            </a:r>
            <a:endParaRPr lang="en-US" sz="2200"/>
          </a:p>
          <a:p>
            <a:pPr marL="0" marR="0" indent="0">
              <a:lnSpc>
                <a:spcPct val="110000"/>
              </a:lnSpc>
              <a:spcAft>
                <a:spcPts val="900"/>
              </a:spcAft>
              <a:buNone/>
            </a:pPr>
            <a:r>
              <a:rPr lang="en-US" sz="2200" b="0">
                <a:solidFill>
                  <a:srgbClr val="FFFFFF"/>
                </a:solidFill>
                <a:latin typeface="Amazon Ember"/>
              </a:rPr>
              <a:t xml:space="preserve">Runtime source parity checked</a:t>
            </a:r>
            <a:endParaRPr lang="en-US" sz="2200"/>
          </a:p>
          <a:p>
            <a:pPr marL="0" marR="0" indent="0">
              <a:lnSpc>
                <a:spcPct val="110000"/>
              </a:lnSpc>
              <a:spcAft>
                <a:spcPts val="900"/>
              </a:spcAft>
              <a:buNone/>
            </a:pPr>
            <a:r>
              <a:rPr lang="en-US" sz="2200" b="0">
                <a:solidFill>
                  <a:srgbClr val="FFFFFF"/>
                </a:solidFill>
                <a:latin typeface="Amazon Ember"/>
              </a:rPr>
              <a:t xml:space="preserve">Hosted web still older</a:t>
            </a:r>
            <a:endParaRPr lang="en-US" sz="2200"/>
          </a:p>
        </p:txBody>
      </p:sp>
    </p:spTree>
    <p:extLst>
      <p:ext uri="{BB962C8B-B14F-4D97-AF65-F5344CB8AC3E}">
        <p14:creationId xmlns:p14="http://schemas.microsoft.com/office/powerpoint/2010/main" val="904105164"/>
      </p:ext>
    </p:extLst>
  </p:cSld>
  <p:clrMapOvr>
    <a:masterClrMapping/>
  </p:clrMapOvr>
  <mc:AlternateContent xmlns:mc="http://schemas.openxmlformats.org/markup-compatibility/2006" xmlns:p159="http://schemas.microsoft.com/office/powerpoint/2015/09/main">
    <mc:Choice Requires="p159"/>
    <mc:Fallback xmlns=""/>
  </mc:AlternateContent>
</p:sld>
</file>

<file path=ppt/slides/slide33.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01" name="Checkpoint progress; transact the business write"/>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Checkpoint progress; transact the business write</a:t>
            </a:r>
            <a:endParaRPr lang="en-US" sz="3400"/>
          </a:p>
        </p:txBody>
      </p:sp>
      <p:sp>
        <p:nvSpPr>
          <p:cNvPr id="202" name="PHASE 5 · LANGGRAPH IN FASTAPI"/>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PHASE 5 · LANGGRAPH IN FASTAPI</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Search"/>
          <p:cNvSpPr txBox="1"/>
          <p:nvPr/>
        </p:nvSpPr>
        <p:spPr>
          <a:xfrm>
            <a:off x="704088" y="201168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Search</a:t>
            </a:r>
            <a:endParaRPr lang="en-US" sz="2500"/>
          </a:p>
        </p:txBody>
      </p:sp>
      <p:sp>
        <p:nvSpPr>
          <p:cNvPr id="205" name="Rank alternatives Save shortlist"/>
          <p:cNvSpPr txBox="1"/>
          <p:nvPr/>
        </p:nvSpPr>
        <p:spPr>
          <a:xfrm>
            <a:off x="704088" y="281635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Rank alternatives</a:t>
            </a:r>
            <a:endParaRPr lang="en-US" sz="2200"/>
          </a:p>
          <a:p>
            <a:pPr marL="0" marR="0" indent="0">
              <a:lnSpc>
                <a:spcPct val="110000"/>
              </a:lnSpc>
              <a:spcAft>
                <a:spcPts val="900"/>
              </a:spcAft>
              <a:buNone/>
            </a:pPr>
            <a:r>
              <a:rPr lang="en-US" sz="2200" b="0">
                <a:solidFill>
                  <a:srgbClr val="FFFFFF"/>
                </a:solidFill>
                <a:latin typeface="Amazon Ember"/>
              </a:rPr>
              <a:t xml:space="preserve">Save shortlist</a:t>
            </a:r>
            <a:endParaRPr lang="en-US" sz="2200"/>
          </a:p>
        </p:txBody>
      </p:sp>
      <p:sp>
        <p:nvSpPr>
          <p:cNvPr id="206" name="→"/>
          <p:cNvSpPr txBox="1"/>
          <p:nvPr/>
        </p:nvSpPr>
        <p:spPr>
          <a:xfrm>
            <a:off x="4030980" y="256032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07" name="">
            <a:extLst>
              <a:ext uri="{C183D7F6-B498-43B3-948B-1728B52AA6E4}">
                <adec:decorative xmlns:adec="http://schemas.microsoft.com/office/drawing/2017/decorative" val="1"/>
              </a:ext>
            </a:extLst>
          </p:cNvPr>
          <p:cNvSpPr txBox="1"/>
          <p:nvPr/>
        </p:nvSpPr>
        <p:spPr>
          <a:xfrm>
            <a:off x="4328160" y="182880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8" name="Availability"/>
          <p:cNvSpPr txBox="1"/>
          <p:nvPr/>
        </p:nvSpPr>
        <p:spPr>
          <a:xfrm>
            <a:off x="4529328" y="201168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Availability</a:t>
            </a:r>
            <a:endParaRPr lang="en-US" sz="2500"/>
          </a:p>
        </p:txBody>
      </p:sp>
      <p:sp>
        <p:nvSpPr>
          <p:cNvPr id="209" name="Check durations Prepare hold intent"/>
          <p:cNvSpPr txBox="1"/>
          <p:nvPr/>
        </p:nvSpPr>
        <p:spPr>
          <a:xfrm>
            <a:off x="4529328" y="281635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Check durations</a:t>
            </a:r>
            <a:endParaRPr lang="en-US" sz="2200"/>
          </a:p>
          <a:p>
            <a:pPr marL="0" marR="0" indent="0">
              <a:lnSpc>
                <a:spcPct val="110000"/>
              </a:lnSpc>
              <a:spcAft>
                <a:spcPts val="900"/>
              </a:spcAft>
              <a:buNone/>
            </a:pPr>
            <a:r>
              <a:rPr lang="en-US" sz="2200" b="0">
                <a:solidFill>
                  <a:srgbClr val="FFFFFF"/>
                </a:solidFill>
                <a:latin typeface="Amazon Ember"/>
              </a:rPr>
              <a:t xml:space="preserve">Prepare hold intent</a:t>
            </a:r>
            <a:endParaRPr lang="en-US" sz="2200"/>
          </a:p>
        </p:txBody>
      </p:sp>
      <p:sp>
        <p:nvSpPr>
          <p:cNvPr id="210" name="→"/>
          <p:cNvSpPr txBox="1"/>
          <p:nvPr/>
        </p:nvSpPr>
        <p:spPr>
          <a:xfrm>
            <a:off x="7856220" y="2560320"/>
            <a:ext cx="274320" cy="457200"/>
          </a:xfrm>
          <a:prstGeom prst="rect">
            <a:avLst/>
          </a:prstGeom>
          <a:noFill/>
          <a:ln>
            <a:noFill/>
          </a:ln>
        </p:spPr>
        <p:txBody>
          <a:bodyPr wrap="square" lIns="0" rIns="0" tIns="0" bIns="0"/>
          <a:lstStyle/>
          <a:p>
            <a:pPr marL="0" marR="0" indent="0">
              <a:lnSpc>
                <a:spcPct val="110000"/>
              </a:lnSpc>
              <a:spcAft>
                <a:spcPts val="900"/>
              </a:spcAft>
              <a:buNone/>
            </a:pPr>
            <a:r>
              <a:rPr lang="en-US" sz="2400" b="0">
                <a:solidFill>
                  <a:srgbClr val="C9A4FF"/>
                </a:solidFill>
                <a:latin typeface="Amazon Ember"/>
              </a:rPr>
              <a:t xml:space="preserve">→</a:t>
            </a:r>
            <a:endParaRPr lang="en-US" sz="2400"/>
          </a:p>
        </p:txBody>
      </p:sp>
      <p:sp>
        <p:nvSpPr>
          <p:cNvPr id="211" name="">
            <a:extLst>
              <a:ext uri="{C183D7F6-B498-43B3-948B-1728B52AA6E4}">
                <adec:decorative xmlns:adec="http://schemas.microsoft.com/office/drawing/2017/decorative" val="1"/>
              </a:ext>
            </a:extLst>
          </p:cNvPr>
          <p:cNvSpPr txBox="1"/>
          <p:nvPr/>
        </p:nvSpPr>
        <p:spPr>
          <a:xfrm>
            <a:off x="8153400" y="1828800"/>
            <a:ext cx="3505200" cy="2057400"/>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2" name="Hold"/>
          <p:cNvSpPr txBox="1"/>
          <p:nvPr/>
        </p:nvSpPr>
        <p:spPr>
          <a:xfrm>
            <a:off x="8354568" y="2011680"/>
            <a:ext cx="310286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Hold</a:t>
            </a:r>
            <a:endParaRPr lang="en-US" sz="2500"/>
          </a:p>
        </p:txBody>
      </p:sp>
      <p:sp>
        <p:nvSpPr>
          <p:cNvPr id="213" name="Gateway + Cedar Atomic Aurora write"/>
          <p:cNvSpPr txBox="1"/>
          <p:nvPr/>
        </p:nvSpPr>
        <p:spPr>
          <a:xfrm>
            <a:off x="8354568" y="2816352"/>
            <a:ext cx="3102864" cy="932688"/>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Gateway + Cedar</a:t>
            </a:r>
            <a:endParaRPr lang="en-US" sz="2200"/>
          </a:p>
          <a:p>
            <a:pPr marL="0" marR="0" indent="0">
              <a:lnSpc>
                <a:spcPct val="110000"/>
              </a:lnSpc>
              <a:spcAft>
                <a:spcPts val="900"/>
              </a:spcAft>
              <a:buNone/>
            </a:pPr>
            <a:r>
              <a:rPr lang="en-US" sz="2200" b="0">
                <a:solidFill>
                  <a:srgbClr val="FFFFFF"/>
                </a:solidFill>
                <a:latin typeface="Amazon Ember"/>
              </a:rPr>
              <a:t xml:space="preserve">Atomic Aurora write</a:t>
            </a:r>
            <a:endParaRPr lang="en-US" sz="2200"/>
          </a:p>
        </p:txBody>
      </p:sp>
      <p:sp>
        <p:nvSpPr>
          <p:cNvPr id="214" name="AuroraDataApiSaver stores checkpoints between nodes over HTTPS Data AP"/>
          <p:cNvSpPr txBox="1"/>
          <p:nvPr/>
        </p:nvSpPr>
        <p:spPr>
          <a:xfrm>
            <a:off x="640080" y="4617720"/>
            <a:ext cx="10789920" cy="685800"/>
          </a:xfrm>
          <a:prstGeom prst="rect">
            <a:avLst/>
          </a:prstGeom>
          <a:noFill/>
          <a:ln>
            <a:noFill/>
          </a:ln>
        </p:spPr>
        <p:txBody>
          <a:bodyPr wrap="square" lIns="0" rIns="0" tIns="0" bIns="0"/>
          <a:lstStyle/>
          <a:p>
            <a:pPr marL="0" marR="0" indent="0">
              <a:lnSpc>
                <a:spcPct val="110000"/>
              </a:lnSpc>
              <a:spcAft>
                <a:spcPts val="900"/>
              </a:spcAft>
              <a:buNone/>
            </a:pPr>
            <a:r>
              <a:rPr lang="en-US" sz="2600" b="0">
                <a:solidFill>
                  <a:srgbClr val="D6B6FF"/>
                </a:solidFill>
                <a:latin typeface="Amazon Ember"/>
              </a:rPr>
              <a:t xml:space="preserve">AuroraDataApiSaver stores checkpoints between nodes over HTTPS Data API.</a:t>
            </a:r>
            <a:endParaRPr lang="en-US" sz="2600"/>
          </a:p>
        </p:txBody>
      </p:sp>
      <p:sp>
        <p:nvSpPr>
          <p:cNvPr id="215" name="Execution lease → one active worker for a thread → saved intent reused"/>
          <p:cNvSpPr txBox="1"/>
          <p:nvPr/>
        </p:nvSpPr>
        <p:spPr>
          <a:xfrm>
            <a:off x="640080" y="5486400"/>
            <a:ext cx="10789920" cy="731520"/>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Execution lease → one active worker for a thread → saved intent reused on resume</a:t>
            </a:r>
            <a:endParaRPr lang="en-US" sz="2200"/>
          </a:p>
        </p:txBody>
      </p:sp>
    </p:spTree>
    <p:extLst>
      <p:ext uri="{BB962C8B-B14F-4D97-AF65-F5344CB8AC3E}">
        <p14:creationId xmlns:p14="http://schemas.microsoft.com/office/powerpoint/2010/main" val="4908867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2E286FD5-E7A1-86D9-80B2-1FFD279C1BF6}"/>
            </a:ext>
          </a:extLst>
        </p:cNvPr>
        <p:cNvGrpSpPr/>
        <p:nvPr/>
      </p:nvGrpSpPr>
      <p:grpSpPr>
        <a:xfrm>
          <a:off x="0" y="0"/>
          <a:ext cx="0" cy="0"/>
          <a:chOff x="0" y="0"/>
          <a:chExt cx="0" cy="0"/>
        </a:xfrm>
      </p:grpSpPr>
      <p:sp>
        <p:nvSpPr>
          <p:cNvPr id="201" name="Pause. Reload. Resume the same journey."/>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Pause. Reload. Resume the same journey.</a:t>
            </a:r>
            <a:endParaRPr lang="en-US" sz="3400"/>
          </a:p>
        </p:txBody>
      </p:sp>
      <p:sp>
        <p:nvSpPr>
          <p:cNvPr id="202" name="LIVE DEMO · RECORDS, NOT A SIMULATED RESTART"/>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LIVE DEMO · RECORDS, NOT A SIMULATED RESTART</a:t>
            </a:r>
            <a:endParaRPr lang="en-US" sz="1200"/>
          </a:p>
        </p:txBody>
      </p:sp>
      <p:sp>
        <p:nvSpPr>
          <p:cNvPr id="203" name="1  Start recovery 2  Reload the saved URL 3  Resume the hold 4  Open e"/>
          <p:cNvSpPr txBox="1"/>
          <p:nvPr/>
        </p:nvSpPr>
        <p:spPr>
          <a:xfrm>
            <a:off x="594360" y="1828800"/>
            <a:ext cx="3886200" cy="3200400"/>
          </a:xfrm>
          <a:prstGeom prst="rect">
            <a:avLst/>
          </a:prstGeom>
          <a:noFill/>
          <a:ln>
            <a:noFill/>
          </a:ln>
        </p:spPr>
        <p:txBody>
          <a:bodyPr wrap="square" lIns="0" rIns="0" tIns="0" bIns="0"/>
          <a:lstStyle/>
          <a:p>
            <a:pPr marL="0" marR="0" indent="0">
              <a:lnSpc>
                <a:spcPct val="110000"/>
              </a:lnSpc>
              <a:spcAft>
                <a:spcPts val="900"/>
              </a:spcAft>
              <a:buNone/>
            </a:pPr>
            <a:r>
              <a:rPr lang="en-US" sz="2500" b="0">
                <a:solidFill>
                  <a:srgbClr val="FFFFFF"/>
                </a:solidFill>
                <a:latin typeface="Amazon Ember"/>
              </a:rPr>
              <a:t xml:space="preserve">1  Start recovery</a:t>
            </a:r>
            <a:endParaRPr lang="en-US" sz="2500"/>
          </a:p>
          <a:p>
            <a:pPr marL="0" marR="0" indent="0">
              <a:lnSpc>
                <a:spcPct val="110000"/>
              </a:lnSpc>
              <a:spcAft>
                <a:spcPts val="900"/>
              </a:spcAft>
              <a:buNone/>
            </a:pPr>
            <a:r>
              <a:rPr lang="en-US" sz="2500" b="0">
                <a:solidFill>
                  <a:srgbClr val="FFFFFF"/>
                </a:solidFill>
                <a:latin typeface="Amazon Ember"/>
              </a:rPr>
              <a:t xml:space="preserve">2  Reload the saved URL</a:t>
            </a:r>
            <a:endParaRPr lang="en-US" sz="2500"/>
          </a:p>
          <a:p>
            <a:pPr marL="0" marR="0" indent="0">
              <a:lnSpc>
                <a:spcPct val="110000"/>
              </a:lnSpc>
              <a:spcAft>
                <a:spcPts val="900"/>
              </a:spcAft>
              <a:buNone/>
            </a:pPr>
            <a:r>
              <a:rPr lang="en-US" sz="2500" b="0">
                <a:solidFill>
                  <a:srgbClr val="FFFFFF"/>
                </a:solidFill>
                <a:latin typeface="Amazon Ember"/>
              </a:rPr>
              <a:t xml:space="preserve">3  Resume the hold</a:t>
            </a:r>
            <a:endParaRPr lang="en-US" sz="2500"/>
          </a:p>
          <a:p>
            <a:pPr marL="0" marR="0" indent="0">
              <a:lnSpc>
                <a:spcPct val="110000"/>
              </a:lnSpc>
              <a:spcAft>
                <a:spcPts val="900"/>
              </a:spcAft>
              <a:buNone/>
            </a:pPr>
            <a:r>
              <a:rPr lang="en-US" sz="2500" b="0">
                <a:solidFill>
                  <a:srgbClr val="FFFFFF"/>
                </a:solidFill>
                <a:latin typeface="Amazon Ember"/>
              </a:rPr>
              <a:t xml:space="preserve">4  Open evidence</a:t>
            </a:r>
            <a:endParaRPr lang="en-US" sz="2500"/>
          </a:p>
        </p:txBody>
      </p:sp>
      <p:sp>
        <p:nvSpPr>
          <p:cNvPr id="204" name="A normal pause/resume is not proof that a worker was killed."/>
          <p:cNvSpPr txBox="1"/>
          <p:nvPr/>
        </p:nvSpPr>
        <p:spPr>
          <a:xfrm>
            <a:off x="594360" y="5120640"/>
            <a:ext cx="3886200" cy="1097280"/>
          </a:xfrm>
          <a:prstGeom prst="rect">
            <a:avLst/>
          </a:prstGeom>
          <a:noFill/>
          <a:ln>
            <a:noFill/>
          </a:ln>
        </p:spPr>
        <p:txBody>
          <a:bodyPr wrap="square" lIns="0" rIns="0" tIns="0" bIns="0"/>
          <a:lstStyle/>
          <a:p>
            <a:pPr marL="0" marR="0" indent="0">
              <a:lnSpc>
                <a:spcPct val="110000"/>
              </a:lnSpc>
              <a:spcAft>
                <a:spcPts val="900"/>
              </a:spcAft>
              <a:buNone/>
            </a:pPr>
            <a:r>
              <a:rPr lang="en-US" sz="2300" b="0">
                <a:solidFill>
                  <a:srgbClr val="D6B6FF"/>
                </a:solidFill>
                <a:latin typeface="Amazon Ember"/>
              </a:rPr>
              <a:t xml:space="preserve">A normal pause/resume is not proof that a worker was killed.</a:t>
            </a:r>
            <a:endParaRPr lang="en-US" sz="2300"/>
          </a:p>
        </p:txBody>
      </p:sp>
      <p:pic>
        <p:nvPicPr>
          <p:cNvPr id="205" name="Current Meridian capture" descr="Recovery completed against the local build and live Aurora on 19 September 2026; ordinary pause/resume."/>
          <p:cNvPicPr>
            <a:picLocks noChangeAspect="1"/>
          </p:cNvPicPr>
          <p:nvPr/>
        </p:nvPicPr>
        <p:blipFill>
          <a:blip r:embed="rIdReadinessImage204"/>
          <a:stretch>
            <a:fillRect/>
          </a:stretch>
        </p:blipFill>
        <p:spPr>
          <a:xfrm>
            <a:off x="4663440" y="1691640"/>
            <a:ext cx="6858000" cy="4286250"/>
          </a:xfrm>
          <a:prstGeom prst="rect">
            <a:avLst/>
          </a:prstGeom>
        </p:spPr>
      </p:pic>
    </p:spTree>
    <p:extLst>
      <p:ext uri="{BB962C8B-B14F-4D97-AF65-F5344CB8AC3E}">
        <p14:creationId xmlns:p14="http://schemas.microsoft.com/office/powerpoint/2010/main" val="4956683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5B9714B0-4F59-8B1E-AB46-E16A3FA51793}"/>
            </a:ext>
          </a:extLst>
        </p:cNvPr>
        <p:cNvGrpSpPr/>
        <p:nvPr/>
      </p:nvGrpSpPr>
      <p:grpSpPr>
        <a:xfrm>
          <a:off x="0" y="0"/>
          <a:ext cx="0" cy="0"/>
          <a:chOff x="0" y="0"/>
          <a:chExt cx="0" cy="0"/>
        </a:xfrm>
      </p:grpSpPr>
      <p:sp>
        <p:nvSpPr>
          <p:cNvPr id="201" name="Continue from the source"/>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Continue from the source</a:t>
            </a:r>
            <a:endParaRPr lang="en-US" sz="3400"/>
          </a:p>
        </p:txBody>
      </p:sp>
      <p:sp>
        <p:nvSpPr>
          <p:cNvPr id="202" name="SOURCE + RUNBOOK + AUTHORITATIVE SERVICE DOCUMENTATIO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SOURCE + RUNBOOK + AUTHORITATIVE SERVICE DOCUMENTATION</a:t>
            </a:r>
            <a:endParaRPr lang="en-US" sz="1200"/>
          </a:p>
        </p:txBody>
      </p:sp>
      <p:sp>
        <p:nvSpPr>
          <p:cNvPr id="203" name="github.com/aws-samples/ sample-stateful-agentic-ai-workflows-aurora-mc"/>
          <p:cNvSpPr txBox="1"/>
          <p:nvPr/>
        </p:nvSpPr>
        <p:spPr>
          <a:xfrm>
            <a:off x="640080" y="1828800"/>
            <a:ext cx="10789920" cy="1143000"/>
          </a:xfrm>
          <a:prstGeom prst="rect">
            <a:avLst/>
          </a:prstGeom>
          <a:noFill/>
          <a:ln>
            <a:noFill/>
          </a:ln>
        </p:spPr>
        <p:txBody>
          <a:bodyPr wrap="square" lIns="0" rIns="0" tIns="0" bIns="0"/>
          <a:lstStyle/>
          <a:p>
            <a:pPr marL="0" marR="0" indent="0">
              <a:lnSpc>
                <a:spcPct val="110000"/>
              </a:lnSpc>
              <a:spcAft>
                <a:spcPts val="900"/>
              </a:spcAft>
              <a:buNone/>
            </a:pPr>
            <a:r>
              <a:rPr lang="en-US" sz="2500" b="0">
                <a:solidFill>
                  <a:srgbClr val="D6B6FF"/>
                </a:solidFill>
                <a:latin typeface="Amazon Ember"/>
              </a:rPr>
              <a:t xml:space="preserve">github.com/aws-samples/</a:t>
            </a:r>
            <a:endParaRPr lang="en-US" sz="2500"/>
          </a:p>
          <a:p>
            <a:pPr marL="0" marR="0" indent="0">
              <a:lnSpc>
                <a:spcPct val="110000"/>
              </a:lnSpc>
              <a:spcAft>
                <a:spcPts val="900"/>
              </a:spcAft>
              <a:buNone/>
            </a:pPr>
            <a:r>
              <a:rPr lang="en-US" sz="2500" b="0">
                <a:solidFill>
                  <a:srgbClr val="D6B6FF"/>
                </a:solidFill>
                <a:latin typeface="Amazon Ember"/>
              </a:rPr>
              <a:t xml:space="preserve">sample-stateful-agentic-ai-workflows-aurora-mcp-agentcore</a:t>
            </a:r>
            <a:endParaRPr lang="en-US" sz="2500"/>
          </a:p>
        </p:txBody>
      </p:sp>
      <p:sp>
        <p:nvSpPr>
          <p:cNvPr id="204" name="">
            <a:extLst>
              <a:ext uri="{C183D7F6-B498-43B3-948B-1728B52AA6E4}">
                <adec:decorative xmlns:adec="http://schemas.microsoft.com/office/drawing/2017/decorative" val="1"/>
              </a:ext>
            </a:extLst>
          </p:cNvPr>
          <p:cNvSpPr txBox="1"/>
          <p:nvPr/>
        </p:nvSpPr>
        <p:spPr>
          <a:xfrm>
            <a:off x="640080" y="3246120"/>
            <a:ext cx="10698480" cy="187451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5" name="Presenter path"/>
          <p:cNvSpPr txBox="1"/>
          <p:nvPr/>
        </p:nvSpPr>
        <p:spPr>
          <a:xfrm>
            <a:off x="841247" y="3429000"/>
            <a:ext cx="1029614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Presenter path</a:t>
            </a:r>
            <a:endParaRPr lang="en-US" sz="2500"/>
          </a:p>
        </p:txBody>
      </p:sp>
      <p:sp>
        <p:nvSpPr>
          <p:cNvPr id="206" name="meridian/DEMO_SCRIPT.md meridian/docs/PRESENTER_RUNBOOK_2026-09-19.md"/>
          <p:cNvSpPr txBox="1"/>
          <p:nvPr/>
        </p:nvSpPr>
        <p:spPr>
          <a:xfrm>
            <a:off x="841247" y="4233672"/>
            <a:ext cx="10296144" cy="74980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meridian/DEMO_SCRIPT.md</a:t>
            </a:r>
            <a:endParaRPr lang="en-US" sz="2200"/>
          </a:p>
          <a:p>
            <a:pPr marL="0" marR="0" indent="0">
              <a:lnSpc>
                <a:spcPct val="110000"/>
              </a:lnSpc>
              <a:spcAft>
                <a:spcPts val="900"/>
              </a:spcAft>
              <a:buNone/>
            </a:pPr>
            <a:r>
              <a:rPr lang="en-US" sz="2200" b="0">
                <a:solidFill>
                  <a:srgbClr val="FFFFFF"/>
                </a:solidFill>
                <a:latin typeface="Amazon Ember"/>
              </a:rPr>
              <a:t xml:space="preserve">meridian/docs/PRESENTER_RUNBOOK_2026-09-19.md</a:t>
            </a:r>
            <a:endParaRPr lang="en-US" sz="2200"/>
          </a:p>
        </p:txBody>
      </p:sp>
      <p:sp>
        <p:nvSpPr>
          <p:cNvPr id="207" name="AWS documentation: AgentCore Policy · Aurora RDS Data API"/>
          <p:cNvSpPr txBox="1"/>
          <p:nvPr/>
        </p:nvSpPr>
        <p:spPr>
          <a:xfrm>
            <a:off x="640080" y="5349240"/>
            <a:ext cx="10698480" cy="640080"/>
          </a:xfrm>
          <a:prstGeom prst="rect">
            <a:avLst/>
          </a:prstGeom>
          <a:noFill/>
          <a:ln>
            <a:noFill/>
          </a:ln>
        </p:spPr>
        <p:txBody>
          <a:bodyPr wrap="square" lIns="0" rIns="0" tIns="0" bIns="0"/>
          <a:lstStyle/>
          <a:p>
            <a:pPr marL="0" marR="0" indent="0">
              <a:lnSpc>
                <a:spcPct val="110000"/>
              </a:lnSpc>
              <a:spcAft>
                <a:spcPts val="900"/>
              </a:spcAft>
              <a:buNone/>
            </a:pPr>
            <a:r>
              <a:rPr lang="en-US" sz="2500" b="0">
                <a:solidFill>
                  <a:srgbClr val="FFFFFF"/>
                </a:solidFill>
                <a:latin typeface="Amazon Ember"/>
              </a:rPr>
              <a:t xml:space="preserve">AWS documentation: AgentCore Policy · Aurora RDS Data API</a:t>
            </a:r>
            <a:endParaRPr lang="en-US" sz="2500"/>
          </a:p>
        </p:txBody>
      </p:sp>
    </p:spTree>
    <p:extLst>
      <p:ext uri="{BB962C8B-B14F-4D97-AF65-F5344CB8AC3E}">
        <p14:creationId xmlns:p14="http://schemas.microsoft.com/office/powerpoint/2010/main" val="1451397200"/>
      </p:ext>
    </p:extLst>
  </p:cSld>
  <p:clrMapOvr>
    <a:masterClrMapping/>
  </p:clrMapOvr>
  <mc:AlternateContent xmlns:mc="http://schemas.openxmlformats.org/markup-compatibility/2006" xmlns:p14="http://schemas.microsoft.com/office/powerpoint/2010/main">
    <mc:Choice Requires="p14"/>
    <mc:Fallback xmlns=""/>
  </mc:AlternateContent>
</p:sld>
</file>

<file path=ppt/slides/slide37.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DAEB29-E368-747E-3AF4-698BAC816E79}"/>
              </a:ext>
            </a:extLst>
          </p:cNvPr>
          <p:cNvSpPr>
            <a:spLocks noGrp="1"/>
          </p:cNvSpPr>
          <p:nvPr>
            <p:ph type="title"/>
          </p:nvPr>
        </p:nvSpPr>
        <p:spPr>
          <a:xfrm xmlns:a="http://schemas.openxmlformats.org/drawingml/2006/main">
            <a:off x="502920" y="2606040"/>
            <a:ext cx="6400800" cy="1005840"/>
          </a:xfrm>
        </p:spPr>
        <p:txBody>
          <a:bodyPr/>
          <a:lstStyle/>
          <a:p>
            <a:r>
              <a:rPr xmlns:a="http://schemas.openxmlformats.org/drawingml/2006/main" lang="en-US" sz="5200">
                <a:solidFill>
                  <a:srgbClr val="FFFFFF"/>
                </a:solidFill>
                <a:latin typeface="Amazon Ember"/>
              </a:rPr>
              <a:t>Thank you</a:t>
            </a:r>
          </a:p>
        </p:txBody>
      </p:sp>
      <p:sp>
        <p:nvSpPr>
          <p:cNvPr id="4" name="Text Placeholder 9">
            <a:extLst>
              <a:ext uri="{FF2B5EF4-FFF2-40B4-BE49-F238E27FC236}">
                <a16:creationId xmlns:a16="http://schemas.microsoft.com/office/drawing/2014/main" id="{FAF0C5A4-8459-CD4D-11BA-632D680E9F15}"/>
              </a:ext>
            </a:extLst>
          </p:cNvPr>
          <p:cNvSpPr txBox="1">
            <a:spLocks/>
          </p:cNvSpPr>
          <p:nvPr/>
        </p:nvSpPr>
        <p:spPr>
          <a:xfrm>
            <a:off x="681956" y="3743563"/>
            <a:ext cx="3429000" cy="369332"/>
          </a:xfrm>
          <a:prstGeom prst="rect">
            <a:avLst/>
          </a:prstGeom>
        </p:spPr>
        <p:txBody>
          <a:bodyPr vert="horz" lIns="0" tIns="45720" rIns="0" bIns="45720" rtlCol="0" anchor="b">
            <a:spAutoFit/>
          </a:bodyPr>
          <a:lstStyle>
            <a:lvl1pPr marL="0" indent="0" algn="l" defTabSz="914400" rtl="0" eaLnBrk="1" latinLnBrk="0" hangingPunct="1">
              <a:lnSpc>
                <a:spcPct val="90000"/>
              </a:lnSpc>
              <a:spcBef>
                <a:spcPts val="0"/>
              </a:spcBef>
              <a:spcAft>
                <a:spcPts val="1200"/>
              </a:spcAft>
              <a:buClr>
                <a:schemeClr val="tx1"/>
              </a:buClr>
              <a:buSzPct val="90000"/>
              <a:buFont typeface="Amazon Ember Display" panose="020F0603020204020204" pitchFamily="34" charset="0"/>
              <a:buNone/>
              <a:defRPr sz="2000" b="1" kern="1200">
                <a:solidFill>
                  <a:schemeClr val="tx1"/>
                </a:solidFill>
                <a:latin typeface="+mn-lt"/>
                <a:ea typeface="+mn-ea"/>
                <a:cs typeface="+mn-cs"/>
              </a:defRPr>
            </a:lvl1pPr>
            <a:lvl2pPr marL="457200" indent="-228600" algn="l" defTabSz="914400" rtl="0" eaLnBrk="1" latinLnBrk="0" hangingPunct="1">
              <a:lnSpc>
                <a:spcPct val="90000"/>
              </a:lnSpc>
              <a:spcBef>
                <a:spcPts val="0"/>
              </a:spcBef>
              <a:spcAft>
                <a:spcPts val="1200"/>
              </a:spcAft>
              <a:buClr>
                <a:schemeClr val="tx1"/>
              </a:buClr>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Clr>
                <a:schemeClr val="tx1"/>
              </a:buClr>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buClr>
                <a:srgbClr val="FFFFFF"/>
              </a:buClr>
            </a:pPr>
            <a:r>
              <a:rPr lang="en-US" dirty="0">
                <a:solidFill>
                  <a:srgbClr val="FFFFFF"/>
                </a:solidFill>
                <a:latin typeface="Amazon Ember Display"/>
              </a:rPr>
              <a:t>Aditya Samant</a:t>
            </a:r>
          </a:p>
        </p:txBody>
      </p:sp>
      <p:sp>
        <p:nvSpPr>
          <p:cNvPr id="3" name="Text Placeholder 7">
            <a:extLst>
              <a:ext uri="{FF2B5EF4-FFF2-40B4-BE49-F238E27FC236}">
                <a16:creationId xmlns:a16="http://schemas.microsoft.com/office/drawing/2014/main" id="{F9DB4FCF-7882-4501-D057-F632DE44ECAA}"/>
              </a:ext>
            </a:extLst>
          </p:cNvPr>
          <p:cNvSpPr txBox="1">
            <a:spLocks/>
          </p:cNvSpPr>
          <p:nvPr/>
        </p:nvSpPr>
        <p:spPr>
          <a:xfrm>
            <a:off x="681956" y="4125595"/>
            <a:ext cx="3429000" cy="1128486"/>
          </a:xfrm>
          <a:prstGeom prst="rect">
            <a:avLst/>
          </a:prstGeom>
        </p:spPr>
        <p:txBody>
          <a:bodyPr vert="horz" lIns="0" tIns="45720" rIns="0" bIns="45720" rtlCol="0">
            <a:noAutofit/>
          </a:bodyPr>
          <a:lstStyle>
            <a:lvl1pPr marL="0" indent="0" algn="l" defTabSz="914400" rtl="0" eaLnBrk="1" latinLnBrk="0" hangingPunct="1">
              <a:lnSpc>
                <a:spcPct val="90000"/>
              </a:lnSpc>
              <a:spcBef>
                <a:spcPts val="0"/>
              </a:spcBef>
              <a:spcAft>
                <a:spcPts val="600"/>
              </a:spcAft>
              <a:buClr>
                <a:schemeClr val="tx1"/>
              </a:buClr>
              <a:buSzPct val="90000"/>
              <a:buFont typeface="Amazon Ember Display" panose="020F0603020204020204" pitchFamily="34" charset="0"/>
              <a:buNone/>
              <a:defRPr sz="1800" kern="1200">
                <a:solidFill>
                  <a:schemeClr val="tx1"/>
                </a:solidFill>
                <a:latin typeface="+mn-lt"/>
                <a:ea typeface="+mn-ea"/>
                <a:cs typeface="+mn-cs"/>
              </a:defRPr>
            </a:lvl1pPr>
            <a:lvl2pPr marL="457200" indent="-228600" algn="l" defTabSz="914400" rtl="0" eaLnBrk="1" latinLnBrk="0" hangingPunct="1">
              <a:lnSpc>
                <a:spcPct val="90000"/>
              </a:lnSpc>
              <a:spcBef>
                <a:spcPts val="0"/>
              </a:spcBef>
              <a:spcAft>
                <a:spcPts val="1200"/>
              </a:spcAft>
              <a:buClr>
                <a:schemeClr val="tx1"/>
              </a:buClr>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Clr>
                <a:schemeClr val="tx1"/>
              </a:buClr>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buClr>
                <a:srgbClr val="FFFFFF"/>
              </a:buClr>
            </a:pPr>
            <a:r>
              <a:rPr lang="en-US" dirty="0" err="1">
                <a:solidFill>
                  <a:srgbClr val="FFFFFF"/>
                </a:solidFill>
                <a:latin typeface="Amazon Ember Display"/>
              </a:rPr>
              <a:t>ausamant@amazon.com</a:t>
            </a:r>
            <a:endParaRPr lang="en-US" dirty="0">
              <a:solidFill>
                <a:srgbClr val="FFFFFF"/>
              </a:solidFill>
              <a:latin typeface="Amazon Ember Display"/>
            </a:endParaRPr>
          </a:p>
        </p:txBody>
      </p:sp>
      <p:pic>
        <p:nvPicPr>
          <p:cNvPr id="10" name="Picture 2" descr="LinkedIn profile; account name is in the adjacent text">
            <a:extLst>
              <a:ext uri="{FF2B5EF4-FFF2-40B4-BE49-F238E27FC236}">
                <a16:creationId xmlns:a16="http://schemas.microsoft.com/office/drawing/2014/main" id="{23376220-9ECF-51F9-9785-884180F1C5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956" y="4477981"/>
            <a:ext cx="310775" cy="310775"/>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12">
            <a:extLst>
              <a:ext uri="{FF2B5EF4-FFF2-40B4-BE49-F238E27FC236}">
                <a16:creationId xmlns:a16="http://schemas.microsoft.com/office/drawing/2014/main" id="{F48DE1F4-A488-8455-C2B2-695E26A1375E}"/>
              </a:ext>
            </a:extLst>
          </p:cNvPr>
          <p:cNvSpPr txBox="1">
            <a:spLocks/>
          </p:cNvSpPr>
          <p:nvPr/>
        </p:nvSpPr>
        <p:spPr>
          <a:xfrm>
            <a:off x="664028" y="4463765"/>
            <a:ext cx="3429000" cy="1128486"/>
          </a:xfrm>
          <a:prstGeom prst="rect">
            <a:avLst/>
          </a:prstGeom>
        </p:spPr>
        <p:txBody>
          <a:bodyPr vert="horz" lIns="0" tIns="45720" rIns="0" bIns="45720" rtlCol="0">
            <a:noAutofit/>
          </a:bodyPr>
          <a:lstStyle>
            <a:lvl1pPr marL="0" indent="0" algn="l" defTabSz="914400" rtl="0" eaLnBrk="1" latinLnBrk="0" hangingPunct="1">
              <a:lnSpc>
                <a:spcPct val="90000"/>
              </a:lnSpc>
              <a:spcBef>
                <a:spcPts val="0"/>
              </a:spcBef>
              <a:spcAft>
                <a:spcPts val="600"/>
              </a:spcAft>
              <a:buClr>
                <a:schemeClr val="tx1"/>
              </a:buClr>
              <a:buSzPct val="90000"/>
              <a:buFont typeface="Amazon Ember Display" panose="020F0603020204020204" pitchFamily="34" charset="0"/>
              <a:buNone/>
              <a:defRPr sz="1800" kern="1200">
                <a:solidFill>
                  <a:schemeClr val="tx1"/>
                </a:solidFill>
                <a:latin typeface="+mn-lt"/>
                <a:ea typeface="+mn-ea"/>
                <a:cs typeface="+mn-cs"/>
              </a:defRPr>
            </a:lvl1pPr>
            <a:lvl2pPr marL="457200" indent="-228600" algn="l" defTabSz="914400" rtl="0" eaLnBrk="1" latinLnBrk="0" hangingPunct="1">
              <a:lnSpc>
                <a:spcPct val="90000"/>
              </a:lnSpc>
              <a:spcBef>
                <a:spcPts val="0"/>
              </a:spcBef>
              <a:spcAft>
                <a:spcPts val="1200"/>
              </a:spcAft>
              <a:buClr>
                <a:schemeClr val="tx1"/>
              </a:buClr>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Clr>
                <a:schemeClr val="tx1"/>
              </a:buClr>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buClr>
                <a:srgbClr val="FFFFFF"/>
              </a:buClr>
            </a:pPr>
            <a:r>
              <a:rPr lang="en-US" dirty="0">
                <a:solidFill>
                  <a:srgbClr val="FFFFFF"/>
                </a:solidFill>
                <a:latin typeface="Amazon Ember Display"/>
              </a:rPr>
              <a:t>       adisamant</a:t>
            </a:r>
          </a:p>
        </p:txBody>
      </p:sp>
      <p:sp>
        <p:nvSpPr>
          <p:cNvPr id="8" name="Text Placeholder 9">
            <a:extLst>
              <a:ext uri="{FF2B5EF4-FFF2-40B4-BE49-F238E27FC236}">
                <a16:creationId xmlns:a16="http://schemas.microsoft.com/office/drawing/2014/main" id="{632FA919-20F2-78C8-248D-B54C93DB36B4}"/>
              </a:ext>
            </a:extLst>
          </p:cNvPr>
          <p:cNvSpPr txBox="1">
            <a:spLocks/>
          </p:cNvSpPr>
          <p:nvPr/>
        </p:nvSpPr>
        <p:spPr>
          <a:xfrm>
            <a:off x="3963039" y="3743563"/>
            <a:ext cx="3429000" cy="369332"/>
          </a:xfrm>
          <a:prstGeom prst="rect">
            <a:avLst/>
          </a:prstGeom>
        </p:spPr>
        <p:txBody>
          <a:bodyPr vert="horz" lIns="0" tIns="45720" rIns="0" bIns="45720" rtlCol="0" anchor="b">
            <a:spAutoFit/>
          </a:bodyPr>
          <a:lstStyle>
            <a:lvl1pPr marL="0" indent="0" algn="l" defTabSz="914400" rtl="0" eaLnBrk="1" latinLnBrk="0" hangingPunct="1">
              <a:lnSpc>
                <a:spcPct val="90000"/>
              </a:lnSpc>
              <a:spcBef>
                <a:spcPts val="0"/>
              </a:spcBef>
              <a:spcAft>
                <a:spcPts val="1200"/>
              </a:spcAft>
              <a:buClr>
                <a:schemeClr val="tx1"/>
              </a:buClr>
              <a:buSzPct val="90000"/>
              <a:buFont typeface="Amazon Ember Display" panose="020F0603020204020204" pitchFamily="34" charset="0"/>
              <a:buNone/>
              <a:defRPr sz="2000" b="1" kern="1200">
                <a:solidFill>
                  <a:schemeClr val="tx1"/>
                </a:solidFill>
                <a:latin typeface="+mn-lt"/>
                <a:ea typeface="+mn-ea"/>
                <a:cs typeface="+mn-cs"/>
              </a:defRPr>
            </a:lvl1pPr>
            <a:lvl2pPr marL="457200" indent="-228600" algn="l" defTabSz="914400" rtl="0" eaLnBrk="1" latinLnBrk="0" hangingPunct="1">
              <a:lnSpc>
                <a:spcPct val="90000"/>
              </a:lnSpc>
              <a:spcBef>
                <a:spcPts val="0"/>
              </a:spcBef>
              <a:spcAft>
                <a:spcPts val="1200"/>
              </a:spcAft>
              <a:buClr>
                <a:schemeClr val="tx1"/>
              </a:buClr>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Clr>
                <a:schemeClr val="tx1"/>
              </a:buClr>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buClr>
                <a:srgbClr val="FFFFFF"/>
              </a:buClr>
            </a:pPr>
            <a:r>
              <a:rPr lang="en-US" dirty="0">
                <a:solidFill>
                  <a:srgbClr val="FFFFFF"/>
                </a:solidFill>
                <a:latin typeface="Amazon Ember Display"/>
              </a:rPr>
              <a:t>Shayon Sanyal</a:t>
            </a:r>
          </a:p>
        </p:txBody>
      </p:sp>
      <p:sp>
        <p:nvSpPr>
          <p:cNvPr id="7" name="Text Placeholder 7">
            <a:extLst>
              <a:ext uri="{FF2B5EF4-FFF2-40B4-BE49-F238E27FC236}">
                <a16:creationId xmlns:a16="http://schemas.microsoft.com/office/drawing/2014/main" id="{174EA443-BD41-FB12-99C0-AF06DD13602D}"/>
              </a:ext>
            </a:extLst>
          </p:cNvPr>
          <p:cNvSpPr txBox="1">
            <a:spLocks/>
          </p:cNvSpPr>
          <p:nvPr/>
        </p:nvSpPr>
        <p:spPr>
          <a:xfrm>
            <a:off x="3945111" y="4112895"/>
            <a:ext cx="3429000" cy="1128486"/>
          </a:xfrm>
          <a:prstGeom prst="rect">
            <a:avLst/>
          </a:prstGeom>
        </p:spPr>
        <p:txBody>
          <a:bodyPr vert="horz" lIns="0" tIns="45720" rIns="0" bIns="45720" rtlCol="0">
            <a:noAutofit/>
          </a:bodyPr>
          <a:lstStyle>
            <a:lvl1pPr marL="0" indent="0" algn="l" defTabSz="914400" rtl="0" eaLnBrk="1" latinLnBrk="0" hangingPunct="1">
              <a:lnSpc>
                <a:spcPct val="90000"/>
              </a:lnSpc>
              <a:spcBef>
                <a:spcPts val="0"/>
              </a:spcBef>
              <a:spcAft>
                <a:spcPts val="600"/>
              </a:spcAft>
              <a:buClr>
                <a:schemeClr val="tx1"/>
              </a:buClr>
              <a:buSzPct val="90000"/>
              <a:buFont typeface="Amazon Ember Display" panose="020F0603020204020204" pitchFamily="34" charset="0"/>
              <a:buNone/>
              <a:defRPr sz="1800" kern="1200">
                <a:solidFill>
                  <a:schemeClr val="tx1"/>
                </a:solidFill>
                <a:latin typeface="+mn-lt"/>
                <a:ea typeface="+mn-ea"/>
                <a:cs typeface="+mn-cs"/>
              </a:defRPr>
            </a:lvl1pPr>
            <a:lvl2pPr marL="457200" indent="-228600" algn="l" defTabSz="914400" rtl="0" eaLnBrk="1" latinLnBrk="0" hangingPunct="1">
              <a:lnSpc>
                <a:spcPct val="90000"/>
              </a:lnSpc>
              <a:spcBef>
                <a:spcPts val="0"/>
              </a:spcBef>
              <a:spcAft>
                <a:spcPts val="1200"/>
              </a:spcAft>
              <a:buClr>
                <a:schemeClr val="tx1"/>
              </a:buClr>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Clr>
                <a:schemeClr val="tx1"/>
              </a:buClr>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buClr>
                <a:srgbClr val="FFFFFF"/>
              </a:buClr>
            </a:pPr>
            <a:r>
              <a:rPr lang="en-US" dirty="0">
                <a:solidFill>
                  <a:srgbClr val="FFFFFF"/>
                </a:solidFill>
                <a:latin typeface="Amazon Ember Display"/>
              </a:rPr>
              <a:t>shayons@amazon.com</a:t>
            </a:r>
          </a:p>
        </p:txBody>
      </p:sp>
      <p:pic>
        <p:nvPicPr>
          <p:cNvPr id="11" name="Picture 2" descr="LinkedIn profile; account name is in the adjacent text">
            <a:extLst>
              <a:ext uri="{FF2B5EF4-FFF2-40B4-BE49-F238E27FC236}">
                <a16:creationId xmlns:a16="http://schemas.microsoft.com/office/drawing/2014/main" id="{932DE580-D88F-60AD-ED19-E91A748C75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26766" y="4477981"/>
            <a:ext cx="310775" cy="310775"/>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12">
            <a:extLst>
              <a:ext uri="{FF2B5EF4-FFF2-40B4-BE49-F238E27FC236}">
                <a16:creationId xmlns:a16="http://schemas.microsoft.com/office/drawing/2014/main" id="{6B4E3D26-AE8A-B474-43DF-2B74D8C3BA4D}"/>
              </a:ext>
            </a:extLst>
          </p:cNvPr>
          <p:cNvSpPr txBox="1">
            <a:spLocks/>
          </p:cNvSpPr>
          <p:nvPr/>
        </p:nvSpPr>
        <p:spPr>
          <a:xfrm>
            <a:off x="3877875" y="4465281"/>
            <a:ext cx="3429000" cy="1128486"/>
          </a:xfrm>
          <a:prstGeom prst="rect">
            <a:avLst/>
          </a:prstGeom>
        </p:spPr>
        <p:txBody>
          <a:bodyPr vert="horz" lIns="0" tIns="45720" rIns="0" bIns="45720" rtlCol="0">
            <a:noAutofit/>
          </a:bodyPr>
          <a:lstStyle>
            <a:lvl1pPr marL="0" indent="0" algn="l" defTabSz="914400" rtl="0" eaLnBrk="1" latinLnBrk="0" hangingPunct="1">
              <a:lnSpc>
                <a:spcPct val="90000"/>
              </a:lnSpc>
              <a:spcBef>
                <a:spcPts val="0"/>
              </a:spcBef>
              <a:spcAft>
                <a:spcPts val="600"/>
              </a:spcAft>
              <a:buClr>
                <a:schemeClr val="tx1"/>
              </a:buClr>
              <a:buSzPct val="90000"/>
              <a:buFont typeface="Amazon Ember Display" panose="020F0603020204020204" pitchFamily="34" charset="0"/>
              <a:buNone/>
              <a:defRPr sz="1800" kern="1200">
                <a:solidFill>
                  <a:schemeClr val="tx1"/>
                </a:solidFill>
                <a:latin typeface="+mn-lt"/>
                <a:ea typeface="+mn-ea"/>
                <a:cs typeface="+mn-cs"/>
              </a:defRPr>
            </a:lvl1pPr>
            <a:lvl2pPr marL="457200" indent="-228600" algn="l" defTabSz="914400" rtl="0" eaLnBrk="1" latinLnBrk="0" hangingPunct="1">
              <a:lnSpc>
                <a:spcPct val="90000"/>
              </a:lnSpc>
              <a:spcBef>
                <a:spcPts val="0"/>
              </a:spcBef>
              <a:spcAft>
                <a:spcPts val="1200"/>
              </a:spcAft>
              <a:buClr>
                <a:schemeClr val="tx1"/>
              </a:buClr>
              <a:buSzPct val="90000"/>
              <a:buFont typeface="Wingdings" panose="05000000000000000000" pitchFamily="2" charset="2"/>
              <a:buChar char="§"/>
              <a:defRPr sz="2400" kern="1200">
                <a:solidFill>
                  <a:schemeClr val="tx1"/>
                </a:solidFill>
                <a:latin typeface="+mn-lt"/>
                <a:ea typeface="+mn-ea"/>
                <a:cs typeface="+mn-cs"/>
              </a:defRPr>
            </a:lvl2pPr>
            <a:lvl3pPr marL="6858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90000"/>
              </a:lnSpc>
              <a:spcBef>
                <a:spcPts val="0"/>
              </a:spcBef>
              <a:spcAft>
                <a:spcPts val="600"/>
              </a:spcAft>
              <a:buClr>
                <a:schemeClr val="tx1"/>
              </a:buClr>
              <a:buFont typeface="Amazon Ember Display" panose="020F0603020204020204" pitchFamily="34" charset="0"/>
              <a:buChar char="•"/>
              <a:defRPr sz="1800" kern="1200">
                <a:solidFill>
                  <a:schemeClr val="tx1"/>
                </a:solidFill>
                <a:latin typeface="+mn-lt"/>
                <a:ea typeface="+mn-ea"/>
                <a:cs typeface="+mn-cs"/>
              </a:defRPr>
            </a:lvl4pPr>
            <a:lvl5pPr marL="914400" indent="-228600" algn="l" defTabSz="914400" rtl="0" eaLnBrk="1" latinLnBrk="0" hangingPunct="1">
              <a:lnSpc>
                <a:spcPct val="90000"/>
              </a:lnSpc>
              <a:spcBef>
                <a:spcPts val="0"/>
              </a:spcBef>
              <a:buClr>
                <a:schemeClr val="tx1"/>
              </a:buClr>
              <a:buFont typeface="Amazon Ember Display" panose="020F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buClr>
                <a:srgbClr val="FFFFFF"/>
              </a:buClr>
            </a:pPr>
            <a:r>
              <a:rPr lang="en-US" dirty="0">
                <a:solidFill>
                  <a:srgbClr val="FFFFFF"/>
                </a:solidFill>
                <a:latin typeface="Amazon Ember Display"/>
              </a:rPr>
              <a:t>       shayonsanyal</a:t>
            </a:r>
          </a:p>
        </p:txBody>
      </p:sp>
    </p:spTree>
    <p:extLst>
      <p:ext uri="{BB962C8B-B14F-4D97-AF65-F5344CB8AC3E}">
        <p14:creationId xmlns:p14="http://schemas.microsoft.com/office/powerpoint/2010/main" val="25583254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8DF77B6C-C673-9DEE-7F97-0A8BDCF5C6E4}"/>
            </a:ext>
          </a:extLst>
        </p:cNvPr>
        <p:cNvGrpSpPr/>
        <p:nvPr/>
      </p:nvGrpSpPr>
      <p:grpSpPr>
        <a:xfrm>
          <a:off x="0" y="0"/>
          <a:ext cx="0" cy="0"/>
          <a:chOff x="0" y="0"/>
          <a:chExt cx="0" cy="0"/>
        </a:xfrm>
      </p:grpSpPr>
      <p:sp>
        <p:nvSpPr>
          <p:cNvPr id="201" name="Keep these three decisions explicit"/>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Keep these three decisions explicit</a:t>
            </a:r>
            <a:endParaRPr lang="en-US" sz="3400"/>
          </a:p>
        </p:txBody>
      </p:sp>
      <p:sp>
        <p:nvSpPr>
          <p:cNvPr id="202" name="IMPLEMENTED IN MERIDIA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IMPLEMENTED IN MERIDIAN</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Context"/>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Context</a:t>
            </a:r>
            <a:endParaRPr lang="en-US" sz="2500"/>
          </a:p>
        </p:txBody>
      </p:sp>
      <p:sp>
        <p:nvSpPr>
          <p:cNvPr id="205" name="What may the agent recall? Scope it to the traveler."/>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What may the agent recall?</a:t>
            </a:r>
            <a:endParaRPr lang="en-US" sz="2200"/>
          </a:p>
          <a:p>
            <a:pPr marL="0" marR="0" indent="0">
              <a:lnSpc>
                <a:spcPct val="110000"/>
              </a:lnSpc>
              <a:spcAft>
                <a:spcPts val="900"/>
              </a:spcAft>
              <a:buNone/>
            </a:pPr>
            <a:r>
              <a:rPr lang="en-US" sz="2200" b="0">
                <a:solidFill>
                  <a:srgbClr val="FFFFFF"/>
                </a:solidFill>
                <a:latin typeface="Amazon Ember"/>
              </a:rPr>
              <a:t xml:space="preserve">Scope it to the traveler.</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Authority"/>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Authority</a:t>
            </a:r>
            <a:endParaRPr lang="en-US" sz="2500"/>
          </a:p>
        </p:txBody>
      </p:sp>
      <p:sp>
        <p:nvSpPr>
          <p:cNvPr id="208" name="What may the tool do? Decide before execution."/>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What may the tool do?</a:t>
            </a:r>
            <a:endParaRPr lang="en-US" sz="2200"/>
          </a:p>
          <a:p>
            <a:pPr marL="0" marR="0" indent="0">
              <a:lnSpc>
                <a:spcPct val="110000"/>
              </a:lnSpc>
              <a:spcAft>
                <a:spcPts val="900"/>
              </a:spcAft>
              <a:buNone/>
            </a:pPr>
            <a:r>
              <a:rPr lang="en-US" sz="2200" b="0">
                <a:solidFill>
                  <a:srgbClr val="FFFFFF"/>
                </a:solidFill>
                <a:latin typeface="Amazon Ember"/>
              </a:rPr>
              <a:t xml:space="preserve">Decide before execution.</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Durability"/>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Durability</a:t>
            </a:r>
            <a:endParaRPr lang="en-US" sz="2500"/>
          </a:p>
        </p:txBody>
      </p:sp>
      <p:sp>
        <p:nvSpPr>
          <p:cNvPr id="211" name="What survives the worker? Persist intent and receipts."/>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What survives the worker?</a:t>
            </a:r>
            <a:endParaRPr lang="en-US" sz="2200"/>
          </a:p>
          <a:p>
            <a:pPr marL="0" marR="0" indent="0">
              <a:lnSpc>
                <a:spcPct val="110000"/>
              </a:lnSpc>
              <a:spcAft>
                <a:spcPts val="900"/>
              </a:spcAft>
              <a:buNone/>
            </a:pPr>
            <a:r>
              <a:rPr lang="en-US" sz="2200" b="0">
                <a:solidFill>
                  <a:srgbClr val="FFFFFF"/>
                </a:solidFill>
                <a:latin typeface="Amazon Ember"/>
              </a:rPr>
              <a:t xml:space="preserve">Persist intent and receipts.</a:t>
            </a:r>
            <a:endParaRPr lang="en-US" sz="2200"/>
          </a:p>
        </p:txBody>
      </p:sp>
    </p:spTree>
    <p:extLst>
      <p:ext uri="{BB962C8B-B14F-4D97-AF65-F5344CB8AC3E}">
        <p14:creationId xmlns:p14="http://schemas.microsoft.com/office/powerpoint/2010/main" val="40326375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74AF7DB5-B953-D40A-4543-F34A2D006E88}"/>
            </a:ext>
          </a:extLst>
        </p:cNvPr>
        <p:cNvGrpSpPr/>
        <p:nvPr/>
      </p:nvGrpSpPr>
      <p:grpSpPr>
        <a:xfrm>
          <a:off x="0" y="0"/>
          <a:ext cx="0" cy="0"/>
          <a:chOff x="0" y="0"/>
          <a:chExt cx="0" cy="0"/>
        </a:xfrm>
      </p:grpSpPr>
      <p:sp>
        <p:nvSpPr>
          <p:cNvPr id="201" name="Presenter preflight and recovery"/>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Presenter preflight and recovery</a:t>
            </a:r>
            <a:endParaRPr lang="en-US" sz="3400"/>
          </a:p>
        </p:txBody>
      </p:sp>
      <p:sp>
        <p:nvSpPr>
          <p:cNvPr id="202" name="OPTIONAL · OPERATIONS"/>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OPTIONAL · OPERATIONS</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Before the room"/>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Before the room</a:t>
            </a:r>
            <a:endParaRPr lang="en-US" sz="2500"/>
          </a:p>
        </p:txBody>
      </p:sp>
      <p:sp>
        <p:nvSpPr>
          <p:cNvPr id="205" name="Correct account + region Durable health + four tools Warm one live tur"/>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Correct account + region</a:t>
            </a:r>
            <a:endParaRPr lang="en-US" sz="2200"/>
          </a:p>
          <a:p>
            <a:pPr marL="0" marR="0" indent="0">
              <a:lnSpc>
                <a:spcPct val="110000"/>
              </a:lnSpc>
              <a:spcAft>
                <a:spcPts val="900"/>
              </a:spcAft>
              <a:buNone/>
            </a:pPr>
            <a:r>
              <a:rPr lang="en-US" sz="2200" b="0">
                <a:solidFill>
                  <a:srgbClr val="FFFFFF"/>
                </a:solidFill>
                <a:latin typeface="Amazon Ember"/>
              </a:rPr>
              <a:t xml:space="preserve">Durable health + four tools</a:t>
            </a:r>
            <a:endParaRPr lang="en-US" sz="2200"/>
          </a:p>
          <a:p>
            <a:pPr marL="0" marR="0" indent="0">
              <a:lnSpc>
                <a:spcPct val="110000"/>
              </a:lnSpc>
              <a:spcAft>
                <a:spcPts val="900"/>
              </a:spcAft>
              <a:buNone/>
            </a:pPr>
            <a:r>
              <a:rPr lang="en-US" sz="2200" b="0">
                <a:solidFill>
                  <a:srgbClr val="FFFFFF"/>
                </a:solidFill>
                <a:latin typeface="Amazon Ember"/>
              </a:rPr>
              <a:t xml:space="preserve">Warm one live turn</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If a request stalls"/>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If a request stalls</a:t>
            </a:r>
            <a:endParaRPr lang="en-US" sz="2500"/>
          </a:p>
        </p:txBody>
      </p:sp>
      <p:sp>
        <p:nvSpPr>
          <p:cNvPr id="208" name="Wait up to 55 seconds Read the saved receipt Do not invent success"/>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Wait up to 55 seconds</a:t>
            </a:r>
            <a:endParaRPr lang="en-US" sz="2200"/>
          </a:p>
          <a:p>
            <a:pPr marL="0" marR="0" indent="0">
              <a:lnSpc>
                <a:spcPct val="110000"/>
              </a:lnSpc>
              <a:spcAft>
                <a:spcPts val="900"/>
              </a:spcAft>
              <a:buNone/>
            </a:pPr>
            <a:r>
              <a:rPr lang="en-US" sz="2200" b="0">
                <a:solidFill>
                  <a:srgbClr val="FFFFFF"/>
                </a:solidFill>
                <a:latin typeface="Amazon Ember"/>
              </a:rPr>
              <a:t xml:space="preserve">Read the saved receipt</a:t>
            </a:r>
            <a:endParaRPr lang="en-US" sz="2200"/>
          </a:p>
          <a:p>
            <a:pPr marL="0" marR="0" indent="0">
              <a:lnSpc>
                <a:spcPct val="110000"/>
              </a:lnSpc>
              <a:spcAft>
                <a:spcPts val="900"/>
              </a:spcAft>
              <a:buNone/>
            </a:pPr>
            <a:r>
              <a:rPr lang="en-US" sz="2200" b="0">
                <a:solidFill>
                  <a:srgbClr val="FFFFFF"/>
                </a:solidFill>
                <a:latin typeface="Amazon Ember"/>
              </a:rPr>
              <a:t xml:space="preserve">Do not invent success</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Before leaving"/>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Before leaving</a:t>
            </a:r>
            <a:endParaRPr lang="en-US" sz="2500"/>
          </a:p>
        </p:txBody>
      </p:sp>
      <p:sp>
        <p:nvSpPr>
          <p:cNvPr id="211" name="Release only owned tests Preserve unrelated data Check retained resour"/>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Release only owned tests</a:t>
            </a:r>
            <a:endParaRPr lang="en-US" sz="2200"/>
          </a:p>
          <a:p>
            <a:pPr marL="0" marR="0" indent="0">
              <a:lnSpc>
                <a:spcPct val="110000"/>
              </a:lnSpc>
              <a:spcAft>
                <a:spcPts val="900"/>
              </a:spcAft>
              <a:buNone/>
            </a:pPr>
            <a:r>
              <a:rPr lang="en-US" sz="2200" b="0">
                <a:solidFill>
                  <a:srgbClr val="FFFFFF"/>
                </a:solidFill>
                <a:latin typeface="Amazon Ember"/>
              </a:rPr>
              <a:t xml:space="preserve">Preserve unrelated data</a:t>
            </a:r>
            <a:endParaRPr lang="en-US" sz="2200"/>
          </a:p>
          <a:p>
            <a:pPr marL="0" marR="0" indent="0">
              <a:lnSpc>
                <a:spcPct val="110000"/>
              </a:lnSpc>
              <a:spcAft>
                <a:spcPts val="900"/>
              </a:spcAft>
              <a:buNone/>
            </a:pPr>
            <a:r>
              <a:rPr lang="en-US" sz="2200" b="0">
                <a:solidFill>
                  <a:srgbClr val="FFFFFF"/>
                </a:solidFill>
                <a:latin typeface="Amazon Ember"/>
              </a:rPr>
              <a:t xml:space="preserve">Check retained resources</a:t>
            </a:r>
            <a:endParaRPr lang="en-US" sz="2200"/>
          </a:p>
        </p:txBody>
      </p:sp>
    </p:spTree>
    <p:extLst>
      <p:ext uri="{BB962C8B-B14F-4D97-AF65-F5344CB8AC3E}">
        <p14:creationId xmlns:p14="http://schemas.microsoft.com/office/powerpoint/2010/main" val="22781330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1">
  <p:cSld>
    <p:spTree>
      <p:nvGrpSpPr>
        <p:cNvPr id="1" name="">
          <a:extLst>
            <a:ext uri="{FF2B5EF4-FFF2-40B4-BE49-F238E27FC236}">
              <a16:creationId xmlns:a16="http://schemas.microsoft.com/office/drawing/2014/main" id="{31BA0AE7-0B5A-CE8C-BD68-D5523116B8D3}"/>
            </a:ext>
          </a:extLst>
        </p:cNvPr>
        <p:cNvGrpSpPr/>
        <p:nvPr/>
      </p:nvGrpSpPr>
      <p:grpSpPr>
        <a:xfrm>
          <a:off x="0" y="0"/>
          <a:ext cx="0" cy="0"/>
          <a:chOff x="0" y="0"/>
          <a:chExt cx="0" cy="0"/>
        </a:xfrm>
      </p:grpSpPr>
      <p:sp>
        <p:nvSpPr>
          <p:cNvPr id="201" name="Temporal policy is a discussion branch"/>
          <p:cNvSpPr txBox="1"/>
          <p:nvPr>
            <p:ph type="title"/>
          </p:nvPr>
        </p:nvSpPr>
        <p:spPr>
          <a:xfrm>
            <a:off x="502920" y="365760"/>
            <a:ext cx="11064240" cy="777240"/>
          </a:xfrm>
          <a:prstGeom prst="rect">
            <a:avLst/>
          </a:prstGeom>
          <a:noFill/>
          <a:ln>
            <a:noFill/>
          </a:ln>
        </p:spPr>
        <p:txBody>
          <a:bodyPr wrap="square" lIns="0" rIns="0" tIns="0" bIns="0"/>
          <a:lstStyle/>
          <a:p>
            <a:pPr marL="0" marR="0" indent="0">
              <a:lnSpc>
                <a:spcPct val="110000"/>
              </a:lnSpc>
              <a:spcAft>
                <a:spcPts val="900"/>
              </a:spcAft>
              <a:buNone/>
            </a:pPr>
            <a:r>
              <a:rPr lang="en-US" sz="3400" b="1">
                <a:solidFill>
                  <a:srgbClr val="FFFFFF"/>
                </a:solidFill>
                <a:latin typeface="Amazon Ember"/>
              </a:rPr>
              <a:t xml:space="preserve">Temporal policy is a discussion branch</a:t>
            </a:r>
            <a:endParaRPr lang="en-US" sz="3400"/>
          </a:p>
        </p:txBody>
      </p:sp>
      <p:sp>
        <p:nvSpPr>
          <p:cNvPr id="202" name="OPTIONAL · DESIGN EXPLORATION"/>
          <p:cNvSpPr txBox="1"/>
          <p:nvPr/>
        </p:nvSpPr>
        <p:spPr>
          <a:xfrm>
            <a:off x="530352" y="1152144"/>
            <a:ext cx="10972800" cy="292608"/>
          </a:xfrm>
          <a:prstGeom prst="rect">
            <a:avLst/>
          </a:prstGeom>
          <a:noFill/>
          <a:ln>
            <a:noFill/>
          </a:ln>
        </p:spPr>
        <p:txBody>
          <a:bodyPr wrap="square" lIns="0" rIns="0" tIns="0" bIns="0"/>
          <a:lstStyle/>
          <a:p>
            <a:pPr marL="0" marR="0" indent="0">
              <a:lnSpc>
                <a:spcPct val="110000"/>
              </a:lnSpc>
              <a:spcAft>
                <a:spcPts val="900"/>
              </a:spcAft>
              <a:buNone/>
            </a:pPr>
            <a:r>
              <a:rPr lang="en-US" sz="1200" b="1">
                <a:solidFill>
                  <a:srgbClr val="C9A4FF"/>
                </a:solidFill>
                <a:latin typeface="Amazon Ember"/>
              </a:rPr>
              <a:t xml:space="preserve">OPTIONAL · DESIGN EXPLORATION</a:t>
            </a:r>
            <a:endParaRPr lang="en-US" sz="1200"/>
          </a:p>
        </p:txBody>
      </p:sp>
      <p:sp>
        <p:nvSpPr>
          <p:cNvPr id="203" name="">
            <a:extLst>
              <a:ext uri="{C183D7F6-B498-43B3-948B-1728B52AA6E4}">
                <adec:decorative xmlns:adec="http://schemas.microsoft.com/office/drawing/2017/decorative" val="1"/>
              </a:ext>
            </a:extLst>
          </p:cNvPr>
          <p:cNvSpPr txBox="1"/>
          <p:nvPr/>
        </p:nvSpPr>
        <p:spPr>
          <a:xfrm>
            <a:off x="50292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4" name="Implemented"/>
          <p:cNvSpPr txBox="1"/>
          <p:nvPr/>
        </p:nvSpPr>
        <p:spPr>
          <a:xfrm>
            <a:off x="70408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Implemented</a:t>
            </a:r>
            <a:endParaRPr lang="en-US" sz="2500"/>
          </a:p>
        </p:txBody>
      </p:sp>
      <p:sp>
        <p:nvSpPr>
          <p:cNvPr id="205" name="Cedar per tool invocation Aurora ownership + expiry Stable request rep"/>
          <p:cNvSpPr txBox="1"/>
          <p:nvPr/>
        </p:nvSpPr>
        <p:spPr>
          <a:xfrm>
            <a:off x="70408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Cedar per tool invocation</a:t>
            </a:r>
            <a:endParaRPr lang="en-US" sz="2200"/>
          </a:p>
          <a:p>
            <a:pPr marL="0" marR="0" indent="0">
              <a:lnSpc>
                <a:spcPct val="110000"/>
              </a:lnSpc>
              <a:spcAft>
                <a:spcPts val="900"/>
              </a:spcAft>
              <a:buNone/>
            </a:pPr>
            <a:r>
              <a:rPr lang="en-US" sz="2200" b="0">
                <a:solidFill>
                  <a:srgbClr val="FFFFFF"/>
                </a:solidFill>
                <a:latin typeface="Amazon Ember"/>
              </a:rPr>
              <a:t xml:space="preserve">Aurora ownership + expiry</a:t>
            </a:r>
            <a:endParaRPr lang="en-US" sz="2200"/>
          </a:p>
          <a:p>
            <a:pPr marL="0" marR="0" indent="0">
              <a:lnSpc>
                <a:spcPct val="110000"/>
              </a:lnSpc>
              <a:spcAft>
                <a:spcPts val="900"/>
              </a:spcAft>
              <a:buNone/>
            </a:pPr>
            <a:r>
              <a:rPr lang="en-US" sz="2200" b="0">
                <a:solidFill>
                  <a:srgbClr val="FFFFFF"/>
                </a:solidFill>
                <a:latin typeface="Amazon Ember"/>
              </a:rPr>
              <a:t xml:space="preserve">Stable request replay</a:t>
            </a:r>
            <a:endParaRPr lang="en-US" sz="2200"/>
          </a:p>
        </p:txBody>
      </p:sp>
      <p:sp>
        <p:nvSpPr>
          <p:cNvPr id="206" name="">
            <a:extLst>
              <a:ext uri="{C183D7F6-B498-43B3-948B-1728B52AA6E4}">
                <adec:decorative xmlns:adec="http://schemas.microsoft.com/office/drawing/2017/decorative" val="1"/>
              </a:ext>
            </a:extLst>
          </p:cNvPr>
          <p:cNvSpPr txBox="1"/>
          <p:nvPr/>
        </p:nvSpPr>
        <p:spPr>
          <a:xfrm>
            <a:off x="429768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07" name="Explore"/>
          <p:cNvSpPr txBox="1"/>
          <p:nvPr/>
        </p:nvSpPr>
        <p:spPr>
          <a:xfrm>
            <a:off x="449884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Explore</a:t>
            </a:r>
            <a:endParaRPr lang="en-US" sz="2500"/>
          </a:p>
        </p:txBody>
      </p:sp>
      <p:sp>
        <p:nvSpPr>
          <p:cNvPr id="208" name="History-dependent policy Rules across multiple calls Additional state "/>
          <p:cNvSpPr txBox="1"/>
          <p:nvPr/>
        </p:nvSpPr>
        <p:spPr>
          <a:xfrm>
            <a:off x="449884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History-dependent policy</a:t>
            </a:r>
            <a:endParaRPr lang="en-US" sz="2200"/>
          </a:p>
          <a:p>
            <a:pPr marL="0" marR="0" indent="0">
              <a:lnSpc>
                <a:spcPct val="110000"/>
              </a:lnSpc>
              <a:spcAft>
                <a:spcPts val="900"/>
              </a:spcAft>
              <a:buNone/>
            </a:pPr>
            <a:r>
              <a:rPr lang="en-US" sz="2200" b="0">
                <a:solidFill>
                  <a:srgbClr val="FFFFFF"/>
                </a:solidFill>
                <a:latin typeface="Amazon Ember"/>
              </a:rPr>
              <a:t xml:space="preserve">Rules across multiple calls</a:t>
            </a:r>
            <a:endParaRPr lang="en-US" sz="2200"/>
          </a:p>
          <a:p>
            <a:pPr marL="0" marR="0" indent="0">
              <a:lnSpc>
                <a:spcPct val="110000"/>
              </a:lnSpc>
              <a:spcAft>
                <a:spcPts val="900"/>
              </a:spcAft>
              <a:buNone/>
            </a:pPr>
            <a:r>
              <a:rPr lang="en-US" sz="2200" b="0">
                <a:solidFill>
                  <a:srgbClr val="FFFFFF"/>
                </a:solidFill>
                <a:latin typeface="Amazon Ember"/>
              </a:rPr>
              <a:t xml:space="preserve">Additional state ownership</a:t>
            </a:r>
            <a:endParaRPr lang="en-US" sz="2200"/>
          </a:p>
        </p:txBody>
      </p:sp>
      <p:sp>
        <p:nvSpPr>
          <p:cNvPr id="209" name="">
            <a:extLst>
              <a:ext uri="{C183D7F6-B498-43B3-948B-1728B52AA6E4}">
                <adec:decorative xmlns:adec="http://schemas.microsoft.com/office/drawing/2017/decorative" val="1"/>
              </a:ext>
            </a:extLst>
          </p:cNvPr>
          <p:cNvSpPr txBox="1"/>
          <p:nvPr/>
        </p:nvSpPr>
        <p:spPr>
          <a:xfrm>
            <a:off x="8092440" y="1828800"/>
            <a:ext cx="3566160" cy="3749039"/>
          </a:xfrm>
          <a:prstGeom prst="rect">
            <a:avLst/>
          </a:prstGeom>
          <a:solidFill>
            <a:srgbClr val="232F3E"/>
          </a:solidFill>
          <a:ln w="12700">
            <a:solidFill>
              <a:srgbClr val="566475"/>
            </a:solidFill>
          </a:ln>
        </p:spPr>
        <p:txBody>
          <a:bodyPr wrap="square" lIns="0" rIns="0" tIns="0" bIns="0"/>
          <a:lstStyle/>
          <a:p>
            <a:pPr marL="0" marR="0" indent="0">
              <a:lnSpc>
                <a:spcPct val="110000"/>
              </a:lnSpc>
              <a:spcAft>
                <a:spcPts val="900"/>
              </a:spcAft>
              <a:buNone/>
            </a:pPr>
            <a:r>
              <a:rPr lang="en-US" sz="2400" b="0">
                <a:solidFill>
                  <a:srgbClr val="FFFFFF"/>
                </a:solidFill>
                <a:latin typeface="Amazon Ember"/>
              </a:rPr>
              <a:t xml:space="preserve"/>
            </a:r>
            <a:endParaRPr lang="en-US" sz="2400"/>
          </a:p>
        </p:txBody>
      </p:sp>
      <p:sp>
        <p:nvSpPr>
          <p:cNvPr id="210" name="Do not conflate"/>
          <p:cNvSpPr txBox="1"/>
          <p:nvPr/>
        </p:nvSpPr>
        <p:spPr>
          <a:xfrm>
            <a:off x="8293608" y="2011680"/>
            <a:ext cx="3163824" cy="777240"/>
          </a:xfrm>
          <a:prstGeom prst="rect">
            <a:avLst/>
          </a:prstGeom>
          <a:noFill/>
          <a:ln>
            <a:noFill/>
          </a:ln>
        </p:spPr>
        <p:txBody>
          <a:bodyPr wrap="square" lIns="0" rIns="0" tIns="0" bIns="0"/>
          <a:lstStyle/>
          <a:p>
            <a:pPr marL="0" marR="0" indent="0">
              <a:lnSpc>
                <a:spcPct val="110000"/>
              </a:lnSpc>
              <a:spcAft>
                <a:spcPts val="900"/>
              </a:spcAft>
              <a:buNone/>
            </a:pPr>
            <a:r>
              <a:rPr lang="en-US" sz="2500" b="1">
                <a:solidFill>
                  <a:srgbClr val="D6B6FF"/>
                </a:solidFill>
                <a:latin typeface="Amazon Ember"/>
              </a:rPr>
              <a:t xml:space="preserve">Do not conflate</a:t>
            </a:r>
            <a:endParaRPr lang="en-US" sz="2500"/>
          </a:p>
        </p:txBody>
      </p:sp>
      <p:sp>
        <p:nvSpPr>
          <p:cNvPr id="211" name="A design possibility An evaluated service An enabled capability"/>
          <p:cNvSpPr txBox="1"/>
          <p:nvPr/>
        </p:nvSpPr>
        <p:spPr>
          <a:xfrm>
            <a:off x="8293608" y="2816352"/>
            <a:ext cx="3163824" cy="2624327"/>
          </a:xfrm>
          <a:prstGeom prst="rect">
            <a:avLst/>
          </a:prstGeom>
          <a:noFill/>
          <a:ln>
            <a:noFill/>
          </a:ln>
        </p:spPr>
        <p:txBody>
          <a:bodyPr wrap="square" lIns="0" rIns="0" tIns="0" bIns="0"/>
          <a:lstStyle/>
          <a:p>
            <a:pPr marL="0" marR="0" indent="0">
              <a:lnSpc>
                <a:spcPct val="110000"/>
              </a:lnSpc>
              <a:spcAft>
                <a:spcPts val="900"/>
              </a:spcAft>
              <a:buNone/>
            </a:pPr>
            <a:r>
              <a:rPr lang="en-US" sz="2200" b="0">
                <a:solidFill>
                  <a:srgbClr val="FFFFFF"/>
                </a:solidFill>
                <a:latin typeface="Amazon Ember"/>
              </a:rPr>
              <a:t xml:space="preserve">A design possibility</a:t>
            </a:r>
            <a:endParaRPr lang="en-US" sz="2200"/>
          </a:p>
          <a:p>
            <a:pPr marL="0" marR="0" indent="0">
              <a:lnSpc>
                <a:spcPct val="110000"/>
              </a:lnSpc>
              <a:spcAft>
                <a:spcPts val="900"/>
              </a:spcAft>
              <a:buNone/>
            </a:pPr>
            <a:r>
              <a:rPr lang="en-US" sz="2200" b="0">
                <a:solidFill>
                  <a:srgbClr val="FFFFFF"/>
                </a:solidFill>
                <a:latin typeface="Amazon Ember"/>
              </a:rPr>
              <a:t xml:space="preserve">An evaluated service</a:t>
            </a:r>
            <a:endParaRPr lang="en-US" sz="2200"/>
          </a:p>
          <a:p>
            <a:pPr marL="0" marR="0" indent="0">
              <a:lnSpc>
                <a:spcPct val="110000"/>
              </a:lnSpc>
              <a:spcAft>
                <a:spcPts val="900"/>
              </a:spcAft>
              <a:buNone/>
            </a:pPr>
            <a:r>
              <a:rPr lang="en-US" sz="2200" b="0">
                <a:solidFill>
                  <a:srgbClr val="FFFFFF"/>
                </a:solidFill>
                <a:latin typeface="Amazon Ember"/>
              </a:rPr>
              <a:t xml:space="preserve">An enabled capability</a:t>
            </a:r>
            <a:endParaRPr lang="en-US" sz="2200"/>
          </a:p>
        </p:txBody>
      </p:sp>
    </p:spTree>
    <p:extLst>
      <p:ext uri="{BB962C8B-B14F-4D97-AF65-F5344CB8AC3E}">
        <p14:creationId xmlns:p14="http://schemas.microsoft.com/office/powerpoint/2010/main" val="2344629993"/>
      </p:ext>
    </p:extLst>
  </p:cSld>
  <p:clrMapOvr>
    <a:masterClrMapping/>
  </p:clrMapOvr>
  <mc:AlternateContent xmlns:mc="http://schemas.openxmlformats.org/markup-compatibility/2006" xmlns:p14="http://schemas.microsoft.com/office/powerpoint/2010/main">
    <mc:Choice Requires="p14"/>
    <mc:Fallback xmlns=""/>
  </mc:AlternateContent>
</p:sld>
</file>

<file path=ppt/theme/theme1.xml><?xml version="1.0" encoding="utf-8"?>
<a:theme xmlns:a="http://schemas.openxmlformats.org/drawingml/2006/main" name="AWS Brand Event Template 2025 - Dark">
  <a:themeElements>
    <a:clrScheme name="Custom 1">
      <a:dk1>
        <a:srgbClr val="232F3E"/>
      </a:dk1>
      <a:lt1>
        <a:srgbClr val="FFFFFF"/>
      </a:lt1>
      <a:dk2>
        <a:srgbClr val="232F3E"/>
      </a:dk2>
      <a:lt2>
        <a:srgbClr val="E8E8E8"/>
      </a:lt2>
      <a:accent1>
        <a:srgbClr val="00D6C7"/>
      </a:accent1>
      <a:accent2>
        <a:srgbClr val="007DFF"/>
      </a:accent2>
      <a:accent3>
        <a:srgbClr val="E433FF"/>
      </a:accent3>
      <a:accent4>
        <a:srgbClr val="952EFF"/>
      </a:accent4>
      <a:accent5>
        <a:srgbClr val="AB0071"/>
      </a:accent5>
      <a:accent6>
        <a:srgbClr val="43004C"/>
      </a:accent6>
      <a:hlink>
        <a:srgbClr val="FFFFFF"/>
      </a:hlink>
      <a:folHlink>
        <a:srgbClr val="FFFFFF"/>
      </a:folHlink>
    </a:clrScheme>
    <a:fontScheme name="Office">
      <a:majorFont>
        <a:latin typeface="AmazonEmberDisplay_Bd.ttf"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mazonEmberDisplay_Rg.ttf"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bodyPr vert="horz" wrap="square" lIns="91440" tIns="45720" rIns="91440" bIns="45720" rtlCol="0" anchor="ctr">
        <a:normAutofit/>
      </a:bodyPr>
      <a:lstStyle>
        <a:defPPr marL="0" marR="0" indent="0" algn="l" defTabSz="914400" rtl="0" eaLnBrk="1" fontAlgn="auto" latinLnBrk="0" hangingPunct="1">
          <a:lnSpc>
            <a:spcPct val="90000"/>
          </a:lnSpc>
          <a:spcBef>
            <a:spcPct val="0"/>
          </a:spcBef>
          <a:spcAft>
            <a:spcPts val="0"/>
          </a:spcAft>
          <a:buClrTx/>
          <a:buSzTx/>
          <a:buFontTx/>
          <a:buNone/>
          <a:tabLst/>
          <a:defRPr kumimoji="0" sz="2000" b="0" i="0" u="none" strike="noStrike" kern="1200" cap="none" spc="0" normalizeH="0" baseline="0" noProof="0" dirty="0" err="1" smtClean="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AWS Brand Event Template - Dark">
  <a:themeElements>
    <a:clrScheme name="AWS Brand Event Template - Dark">
      <a:dk1>
        <a:srgbClr val="232F3E"/>
      </a:dk1>
      <a:lt1>
        <a:srgbClr val="FFFFFF"/>
      </a:lt1>
      <a:dk2>
        <a:srgbClr val="232F3E"/>
      </a:dk2>
      <a:lt2>
        <a:srgbClr val="E8E8E8"/>
      </a:lt2>
      <a:accent1>
        <a:srgbClr val="43004C"/>
      </a:accent1>
      <a:accent2>
        <a:srgbClr val="AB0071"/>
      </a:accent2>
      <a:accent3>
        <a:srgbClr val="952EFF"/>
      </a:accent3>
      <a:accent4>
        <a:srgbClr val="E433FF"/>
      </a:accent4>
      <a:accent5>
        <a:srgbClr val="007DFF"/>
      </a:accent5>
      <a:accent6>
        <a:srgbClr val="00D6C7"/>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WS Brand Event Template - Dark">
  <a:themeElements>
    <a:clrScheme name="AWS Brand Event Template - Dark">
      <a:dk1>
        <a:srgbClr val="232F3E"/>
      </a:dk1>
      <a:lt1>
        <a:srgbClr val="FFFFFF"/>
      </a:lt1>
      <a:dk2>
        <a:srgbClr val="232F3E"/>
      </a:dk2>
      <a:lt2>
        <a:srgbClr val="E8E8E8"/>
      </a:lt2>
      <a:accent1>
        <a:srgbClr val="43004C"/>
      </a:accent1>
      <a:accent2>
        <a:srgbClr val="AB0071"/>
      </a:accent2>
      <a:accent3>
        <a:srgbClr val="952EFF"/>
      </a:accent3>
      <a:accent4>
        <a:srgbClr val="E433FF"/>
      </a:accent4>
      <a:accent5>
        <a:srgbClr val="007DFF"/>
      </a:accent5>
      <a:accent6>
        <a:srgbClr val="00D6C7"/>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2_AWS Brand Event Template - Dark">
  <a:themeElements>
    <a:clrScheme name="AWS Brand Event Template - Dark">
      <a:dk1>
        <a:srgbClr val="232F3E"/>
      </a:dk1>
      <a:lt1>
        <a:srgbClr val="FFFFFF"/>
      </a:lt1>
      <a:dk2>
        <a:srgbClr val="232F3E"/>
      </a:dk2>
      <a:lt2>
        <a:srgbClr val="E8E8E8"/>
      </a:lt2>
      <a:accent1>
        <a:srgbClr val="43004C"/>
      </a:accent1>
      <a:accent2>
        <a:srgbClr val="AB0071"/>
      </a:accent2>
      <a:accent3>
        <a:srgbClr val="952EFF"/>
      </a:accent3>
      <a:accent4>
        <a:srgbClr val="E433FF"/>
      </a:accent4>
      <a:accent5>
        <a:srgbClr val="007DFF"/>
      </a:accent5>
      <a:accent6>
        <a:srgbClr val="00D6C7"/>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AWS_speaker_template_reInvent_2025 (1)" id="{A585233C-DB5D-214E-BB90-E7A4C5100ABC}" vid="{D0271539-16A3-C044-B9F8-6FFA3751CDB3}"/>
    </a:ext>
  </a:extLst>
</a:theme>
</file>

<file path=ppt/theme/theme5.xml><?xml version="1.0" encoding="utf-8"?>
<a:theme xmlns:a="http://schemas.openxmlformats.org/drawingml/2006/main" name="1_AWS Brand Event Template 2025 - Dark">
  <a:themeElements>
    <a:clrScheme name="Custom 1">
      <a:dk1>
        <a:srgbClr val="232F3E"/>
      </a:dk1>
      <a:lt1>
        <a:srgbClr val="FFFFFF"/>
      </a:lt1>
      <a:dk2>
        <a:srgbClr val="232F3E"/>
      </a:dk2>
      <a:lt2>
        <a:srgbClr val="E8E8E8"/>
      </a:lt2>
      <a:accent1>
        <a:srgbClr val="00D6C7"/>
      </a:accent1>
      <a:accent2>
        <a:srgbClr val="007DFF"/>
      </a:accent2>
      <a:accent3>
        <a:srgbClr val="E433FF"/>
      </a:accent3>
      <a:accent4>
        <a:srgbClr val="952EFF"/>
      </a:accent4>
      <a:accent5>
        <a:srgbClr val="AB0071"/>
      </a:accent5>
      <a:accent6>
        <a:srgbClr val="43004C"/>
      </a:accent6>
      <a:hlink>
        <a:srgbClr val="FFFFFF"/>
      </a:hlink>
      <a:folHlink>
        <a:srgbClr val="FFFFFF"/>
      </a:folHlink>
    </a:clrScheme>
    <a:fontScheme name="Office">
      <a:majorFont>
        <a:latin typeface="AmazonEmberDisplay_Bd.ttf"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mazonEmberDisplay_Rg.ttf"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bodyPr vert="horz" wrap="square" lIns="91440" tIns="45720" rIns="91440" bIns="45720" rtlCol="0" anchor="ctr">
        <a:normAutofit/>
      </a:bodyPr>
      <a:lstStyle>
        <a:defPPr marL="0" marR="0" indent="0" algn="l" defTabSz="914400" rtl="0" eaLnBrk="1" fontAlgn="auto" latinLnBrk="0" hangingPunct="1">
          <a:lnSpc>
            <a:spcPct val="90000"/>
          </a:lnSpc>
          <a:spcBef>
            <a:spcPct val="0"/>
          </a:spcBef>
          <a:spcAft>
            <a:spcPts val="0"/>
          </a:spcAft>
          <a:buClrTx/>
          <a:buSzTx/>
          <a:buFontTx/>
          <a:buNone/>
          <a:tabLst/>
          <a:defRPr kumimoji="0" sz="2000" b="0" i="0" u="none" strike="noStrike" kern="1200" cap="none" spc="0" normalizeH="0" baseline="0" noProof="0" dirty="0" err="1" smtClean="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defRPr>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1_AWS re:Invent">
  <a:themeElements>
    <a:clrScheme name="2025 RIV">
      <a:dk1>
        <a:srgbClr val="232F3E"/>
      </a:dk1>
      <a:lt1>
        <a:srgbClr val="FFFFFF"/>
      </a:lt1>
      <a:dk2>
        <a:srgbClr val="232F3E"/>
      </a:dk2>
      <a:lt2>
        <a:srgbClr val="E8E8E8"/>
      </a:lt2>
      <a:accent1>
        <a:srgbClr val="43004C"/>
      </a:accent1>
      <a:accent2>
        <a:srgbClr val="AB0071"/>
      </a:accent2>
      <a:accent3>
        <a:srgbClr val="952EFF"/>
      </a:accent3>
      <a:accent4>
        <a:srgbClr val="E433FF"/>
      </a:accent4>
      <a:accent5>
        <a:srgbClr val="007DFF"/>
      </a:accent5>
      <a:accent6>
        <a:srgbClr val="00D6C7"/>
      </a:accent6>
      <a:hlink>
        <a:srgbClr val="FFFFFF"/>
      </a:hlink>
      <a:folHlink>
        <a:srgbClr val="FFFFFF"/>
      </a:folHlink>
    </a:clrScheme>
    <a:fontScheme name="Ember Display all the way">
      <a:majorFont>
        <a:latin typeface="Amazon Ember Displa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6"/>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custClrLst>
    <a:custClr name="Yellow-Orange">
      <a:srgbClr val="FF901E"/>
    </a:custClr>
    <a:custClr name="Bright Red">
      <a:srgbClr val="FF316E"/>
    </a:custClr>
    <a:custClr name="Plum">
      <a:srgbClr val="480046"/>
    </a:custClr>
    <a:custClr name="Blue">
      <a:srgbClr val="0019C8"/>
    </a:custClr>
    <a:custClr name="Sky Blue (hyperlink)">
      <a:srgbClr val="0061FF"/>
    </a:custClr>
  </a:custClrLst>
  <a:extLst>
    <a:ext uri="{05A4C25C-085E-4340-85A3-A5531E510DB2}">
      <thm15:themeFamily xmlns:thm15="http://schemas.microsoft.com/office/thememl/2012/main" name="Presentation8" id="{C1C046C8-FEEB-F544-8F0D-279D91C77DC6}" vid="{7507A532-FAD7-8D4B-8C53-D4B285E4155D}"/>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858525f-8556-4a49-8c5b-46c9ac02e9a8">
      <Terms xmlns="http://schemas.microsoft.com/office/infopath/2007/PartnerControls"/>
    </lcf76f155ced4ddcb4097134ff3c332f>
    <TaxCatchAll xmlns="c15da466-223d-4a9a-9a5d-eb2bee72a60a"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892946DCD6EF84A8AD3B83D0B57F8EB" ma:contentTypeVersion="17" ma:contentTypeDescription="Create a new document." ma:contentTypeScope="" ma:versionID="b42be05bc74378c37795d3f925fb4a01">
  <xsd:schema xmlns:xsd="http://www.w3.org/2001/XMLSchema" xmlns:xs="http://www.w3.org/2001/XMLSchema" xmlns:p="http://schemas.microsoft.com/office/2006/metadata/properties" xmlns:ns2="5858525f-8556-4a49-8c5b-46c9ac02e9a8" xmlns:ns3="c15da466-223d-4a9a-9a5d-eb2bee72a60a" targetNamespace="http://schemas.microsoft.com/office/2006/metadata/properties" ma:root="true" ma:fieldsID="6370dd56b8fb32e5b01a7594ec1f1abe" ns2:_="" ns3:_="">
    <xsd:import namespace="5858525f-8556-4a49-8c5b-46c9ac02e9a8"/>
    <xsd:import namespace="c15da466-223d-4a9a-9a5d-eb2bee72a60a"/>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858525f-8556-4a49-8c5b-46c9ac02e9a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5f7a6da-46ba-41bd-8ba0-cc4b0a852eb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15da466-223d-4a9a-9a5d-eb2bee72a60a"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b571200c-446a-409a-b41b-83406df47733}" ma:internalName="TaxCatchAll" ma:showField="CatchAllData" ma:web="c15da466-223d-4a9a-9a5d-eb2bee72a60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D7F2428-6C02-4D32-B14D-EBC3389A58AD}">
  <ds:schemaRefs>
    <ds:schemaRef ds:uri="http://schemas.microsoft.com/sharepoint/v3/contenttype/forms"/>
  </ds:schemaRefs>
</ds:datastoreItem>
</file>

<file path=customXml/itemProps2.xml><?xml version="1.0" encoding="utf-8"?>
<ds:datastoreItem xmlns:ds="http://schemas.openxmlformats.org/officeDocument/2006/customXml" ds:itemID="{5B8EE619-C8F3-4123-BB4D-06897928292C}">
  <ds:schemaRefs>
    <ds:schemaRef ds:uri="5858525f-8556-4a49-8c5b-46c9ac02e9a8"/>
    <ds:schemaRef ds:uri="c15da466-223d-4a9a-9a5d-eb2bee72a60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379A09CB-99D1-4CE1-93AE-964D83FB2A11}">
  <ds:schemaRefs>
    <ds:schemaRef ds:uri="5858525f-8556-4a49-8c5b-46c9ac02e9a8"/>
    <ds:schemaRef ds:uri="c15da466-223d-4a9a-9a5d-eb2bee72a60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13960</TotalTime>
  <Words>7023</Words>
  <Application>Microsoft Macintosh PowerPoint</Application>
  <PresentationFormat>Widescreen</PresentationFormat>
  <Paragraphs>1001</Paragraphs>
  <Slides>45</Slides>
  <Notes>36</Notes>
  <HiddenSlides>9</HiddenSlides>
  <MMClips>0</MMClips>
  <ScaleCrop>false</ScaleCrop>
  <HeadingPairs>
    <vt:vector size="6" baseType="variant">
      <vt:variant>
        <vt:lpstr>Fonts Used</vt:lpstr>
      </vt:variant>
      <vt:variant>
        <vt:i4>13</vt:i4>
      </vt:variant>
      <vt:variant>
        <vt:lpstr>Theme</vt:lpstr>
      </vt:variant>
      <vt:variant>
        <vt:i4>6</vt:i4>
      </vt:variant>
      <vt:variant>
        <vt:lpstr>Slide Titles</vt:lpstr>
      </vt:variant>
      <vt:variant>
        <vt:i4>45</vt:i4>
      </vt:variant>
    </vt:vector>
  </HeadingPairs>
  <TitlesOfParts>
    <vt:vector size="64" baseType="lpstr">
      <vt:lpstr>Amazon Ember</vt:lpstr>
      <vt:lpstr>Amazon Ember Display</vt:lpstr>
      <vt:lpstr>Amazon Ember Display Light</vt:lpstr>
      <vt:lpstr>Amazon Ember Light</vt:lpstr>
      <vt:lpstr>Amazon Ember Mono</vt:lpstr>
      <vt:lpstr>Amazon Ember Thin</vt:lpstr>
      <vt:lpstr>AmazonEmberDisplay_Rg.ttf</vt:lpstr>
      <vt:lpstr>Aptos</vt:lpstr>
      <vt:lpstr>Arial</vt:lpstr>
      <vt:lpstr>Calibri</vt:lpstr>
      <vt:lpstr>Courier New</vt:lpstr>
      <vt:lpstr>Lucida Console</vt:lpstr>
      <vt:lpstr>Wingdings</vt:lpstr>
      <vt:lpstr>AWS Brand Event Template 2025 - Dark</vt:lpstr>
      <vt:lpstr>AWS Brand Event Template - Dark</vt:lpstr>
      <vt:lpstr>1_AWS Brand Event Template - Dark</vt:lpstr>
      <vt:lpstr>2_AWS Brand Event Template - Dark</vt:lpstr>
      <vt:lpstr>1_AWS Brand Event Template 2025 - Dark</vt:lpstr>
      <vt:lpstr>1_AWS re:Invent</vt:lpstr>
      <vt:lpstr>Build agentic workflows with Aurora and MCP </vt:lpstr>
      <vt:lpstr>PowerPoint Presentation</vt:lpstr>
      <vt:lpstr>PowerPoint Presentation</vt:lpstr>
      <vt:lpstr>PowerPoint Presentation</vt:lpstr>
      <vt:lpstr>Phase 1: SQL</vt:lpstr>
      <vt:lpstr>PowerPoint Presentation</vt:lpstr>
      <vt:lpstr>PowerPoint Presentation</vt:lpstr>
      <vt:lpstr>Building your first agent</vt:lpstr>
      <vt:lpstr>PowerPoint Presentation</vt:lpstr>
      <vt:lpstr>PowerPoint Presentation</vt:lpstr>
      <vt:lpstr>Phase 2: MCP</vt:lpstr>
      <vt:lpstr>PowerPoint Presentation</vt:lpstr>
      <vt:lpstr>PowerPoint Presentation</vt:lpstr>
      <vt:lpstr>PowerPoint Presentation</vt:lpstr>
      <vt:lpstr>PowerPoint Presentation</vt:lpstr>
      <vt:lpstr>Aurora MCP Server</vt:lpstr>
      <vt:lpstr>PowerPoint Presentation</vt:lpstr>
      <vt:lpstr>PowerPoint Presentation</vt:lpstr>
      <vt:lpstr>PowerPoint Presentation</vt:lpstr>
      <vt:lpstr>PowerPoint Presentation</vt:lpstr>
      <vt:lpstr>Phase 3: Retrieval</vt:lpstr>
      <vt:lpstr>PowerPoint Presentation</vt:lpstr>
      <vt:lpstr>PowerPoint Presentation</vt:lpstr>
      <vt:lpstr>PowerPoint Presentation</vt:lpstr>
      <vt:lpstr>PowerPoint Presentation</vt:lpstr>
      <vt:lpstr>Phase 4: Memory + Production</vt:lpstr>
      <vt:lpstr>PowerPoint Presentation</vt:lpstr>
      <vt:lpstr>PowerPoint Presentation</vt:lpstr>
      <vt:lpstr>Tiered memory – AgentCore session + Aurora durable</vt:lpstr>
      <vt:lpstr>PowerPoint Presentation</vt:lpstr>
      <vt:lpstr>Phase 5: Orchestration</vt:lpstr>
      <vt:lpstr>PowerPoint Presentation</vt:lpstr>
      <vt:lpstr>PowerPoint Presentation</vt:lpstr>
      <vt:lpstr>Meridian’s Journey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Brand Event PPT Template_v1</dc:title>
  <dc:creator>Thad Allen</dc:creator>
  <cp:lastModifiedBy>Samant, Aditya</cp:lastModifiedBy>
  <cp:revision>200</cp:revision>
  <dcterms:created xsi:type="dcterms:W3CDTF">2023-07-18T17:07:11Z</dcterms:created>
  <dcterms:modified xsi:type="dcterms:W3CDTF">2026-06-01T12:59:22Z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0x0101002892946DCD6EF84A8AD3B83D0B57F8EB</vt:lpwstr>
  </property>
  <property fmtid="{D5CDD505-2E9C-101B-9397-08002B2CF9AE}" pid="3" name="MediaServiceImageTags">
    <vt:lpwstr/>
  </property>
  <property fmtid="{D5CDD505-2E9C-101B-9397-08002B2CF9AE}" pid="4" name="MSIP_Label_929eed6f-34eb-4453-9f97-09510b9b219f_Enabled">
    <vt:lpwstr>true</vt:lpwstr>
  </property>
  <property fmtid="{D5CDD505-2E9C-101B-9397-08002B2CF9AE}" pid="5" name="MSIP_Label_929eed6f-34eb-4453-9f97-09510b9b219f_SetDate">
    <vt:lpwstr>2025-07-07T18:51:03Z</vt:lpwstr>
  </property>
  <property fmtid="{D5CDD505-2E9C-101B-9397-08002B2CF9AE}" pid="6" name="MSIP_Label_929eed6f-34eb-4453-9f97-09510b9b219f_Method">
    <vt:lpwstr>Standard</vt:lpwstr>
  </property>
  <property fmtid="{D5CDD505-2E9C-101B-9397-08002B2CF9AE}" pid="7" name="MSIP_Label_929eed6f-34eb-4453-9f97-09510b9b219f_Name">
    <vt:lpwstr>Amazon Pending_Classification</vt:lpwstr>
  </property>
  <property fmtid="{D5CDD505-2E9C-101B-9397-08002B2CF9AE}" pid="8" name="MSIP_Label_929eed6f-34eb-4453-9f97-09510b9b219f_SiteId">
    <vt:lpwstr>5280104a-472d-4538-9ccf-1e1d0efe8b1b</vt:lpwstr>
  </property>
  <property fmtid="{D5CDD505-2E9C-101B-9397-08002B2CF9AE}" pid="9" name="MSIP_Label_929eed6f-34eb-4453-9f97-09510b9b219f_ActionId">
    <vt:lpwstr>9d61fb07-e320-4112-b61f-af76a6dbd919</vt:lpwstr>
  </property>
  <property fmtid="{D5CDD505-2E9C-101B-9397-08002B2CF9AE}" pid="10" name="MSIP_Label_929eed6f-34eb-4453-9f97-09510b9b219f_ContentBits">
    <vt:lpwstr>0</vt:lpwstr>
  </property>
  <property fmtid="{D5CDD505-2E9C-101B-9397-08002B2CF9AE}" pid="11" name="MSIP_Label_929eed6f-34eb-4453-9f97-09510b9b219f_Tag">
    <vt:lpwstr>50, 3, 0, 1</vt:lpwstr>
  </property>
</Properties>
</file>