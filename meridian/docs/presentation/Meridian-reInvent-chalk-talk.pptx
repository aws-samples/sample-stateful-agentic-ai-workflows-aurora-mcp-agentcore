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0.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3.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4.xml" ContentType="application/vnd.openxmlformats-officedocument.theme+xml"/>
  <Override PartName="/ppt/slideLayouts/slideLayout156.xml" ContentType="application/vnd.openxmlformats-officedocument.presentationml.slideLayout+xml"/>
  <Override PartName="/ppt/theme/theme5.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1001.xml" ContentType="application/vnd.openxmlformats-officedocument.presentationml.notesSlide+xml"/>
  <Override PartName="/ppt/notesSlides/notesSlide1037.xml" ContentType="application/vnd.openxmlformats-officedocument.presentationml.notesSlide+xml"/>
  <Override PartName="/ppt/notesSlides/notesSlide1003.xml" ContentType="application/vnd.openxmlformats-officedocument.presentationml.notesSlide+xml"/>
  <Override PartName="/ppt/notesSlides/notesSlide1002.xml" ContentType="application/vnd.openxmlformats-officedocument.presentationml.notesSlide+xml"/>
  <Override PartName="/ppt/notesSlides/notesSlide1005.xml" ContentType="application/vnd.openxmlformats-officedocument.presentationml.notesSlide+xml"/>
  <Override PartName="/ppt/notesSlides/notesSlide1021.xml" ContentType="application/vnd.openxmlformats-officedocument.presentationml.notesSlide+xml"/>
  <Override PartName="/ppt/notesSlides/notesSlide1026.xml" ContentType="application/vnd.openxmlformats-officedocument.presentationml.notesSlide+xml"/>
  <Override PartName="/ppt/notesSlides/notesSlide1031.xml" ContentType="application/vnd.openxmlformats-officedocument.presentationml.notesSlide+xml"/>
  <Override PartName="/ppt/notesSlides/notesSlide1006.xml" ContentType="application/vnd.openxmlformats-officedocument.presentationml.notesSlide+xml"/>
  <Override PartName="/ppt/notesSlides/notesSlide1019.xml" ContentType="application/vnd.openxmlformats-officedocument.presentationml.notesSlide+xml"/>
  <Override PartName="/ppt/notesSlides/notesSlide1024.xml" ContentType="application/vnd.openxmlformats-officedocument.presentationml.notesSlide+xml"/>
  <Override PartName="/ppt/notesSlides/notesSlide1023.xml" ContentType="application/vnd.openxmlformats-officedocument.presentationml.notesSlide+xml"/>
  <Override PartName="/ppt/notesSlides/notesSlide1029.xml" ContentType="application/vnd.openxmlformats-officedocument.presentationml.notesSlide+xml"/>
  <Override PartName="/ppt/notesSlides/notesSlide1028.xml" ContentType="application/vnd.openxmlformats-officedocument.presentationml.notesSlide+xml"/>
  <Override PartName="/ppt/notesSlides/notesSlide1030.xml" ContentType="application/vnd.openxmlformats-officedocument.presentationml.notesSlide+xml"/>
  <Override PartName="/ppt/notesSlides/notesSlide1033.xml" ContentType="application/vnd.openxmlformats-officedocument.presentationml.notesSlide+xml"/>
  <Override PartName="/ppt/notesSlides/notesSlide1034.xml" ContentType="application/vnd.openxmlformats-officedocument.presentationml.notesSlide+xml"/>
  <Override PartName="/ppt/notesSlides/notesSlide1004.xml" ContentType="application/vnd.openxmlformats-officedocument.presentationml.notesSlide+xml"/>
  <Override PartName="/ppt/notesSlides/notesSlide1022.xml" ContentType="application/vnd.openxmlformats-officedocument.presentationml.notesSlide+xml"/>
  <Override PartName="/ppt/notesSlides/notesSlide1025.xml" ContentType="application/vnd.openxmlformats-officedocument.presentationml.notesSlide+xml"/>
  <Override PartName="/ppt/notesSlides/notesSlide1032.xml" ContentType="application/vnd.openxmlformats-officedocument.presentationml.notesSlide+xml"/>
  <Override PartName="/ppt/notesSlides/notesSlide1038.xml" ContentType="application/vnd.openxmlformats-officedocument.presentationml.notesSlide+xml"/>
  <Override PartName="/ppt/notesSlides/notesSlide1035.xml" ContentType="application/vnd.openxmlformats-officedocument.presentationml.notesSlide+xml"/>
  <Override PartName="/ppt/notesSlides/notesSlide1040.xml" ContentType="application/vnd.openxmlformats-officedocument.presentationml.notesSlide+xml"/>
  <Override PartName="/ppt/notesSlides/notesSlide10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9" r:id="rId4"/>
    <p:sldMasterId id="2147484120" r:id="rId5"/>
    <p:sldMasterId id="2147484157" r:id="rId6"/>
    <p:sldMasterId id="2147484194" r:id="rId7"/>
    <p:sldMasterId id="2147484229" r:id="rId8"/>
    <p:sldMasterId id="2147484231" r:id="rId9"/>
  </p:sldMasterIdLst>
  <p:notesMasterIdLst>
    <p:notesMasterId r:id="rId55"/>
  </p:notesMasterIdLst>
  <p:handoutMasterIdLst>
    <p:handoutMasterId r:id="rId56"/>
  </p:handoutMasterIdLst>
  <p:sldIdLst>
    <p:sldId id="2147478889" r:id="rId10"/>
    <p:sldId id="441" r:id="rId12"/>
    <p:sldId id="2147483436" r:id="rId11"/>
    <p:sldId id="478" r:id="rId14"/>
    <p:sldId id="2147483402" r:id="rId15"/>
    <p:sldId id="2147483425" r:id="rId28"/>
    <p:sldId id="261" r:id="rId30"/>
    <p:sldId id="2147478896" r:id="rId33"/>
    <p:sldId id="265" r:id="rId32"/>
    <p:sldId id="262" r:id="rId35"/>
    <p:sldId id="2147478891" r:id="rId38"/>
    <p:sldId id="2147483411" r:id="rId37"/>
    <p:sldId id="278" r:id="rId39"/>
    <p:sldId id="2147483429" r:id="rId40"/>
    <p:sldId id="263" r:id="rId42"/>
    <p:sldId id="2147483435" r:id="rId43"/>
    <p:sldId id="260" r:id="rId13"/>
    <p:sldId id="2147483410" r:id="rId31"/>
    <p:sldId id="2147483418" r:id="rId34"/>
    <p:sldId id="535" r:id="rId41"/>
    <p:sldId id="2147483605" r:id="rId47"/>
    <p:sldId id="259" r:id="rId44"/>
    <p:sldId id="607" r:id="rId46"/>
    <p:sldId id="2147483607" r:id="rId49"/>
    <p:sldId id="214748342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0B1E966-6961-0F50-8DB6-07965753986E}" name="Emily Zheng" initials="EZ" userId="S::emilyz@2a.consulting::f82caf59-4d99-4b56-845f-be5499779ccb" providerId="AD"/>
  <p188:author id="{E6E8B87A-35F3-49FE-E419-F5DEA76C1124}" name="Ashley Velazquez" initials="AV" userId="S::ashley@2a.consulting::27459dca-8b52-4cc1-803a-85614ebbc311" providerId="AD"/>
  <p188:author id="{495FC490-5893-5148-2CEE-DF14FA24C1F2}" name="Julianne Medenblik" initials="JM" userId="S::julianne@2a.consulting::ce83422f-0c59-4c8a-92c2-5f799f37350a" providerId="AD"/>
  <p188:author id="{B47D1797-3C58-93F2-7A13-61CB28D74573}" name="Olivia Witt" initials="OW" userId="S::Olivia@2a.consulting::b2c89e3c-57a0-4260-818b-d6c94110166d" providerId="AD"/>
  <p188:author id="{3B25209F-F647-DB31-479D-5D150D45701C}" name="Sarah Silva" initials="SS" userId="S::sarah@2a.consulting::c5438fce-4105-481a-92ae-1da751e199b6" providerId="AD"/>
  <p188:author id="{1A7C51AB-2E0C-E736-49D8-5D39035CDDB3}" name="Thad Allen" initials="TA" userId="S::Thad@2a.consulting::98f32c8c-fee0-4a69-a934-b7883cb118a7" providerId="AD"/>
  <p188:author id="{3BC929E5-C3D9-C54A-E1F4-976C3F59A026}" name="Michelle Francis" initials="MF" userId="Michelle Franci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D25"/>
    <a:srgbClr val="00004C"/>
    <a:srgbClr val="161D26"/>
    <a:srgbClr val="0F1520"/>
    <a:srgbClr val="151D26"/>
    <a:srgbClr val="42B4FF"/>
    <a:srgbClr val="000000"/>
    <a:srgbClr val="161E2D"/>
    <a:srgbClr val="232F3E"/>
    <a:srgbClr val="111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00"/>
    <p:restoredTop sz="97708"/>
  </p:normalViewPr>
  <p:slideViewPr>
    <p:cSldViewPr snapToGrid="0">
      <p:cViewPr varScale="1">
        <p:scale>
          <a:sx n="138" d="100"/>
          <a:sy n="138" d="100"/>
        </p:scale>
        <p:origin x="5416" y="3072"/>
      </p:cViewPr>
      <p:guideLst/>
    </p:cSldViewPr>
  </p:slideViewPr>
  <p:notesTextViewPr>
    <p:cViewPr>
      <p:scale>
        <a:sx n="1" d="1"/>
        <a:sy n="1" d="1"/>
      </p:scale>
      <p:origin x="0" y="0"/>
    </p:cViewPr>
  </p:notesTextViewPr>
  <p:sorterViewPr>
    <p:cViewPr>
      <p:scale>
        <a:sx n="100" d="100"/>
        <a:sy n="100" d="100"/>
      </p:scale>
      <p:origin x="0" y="-419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4.xml"/><Relationship Id="rId39" Type="http://schemas.openxmlformats.org/officeDocument/2006/relationships/slide" Target="slides/slide30.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5"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8/10/relationships/authors" Target="authors.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56" Type="http://schemas.openxmlformats.org/officeDocument/2006/relationships/handoutMaster" Target="handoutMasters/handoutMaster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3.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8" Type="http://schemas.openxmlformats.org/officeDocument/2006/relationships/slide" Target="slides/slide19.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09889A-270F-B6E5-3972-50E5E524726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028168-7E2B-F626-57B5-32EE17174C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264C6C-A75F-4F4B-983B-561CAC384A89}" type="datetimeFigureOut">
              <a:rPr lang="en-US" smtClean="0"/>
              <a:t>5/31/26</a:t>
            </a:fld>
            <a:endParaRPr lang="en-US"/>
          </a:p>
        </p:txBody>
      </p:sp>
      <p:sp>
        <p:nvSpPr>
          <p:cNvPr id="4" name="Footer Placeholder 3">
            <a:extLst>
              <a:ext uri="{FF2B5EF4-FFF2-40B4-BE49-F238E27FC236}">
                <a16:creationId xmlns:a16="http://schemas.microsoft.com/office/drawing/2014/main" id="{4B2EDBBA-8B98-DADA-0E7B-B3B8BA50DD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C6926BD-6BEF-4459-AB9E-AA5FEF3EA6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48BA5-07AE-424D-88E6-9F6246581C75}" type="slidenum">
              <a:rPr lang="en-US" smtClean="0"/>
              <a:t>‹#›</a:t>
            </a:fld>
            <a:endParaRPr lang="en-US"/>
          </a:p>
        </p:txBody>
      </p:sp>
    </p:spTree>
    <p:extLst>
      <p:ext uri="{BB962C8B-B14F-4D97-AF65-F5344CB8AC3E}">
        <p14:creationId xmlns:p14="http://schemas.microsoft.com/office/powerpoint/2010/main" val="181577697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C8E03-5825-4C42-8DC2-B65F04B88FE7}" type="datetimeFigureOut">
              <a:rPr lang="en-US" smtClean="0"/>
              <a:t>5/31/26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4F0C1F-993A-6847-8031-A71E46B1E58F}" type="slidenum">
              <a:rPr lang="en-US" smtClean="0"/>
              <a:t>‹#›</a:t>
            </a:fld>
            <a:endParaRPr lang="en-US"/>
          </a:p>
        </p:txBody>
      </p:sp>
    </p:spTree>
    <p:extLst>
      <p:ext uri="{BB962C8B-B14F-4D97-AF65-F5344CB8AC3E}">
        <p14:creationId xmlns:p14="http://schemas.microsoft.com/office/powerpoint/2010/main" val="2518635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0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0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0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0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0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0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1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2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2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2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2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2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2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2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2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3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3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3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3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3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3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3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3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4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4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0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0:00-0:30. Today we follow a travel request from a grounded query to a governed action that survives an interrupted worker. Use the application, inspect the code behind three decisions, then verify the database records. The pattern applies to reservations, orders, refunds and approvals. Introduce Aditya and Shayon briefly. The slot is 60 minutes: 40 minutes prepared content and 20 minutes discussion/flex. No event session code is assigned in this source.</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2:00-4:00. Organize the talk around three questions: Who may act? What must persist? What proves the outcome? Sketch traveler facts/conversation context, workflow progress/saved intent, and committed business records. Connect those records as the demo progresses. A fluent answer cannot establish that a booking exists. Timing gates: leave capabilities by minute 12; begin recovery at 20; open evidence at 32; close from 37. These are delivery estimates, not a measured human rehearsal.</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0:30-2:00. Alex's JFK-to-Tokyo trip is disrupted. We know saved preferences, need suitable alternatives and may place a temporary package hold. Ask: What would you need to know before safely retrying an interrupted action? Take one or two answers. Show the traveler brief. Alex and the catalog are fictional; the implementation uses real AWS services. A Meridian hold changes its own catalog records, without reserving airline seats, contacting suppliers or taking payment. Slide screenshots are dated local-build captures.</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27:00-29:00. Before commit, incomplete transactional work can roll back. A committed write with a lost reply leaves the caller uncertain. After a checkpoint, a replacement worker can continue saved progress. Ask: If the caller times out, do we know the hold failed? No: inspect or replay the same intent. CORE FAULT: use scripts/lost_response_demo.py from meridian/ in a prepared terminal, or explicitly labelled dated evidence. Its separate test journey commits a real hold, deliberately drops the acknowledgement at the worker boundary, then resumes on a replacement worker. Do not identify it as the open browser journey or as a real network outage. Rehearse the full helper including cleanup within this slot; otherwise use recorded evidence/source and say what was not run. Keep scripts/kill_and_resume_demo.py for optional discussion.</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4:00-4:20. Add capabilities when the question requires them: filter known fields, invoke named tools, then search by meaning. These are configured teaching paths, not universal limits of SQL, MCP or Strands. Move directly to the first query.</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4:20-6:00. Run: Show me city trips under $2,000 per traveler. Show the executed SQL, bound parameters and returned prices. This route interprets a bounded request and executes parameterized filters; it is not unrestricted model-generated SQL. Ask briefly: Does under $2,000 mean each traveler, the whole party, or the complete itinerary? Correct SQL can answer the wrong business question. Teams own these definitions and validated regression examples. Backend source: routers/chat.py. The separate Strands SQLAgent is reference code. Cut the extra SQL stretch prompt if time is tight.</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6:00-8:00. Run: Compare three trip types and convert each price to euros. Show named calls and their inputs/results. MCP provides a discoverable interface and argument contract. meridian-concierge handles this comparison and conversion; PostgreSQL MCP is a separate catalog path. FX rates are configured demonstration data, not live market quotes. A tool contract still needs trusted inputs, authorization and execution limits. Keep one comparison example and move on.</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8:00-8:20. Alex may describe an experience rather than a database category. Retrieval identifies promising candidates. Authoritative checks still govern price, availability, access and the eventual write. Transition to the meaning-based query.</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29:00-32:00. CODE STOP 3: scripts/migrations/008_hold_request_identity.sql::create_courtesy_hold. Journey plus request ID identifies the intent; a canonical fingerprint binds it to the terms. Same identity and terms returns the original booking without extending its expiry. Changed terms with the same identity are an error. The inventory advisory lock serializes capacity checks among cooperating writers. Request uniqueness, inventory locking and execution fencing protect different races. The checkpoint and hold are separate transactions. This is a replay-safe catalog hold within this boundary; external payments or suppliers need their own idempotency and reconciliation.</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10:00-12:00. A relevant result is a candidate. Price, duration, availability and permission require authoritative checks. Show search, details and availability as distinct read operations. The configured Retrieval specialists are read-only; the legacy BookingAgent name means availability checking here. The write boundary comes later. Use the saved-preferences phase-boundary prompt only if time permits. Transition: We found something plausible; now establish traveler context and authority.</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8:20-10:00. Run: Find a quiet, romantic wine-country retreat with a private villa. Trace semantic candidates, lexical candidates, fusion and reranking. Full-text preserves exact terms, vectors find related descriptions, and reranking evaluates the candidate set against the request. Show the observed order without promising a fixed winner or accuracy gain. At scale, evaluate recall under actual eligibility/authorization filters and load; this small catalog is not a performance benchmark. Label hybrid-order fallback if reranking is unavailable. The activity animation replays returned evidence, not a measured execution timeline.</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32:00-35:00. Open System evidence: workflow thread/checkpoint/attempt/worker, authority binding/pinned arguments/policy decision, then business request/booking/original expiry. An allowed tool call does not prove a committed booking; a checkpoint does not prove that the side effect completed. Compare records. For the fault demonstration, compare before/after request ID, booking ID and expiry plus one booking for that request. Its test journey is separate from the UI journey and its helper cleans its rows. Identify recorded evidence by date. Use current observations, not historical IDs from an earlier cleaned run. A browser resume may use the same worker.</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12:00-12:20. Saved preferences improve a recommendation. They do not grant permission to reserve it. Move from finding an option to establishing the authority behind an action.</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15:00-17:00. The model cannot appoint itself Alex. Trace authenticated application access, workload-to-traveler binding, trusted arguments, Gateway policy and the database transaction. CODE STOP 1: meridian_agentcore/app/MeridianConcierge/turn_trace.py::_pin_arguments. Traveler, confirmation and budget come from trusted application context. Cedar evaluates that supplied context; trusted callers must not invent it. This deployment uses IAM workload grants, not AgentCore Identity as human sign-in. The database scopes access and validates the operation. Subtle tenancy callout: RLS does not reserve compute or provide tenant-scoped recovery. Those need separate design decisions.</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12:20-15:00. Enable Use traveler context and wait for On. Run: Recall my Tokyo plan and saved preferences: home airport, food needs, and budget. Identify JFK, the shellfish exclusion and the saved budget. Aurora stores traveler facts under a scoped role/RLS; Phase 4 uses AgentCore Memory for conversation context; Phase 5 uses Aurora checkpoints for execution. These are implementation choices. AgentCoreMemorySaver also persists LangGraph checkpoints. A checkpoint provider does not replace the authoritative business receipt. The sample binds a shared presenter principal to Alex, not a multi-user sign-in system. Skip a second memory toggle demonstration in the core. Reference: https://docs.aws.amazon.com/bedrock-agentcore/latest/devguide/memory-integrate-lang.html</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17:00-20:00. Show one actual unconfirmed or over-budget refusal, then inspect its evidence. ENFORCE is required. An applicable permit is needed before the Gateway target runs. The configured hold rule checks confirmation, party size, duration and budget. Database ownership and inventory validation still follow a permit. Only call it a Cedar denial if the actual policy evidence establishes that; distinguish application refusal, IAM failure and traveler-grant failure. Do not quietly change constraints to manufacture success. The recovery hold supplies the permitted path. Workflow courtesy holds last 15 minutes; the separate direct path uses 12 hours.</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20:00-20:20. We have candidates and a governed action. What happens when the process coordinating the action disappears? Return to workflow progress, saved intent and business receipt on the board. Protect this section when earlier calls run slowly.</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35:00-37:00. This sample uses a shared presenter principal bound to Alex; production needs an end-user identity and approval design. Trusted Gateway callers remain a boundary. Discuss application deadlines, bounded concurrency/retries and workload interference. Read-only queries can still consume resources; RLS does not reserve CPU. Distinguish retrieval cost per query from cost per successful answer, including model calls, retries and a quality target. Worker recovery does not establish regional recovery. Historical infrastructure/deployment findings remain in dated readiness reports; verify them before presenting as current. Do not treat local source or tests as hosted, fresh-account or room proof.</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20:20-23:00. Show search, availability, prepare_hold, hold and synthesis. The LangGraph workflow runs in FastAPI, not inside AgentCore Runtime. The default durable saver is AuroraDataApiSaver over HTTPS Data API. CODE STOP 2: backend/agents/orchestration_05/workflow.py::_node_prepare_hold then _node_hold. Stable request/booking identity is checkpointed before the write. A replacement execution reuses the intent. Worker leases and fencing control who may proceed; the transaction controls whether the business action can commit. Checkpoint and Gateway write are separate transactions. Do not claim exactly-once execution.</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23:00-27:00. Run: My JFK-to-Tokyo flight was canceled. Rework the trip, then check duration availability for the best three options. Start recovery and show its saved shortlist, durable backend and paused workflow. Preserve the journey URL. Reload and read the same journey. This proves saved-state readback, not worker death. Explain that Resume and request hold requests the disclosed 15-minute courtesy hold before selecting it. Inspect journey, booking and expiry. A production purchase needs approval bound to exact terms and a verified human. Keep these records for the failure discussion.</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39:00-39:40. The source contains the implementation, demo sequence, fault exercises and presenter runbook. Point to the three inspected decisions: pinned arguments, saved intent and transaction replay. Use meridian/docs/PRESENTER_RUNBOOK_2026-09-20.md and the full notes in docs/presentation/SLIDE_NOTES.md. Validate configuration and failure behavior in the target environment. Source: https://github.com/aws-samples/sample-stateful-agentic-ai-workflows-aurora-mcp-agentcore . Service docs: https://docs.aws.amazon.com/bedrock-agentcore/latest/devguide/policy.html and https://docs.aws.amazon.com/AmazonRDS/latest/AuroraUserGuide/data-api.html .</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39:40-40:00. The agent can reason about a request. Our engineering makes its authority, progress and outcome inspectable. Invite a concrete failure, what the team still owns, and what they would ask AWS to simplify. Start the 20-minute discussion/flex window. The next two slides are optional references. Timing and physical back-row readability still need a human rehearsal.</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CORE 37:00-39:00. Return to the opening sketch. Context: what may the agent recall, and for whom? Authority: what may the tool do, and who establishes trusted inputs? Durability: which intent and receipt survive interruption? Ask the audience to place those boundaries in an application they own. Teams retain business meaning, approval requirements and recovery semantics. A useful AWS discussion asks which integration, diagnostic or outcome trace would most reduce their work. Acknowledge existing managed capabilities; make no roadmap commitments. Keep connection routing, regional guarantees, upgrades and analytics as audience-led branches.</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OPTIONAL - OPERATOR REFERENCE. Use docs/PRESENTER_RUNBOOK_2026-09-20.md. Verify intended environment, durable saver, expected tools, policy enforcement and one warmed request. Check projector readability from the back of the room; show only the current function or evidence panel. Respect the waiting deadline, then read the saved outcome. Stop waiting ends the browser wait, not necessarily the server action. Use labelled dated evidence/source if services are unavailable and identify unexecuted steps. Never run a full seed or initialization as preflight. Release only owned demonstration records. The architecture starts open and can collapse; other briefing sections start closed.</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notesSlides/notesSlide10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OPTIONAL - TECHNICAL DISCUSSION. Meridian deploys Cedar per-call policies. A history-dependent requirement could ask for a successful lookup of the same package within five minutes in the same authenticated policy session. AgentCore Policy currently documents Dogwood temporal conditions; this application has assessed that extension but does not enable it. Temporal policy requires explicit session/history semantics and does not establish fresh inventory or approval of exact terms. Distinguish available service capability, assessed integration and enabled behavior. No online model-judge evaluator is deployed here. Current service reference: https://docs.aws.amazon.com/bedrock-agentcore/latest/devguide/policy.html . Integration assessment: meridian/docs/DOGWOOD_POLICY_ASSESSMENT.md.</a:t>
            </a:r>
          </a:p>
        </p:txBody>
      </p:sp>
      <p:sp>
        <p:nvSpPr>
          <p:cNvPr id="4" name="Slide Number Placeholder 3"/>
          <p:cNvSpPr>
            <a:spLocks noGrp="1"/>
          </p:cNvSpPr>
          <p:nvPr>
            <p:ph type="sldNum" sz="quarter" idx="5"/>
          </p:nvPr>
        </p:nvSpPr>
        <p:spPr/>
        <p:txBody>
          <a:bodyPr/>
          <a:lstStyle/>
          <a:p>
            <a:fld id="{614F0C1F-993A-6847-8031-A71E46B1E58F}" type="slidenum">
              <a:rPr lang="en-US" smtClean="0"/>
              <a:t>1</a:t>
            </a:fld>
            <a:endParaRPr lang="en-US"/>
          </a:p>
        </p:txBody>
      </p:sp>
    </p:spTree>
    <p:extLst>
      <p:ext uri="{BB962C8B-B14F-4D97-AF65-F5344CB8AC3E}">
        <p14:creationId xmlns:p14="http://schemas.microsoft.com/office/powerpoint/2010/main" val="6589568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jp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jp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jpe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jp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jp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4.sv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5.jpg"/><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5.jpg"/><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Walk In_Event Title">
    <p:bg>
      <p:bgPr>
        <a:solidFill>
          <a:schemeClr val="bg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1D4A9EF-39A9-88DE-E1CB-1F5F6DD95004}"/>
              </a:ext>
            </a:extLst>
          </p:cNvPr>
          <p:cNvSpPr txBox="1">
            <a:spLocks noChangeArrowheads="1"/>
          </p:cNvSpPr>
          <p:nvPr userDrawn="1"/>
        </p:nvSpPr>
        <p:spPr bwMode="white">
          <a:xfrm>
            <a:off x="419101"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Picture 1">
            <a:extLst>
              <a:ext uri="{FF2B5EF4-FFF2-40B4-BE49-F238E27FC236}">
                <a16:creationId xmlns:a16="http://schemas.microsoft.com/office/drawing/2014/main" id="{2FC9EB7C-8C08-E38A-FABD-6D57EC17934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5FC3149A-0B9F-A140-0717-F8AFD7C5055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600" y="2214366"/>
            <a:ext cx="4075134" cy="409627"/>
          </a:xfrm>
          <a:prstGeom prst="rect">
            <a:avLst/>
          </a:prstGeom>
        </p:spPr>
      </p:pic>
      <p:sp>
        <p:nvSpPr>
          <p:cNvPr id="6" name="Text Placeholder 9">
            <a:extLst>
              <a:ext uri="{FF2B5EF4-FFF2-40B4-BE49-F238E27FC236}">
                <a16:creationId xmlns:a16="http://schemas.microsoft.com/office/drawing/2014/main" id="{6E9B519D-E4DC-2DC9-10F9-89D5A47EC039}"/>
              </a:ext>
            </a:extLst>
          </p:cNvPr>
          <p:cNvSpPr>
            <a:spLocks noGrp="1"/>
          </p:cNvSpPr>
          <p:nvPr>
            <p:ph type="body" sz="quarter" idx="12" hasCustomPrompt="1"/>
          </p:nvPr>
        </p:nvSpPr>
        <p:spPr>
          <a:xfrm>
            <a:off x="609600" y="1668779"/>
            <a:ext cx="5486400" cy="272161"/>
          </a:xfrm>
        </p:spPr>
        <p:txBody>
          <a:bodyPr/>
          <a:lstStyle>
            <a:lvl1pPr marL="0" indent="0">
              <a:buNone/>
              <a:defRPr sz="1200" b="0" spc="300" baseline="0">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LOCATION | MONTH DD, 2026</a:t>
            </a:r>
          </a:p>
        </p:txBody>
      </p:sp>
      <p:sp>
        <p:nvSpPr>
          <p:cNvPr id="10" name="TextBox 3">
            <a:extLst>
              <a:ext uri="{FF2B5EF4-FFF2-40B4-BE49-F238E27FC236}">
                <a16:creationId xmlns:a16="http://schemas.microsoft.com/office/drawing/2014/main" id="{2597C28D-FBCC-2424-D102-6210C5A11516}"/>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42649974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60">
          <p15:clr>
            <a:srgbClr val="FBAE40"/>
          </p15:clr>
        </p15:guide>
        <p15:guide id="4" pos="7320">
          <p15:clr>
            <a:srgbClr val="FBAE40"/>
          </p15:clr>
        </p15:guide>
        <p15:guide id="7" orient="horz" pos="360">
          <p15:clr>
            <a:srgbClr val="FBAE40"/>
          </p15:clr>
        </p15:guide>
        <p15:guide id="8" orient="horz" pos="3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ssion Title -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6FF57E-BB3A-AEC0-B696-7B4C1F7E05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flipH="1">
            <a:off x="-1" y="0"/>
            <a:ext cx="12191999" cy="6857999"/>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1878571"/>
            <a:ext cx="10511618" cy="1393191"/>
          </a:xfrm>
          <a:prstGeom prst="rect">
            <a:avLst/>
          </a:prstGeom>
        </p:spPr>
        <p:txBody>
          <a:bodyPr/>
          <a:lstStyle>
            <a:lvl1pPr marL="0" indent="0">
              <a:buNone/>
              <a:defRPr kumimoji="0" lang="en-US" sz="4400" b="0" i="0" u="none" strike="noStrike" kern="1200" cap="none" spc="0" normalizeH="0" baseline="0" dirty="0">
                <a:ln>
                  <a:noFill/>
                </a:ln>
                <a:solidFill>
                  <a:schemeClr val="bg1"/>
                </a:solidFill>
                <a:effectLst/>
                <a:uLnTx/>
                <a:uFillTx/>
                <a:latin typeface="Amazon Ember Display"/>
                <a:ea typeface="+mj-ea"/>
                <a:cs typeface="+mj-cs"/>
              </a:defRPr>
            </a:lvl1pPr>
          </a:lstStyle>
          <a:p>
            <a:pPr lvl="0"/>
            <a:r>
              <a:rPr lang="en-US"/>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br>
              <a:rPr lang="en-US" dirty="0"/>
            </a:br>
            <a:r>
              <a:rPr lang="en-US" dirty="0"/>
              <a:t>Job Title</a:t>
            </a:r>
            <a:br>
              <a:rPr lang="en-US" dirty="0"/>
            </a:b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2" name="Title Placeholder 1">
            <a:extLst>
              <a:ext uri="{FF2B5EF4-FFF2-40B4-BE49-F238E27FC236}">
                <a16:creationId xmlns:a16="http://schemas.microsoft.com/office/drawing/2014/main" id="{AC661883-D459-B07D-7C91-7B85F653C1E1}"/>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t">
            <a:normAutofit/>
          </a:bodyPr>
          <a:lstStyle>
            <a:lvl1pPr>
              <a:defRPr>
                <a:solidFill>
                  <a:schemeClr val="bg1"/>
                </a:solidFill>
              </a:defRPr>
            </a:lvl1pPr>
          </a:lstStyle>
          <a:p>
            <a:r>
              <a:rPr lang="en-GB" dirty="0"/>
              <a:t>Enter session title</a:t>
            </a:r>
            <a:endParaRPr lang="en-US" dirty="0"/>
          </a:p>
        </p:txBody>
      </p:sp>
      <p:sp>
        <p:nvSpPr>
          <p:cNvPr id="4" name="Text Placeholder 21">
            <a:extLst>
              <a:ext uri="{FF2B5EF4-FFF2-40B4-BE49-F238E27FC236}">
                <a16:creationId xmlns:a16="http://schemas.microsoft.com/office/drawing/2014/main" id="{01005EE7-BEE9-8A9E-65D0-EDF125F45BF3}"/>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pic>
        <p:nvPicPr>
          <p:cNvPr id="5" name="Graphic 4">
            <a:extLst>
              <a:ext uri="{FF2B5EF4-FFF2-40B4-BE49-F238E27FC236}">
                <a16:creationId xmlns:a16="http://schemas.microsoft.com/office/drawing/2014/main" id="{0E2EAF72-2D3F-93E1-D03F-34DB08B56B5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7" name="TextBox 3">
            <a:extLst>
              <a:ext uri="{FF2B5EF4-FFF2-40B4-BE49-F238E27FC236}">
                <a16:creationId xmlns:a16="http://schemas.microsoft.com/office/drawing/2014/main" id="{048E8E07-E21A-4B47-DF28-DDD92933877A}"/>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280055304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Session Title -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99E3731-32D7-5941-5B9C-330235042D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dirty="0"/>
              <a:t>Speaker 1 name</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2 name</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3 name</a:t>
            </a:r>
          </a:p>
        </p:txBody>
      </p:sp>
      <p:sp>
        <p:nvSpPr>
          <p:cNvPr id="2" name="Title Placeholder 1">
            <a:extLst>
              <a:ext uri="{FF2B5EF4-FFF2-40B4-BE49-F238E27FC236}">
                <a16:creationId xmlns:a16="http://schemas.microsoft.com/office/drawing/2014/main" id="{8C6F3716-61A2-F3CA-F24E-DE267987ACC0}"/>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t">
            <a:normAutofit/>
          </a:bodyPr>
          <a:lstStyle>
            <a:lvl1pPr>
              <a:defRPr>
                <a:solidFill>
                  <a:schemeClr val="bg1"/>
                </a:solidFill>
              </a:defRPr>
            </a:lvl1pPr>
          </a:lstStyle>
          <a:p>
            <a:r>
              <a:rPr lang="en-GB" dirty="0"/>
              <a:t>Enter session title</a:t>
            </a:r>
            <a:endParaRPr lang="en-US" dirty="0"/>
          </a:p>
        </p:txBody>
      </p:sp>
      <p:sp>
        <p:nvSpPr>
          <p:cNvPr id="3" name="Text Placeholder 21">
            <a:extLst>
              <a:ext uri="{FF2B5EF4-FFF2-40B4-BE49-F238E27FC236}">
                <a16:creationId xmlns:a16="http://schemas.microsoft.com/office/drawing/2014/main" id="{736F04DF-3AC5-EBD3-58F9-4C43D87A191C}"/>
              </a:ext>
            </a:extLst>
          </p:cNvPr>
          <p:cNvSpPr>
            <a:spLocks noGrp="1"/>
          </p:cNvSpPr>
          <p:nvPr>
            <p:ph type="body" sz="quarter" idx="13" hasCustomPrompt="1"/>
          </p:nvPr>
        </p:nvSpPr>
        <p:spPr>
          <a:xfrm>
            <a:off x="4715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br>
              <a:rPr lang="en-US" dirty="0"/>
            </a:br>
            <a:r>
              <a:rPr lang="en-US" dirty="0"/>
              <a:t>Job Title</a:t>
            </a:r>
            <a:br>
              <a:rPr lang="en-US" dirty="0"/>
            </a:br>
            <a:r>
              <a:rPr lang="en-US" dirty="0"/>
              <a:t>Company</a:t>
            </a:r>
          </a:p>
        </p:txBody>
      </p:sp>
      <p:sp>
        <p:nvSpPr>
          <p:cNvPr id="4" name="Text Placeholder 21">
            <a:extLst>
              <a:ext uri="{FF2B5EF4-FFF2-40B4-BE49-F238E27FC236}">
                <a16:creationId xmlns:a16="http://schemas.microsoft.com/office/drawing/2014/main" id="{B4E42576-352C-2BD6-1207-1E421B7326A9}"/>
              </a:ext>
            </a:extLst>
          </p:cNvPr>
          <p:cNvSpPr>
            <a:spLocks noGrp="1"/>
          </p:cNvSpPr>
          <p:nvPr>
            <p:ph type="body" sz="quarter" idx="15" hasCustomPrompt="1"/>
          </p:nvPr>
        </p:nvSpPr>
        <p:spPr>
          <a:xfrm>
            <a:off x="4087915"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5" name="Text Placeholder 21">
            <a:extLst>
              <a:ext uri="{FF2B5EF4-FFF2-40B4-BE49-F238E27FC236}">
                <a16:creationId xmlns:a16="http://schemas.microsoft.com/office/drawing/2014/main" id="{9769752D-808F-28AE-B5B1-75AC72BBFDA5}"/>
              </a:ext>
            </a:extLst>
          </p:cNvPr>
          <p:cNvSpPr>
            <a:spLocks noGrp="1"/>
          </p:cNvSpPr>
          <p:nvPr>
            <p:ph type="body" sz="quarter" idx="17" hasCustomPrompt="1"/>
          </p:nvPr>
        </p:nvSpPr>
        <p:spPr>
          <a:xfrm>
            <a:off x="76343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7" name="TextBox 3">
            <a:extLst>
              <a:ext uri="{FF2B5EF4-FFF2-40B4-BE49-F238E27FC236}">
                <a16:creationId xmlns:a16="http://schemas.microsoft.com/office/drawing/2014/main" id="{C3C547C9-6474-5F18-CEB2-C4159E7FB119}"/>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377803843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ssion Title -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DC71F3-75B6-9C0E-8A09-19F38A64F4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1 name</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2 name</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3 name</a:t>
            </a:r>
          </a:p>
        </p:txBody>
      </p:sp>
      <p:sp>
        <p:nvSpPr>
          <p:cNvPr id="3" name="Title Placeholder 1">
            <a:extLst>
              <a:ext uri="{FF2B5EF4-FFF2-40B4-BE49-F238E27FC236}">
                <a16:creationId xmlns:a16="http://schemas.microsoft.com/office/drawing/2014/main" id="{292B449A-5416-CD19-55E6-716FCEBA0A32}"/>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t">
            <a:normAutofit/>
          </a:bodyPr>
          <a:lstStyle>
            <a:lvl1pPr>
              <a:defRPr>
                <a:solidFill>
                  <a:schemeClr val="bg1"/>
                </a:solidFill>
              </a:defRPr>
            </a:lvl1pPr>
          </a:lstStyle>
          <a:p>
            <a:r>
              <a:rPr lang="en-GB" dirty="0"/>
              <a:t>Enter session title</a:t>
            </a:r>
            <a:endParaRPr lang="en-US" dirty="0"/>
          </a:p>
        </p:txBody>
      </p:sp>
      <p:sp>
        <p:nvSpPr>
          <p:cNvPr id="4" name="Text Placeholder 21">
            <a:extLst>
              <a:ext uri="{FF2B5EF4-FFF2-40B4-BE49-F238E27FC236}">
                <a16:creationId xmlns:a16="http://schemas.microsoft.com/office/drawing/2014/main" id="{56C37542-82BD-A8E3-AF9C-BC610B67CCCB}"/>
              </a:ext>
            </a:extLst>
          </p:cNvPr>
          <p:cNvSpPr>
            <a:spLocks noGrp="1"/>
          </p:cNvSpPr>
          <p:nvPr>
            <p:ph type="body" sz="quarter" idx="13" hasCustomPrompt="1"/>
          </p:nvPr>
        </p:nvSpPr>
        <p:spPr>
          <a:xfrm>
            <a:off x="4715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br>
              <a:rPr lang="en-US" dirty="0"/>
            </a:br>
            <a:r>
              <a:rPr lang="en-US" dirty="0"/>
              <a:t>Job Title</a:t>
            </a:r>
            <a:br>
              <a:rPr lang="en-US" dirty="0"/>
            </a:br>
            <a:r>
              <a:rPr lang="en-US" dirty="0"/>
              <a:t>Company</a:t>
            </a:r>
          </a:p>
        </p:txBody>
      </p:sp>
      <p:sp>
        <p:nvSpPr>
          <p:cNvPr id="5" name="Text Placeholder 21">
            <a:extLst>
              <a:ext uri="{FF2B5EF4-FFF2-40B4-BE49-F238E27FC236}">
                <a16:creationId xmlns:a16="http://schemas.microsoft.com/office/drawing/2014/main" id="{46E40AEC-4583-06BB-4BD3-7538EF4DF028}"/>
              </a:ext>
            </a:extLst>
          </p:cNvPr>
          <p:cNvSpPr>
            <a:spLocks noGrp="1"/>
          </p:cNvSpPr>
          <p:nvPr>
            <p:ph type="body" sz="quarter" idx="15" hasCustomPrompt="1"/>
          </p:nvPr>
        </p:nvSpPr>
        <p:spPr>
          <a:xfrm>
            <a:off x="4087915"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6" name="Text Placeholder 21">
            <a:extLst>
              <a:ext uri="{FF2B5EF4-FFF2-40B4-BE49-F238E27FC236}">
                <a16:creationId xmlns:a16="http://schemas.microsoft.com/office/drawing/2014/main" id="{D54F0366-B101-27F7-91AE-44638E627FAB}"/>
              </a:ext>
            </a:extLst>
          </p:cNvPr>
          <p:cNvSpPr>
            <a:spLocks noGrp="1"/>
          </p:cNvSpPr>
          <p:nvPr>
            <p:ph type="body" sz="quarter" idx="17" hasCustomPrompt="1"/>
          </p:nvPr>
        </p:nvSpPr>
        <p:spPr>
          <a:xfrm>
            <a:off x="76343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7" name="TextBox 3">
            <a:extLst>
              <a:ext uri="{FF2B5EF4-FFF2-40B4-BE49-F238E27FC236}">
                <a16:creationId xmlns:a16="http://schemas.microsoft.com/office/drawing/2014/main" id="{31153ED5-0F25-AB68-21F6-BB5F2B94ED4D}"/>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3876226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ssion Title -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688E7E-560D-1F85-60AE-F11B53EB181C}"/>
              </a:ext>
            </a:extLst>
          </p:cNvPr>
          <p:cNvSpPr/>
          <p:nvPr userDrawn="1"/>
        </p:nvSpPr>
        <p:spPr>
          <a:xfrm>
            <a:off x="0" y="0"/>
            <a:ext cx="12192000" cy="6858000"/>
          </a:xfrm>
          <a:prstGeom prst="rect">
            <a:avLst/>
          </a:prstGeom>
          <a:solidFill>
            <a:srgbClr val="151D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bg1"/>
              </a:solidFill>
            </a:endParaRPr>
          </a:p>
        </p:txBody>
      </p:sp>
      <p:pic>
        <p:nvPicPr>
          <p:cNvPr id="2" name="Graphic 1">
            <a:extLst>
              <a:ext uri="{FF2B5EF4-FFF2-40B4-BE49-F238E27FC236}">
                <a16:creationId xmlns:a16="http://schemas.microsoft.com/office/drawing/2014/main" id="{1EF57A0F-E278-CD58-9703-2C36EBEE4F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3304" y="537277"/>
            <a:ext cx="835752" cy="499786"/>
          </a:xfrm>
          <a:prstGeom prst="rect">
            <a:avLst/>
          </a:prstGeom>
        </p:spPr>
      </p:pic>
      <p:sp>
        <p:nvSpPr>
          <p:cNvPr id="3" name="Text Placeholder 21">
            <a:extLst>
              <a:ext uri="{FF2B5EF4-FFF2-40B4-BE49-F238E27FC236}">
                <a16:creationId xmlns:a16="http://schemas.microsoft.com/office/drawing/2014/main" id="{75964A49-4B15-7572-0B46-92FB64D1679B}"/>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5" name="Text Placeholder 21">
            <a:extLst>
              <a:ext uri="{FF2B5EF4-FFF2-40B4-BE49-F238E27FC236}">
                <a16:creationId xmlns:a16="http://schemas.microsoft.com/office/drawing/2014/main" id="{4A7E3313-4259-1997-ED9D-5C3D97E23092}"/>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1 name</a:t>
            </a:r>
          </a:p>
        </p:txBody>
      </p:sp>
      <p:sp>
        <p:nvSpPr>
          <p:cNvPr id="7" name="Text Placeholder 21">
            <a:extLst>
              <a:ext uri="{FF2B5EF4-FFF2-40B4-BE49-F238E27FC236}">
                <a16:creationId xmlns:a16="http://schemas.microsoft.com/office/drawing/2014/main" id="{A473B96F-ACDC-834E-D803-FE0EDB6F6B42}"/>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2 name</a:t>
            </a:r>
          </a:p>
        </p:txBody>
      </p:sp>
      <p:sp>
        <p:nvSpPr>
          <p:cNvPr id="9" name="Text Placeholder 21">
            <a:extLst>
              <a:ext uri="{FF2B5EF4-FFF2-40B4-BE49-F238E27FC236}">
                <a16:creationId xmlns:a16="http://schemas.microsoft.com/office/drawing/2014/main" id="{9FD6071B-2B55-3490-FBFF-04599195AC7D}"/>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Speaker 3 name</a:t>
            </a:r>
          </a:p>
        </p:txBody>
      </p:sp>
      <p:sp>
        <p:nvSpPr>
          <p:cNvPr id="12" name="Title Placeholder 1">
            <a:extLst>
              <a:ext uri="{FF2B5EF4-FFF2-40B4-BE49-F238E27FC236}">
                <a16:creationId xmlns:a16="http://schemas.microsoft.com/office/drawing/2014/main" id="{8053E7BB-5481-BFB7-918F-461F372C25BD}"/>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t">
            <a:normAutofit/>
          </a:bodyPr>
          <a:lstStyle>
            <a:lvl1pPr>
              <a:defRPr>
                <a:solidFill>
                  <a:schemeClr val="bg1"/>
                </a:solidFill>
              </a:defRPr>
            </a:lvl1pPr>
          </a:lstStyle>
          <a:p>
            <a:r>
              <a:rPr lang="en-GB" dirty="0"/>
              <a:t>Enter session title</a:t>
            </a:r>
            <a:endParaRPr lang="en-US" dirty="0"/>
          </a:p>
        </p:txBody>
      </p:sp>
      <p:sp>
        <p:nvSpPr>
          <p:cNvPr id="4" name="Text Placeholder 21">
            <a:extLst>
              <a:ext uri="{FF2B5EF4-FFF2-40B4-BE49-F238E27FC236}">
                <a16:creationId xmlns:a16="http://schemas.microsoft.com/office/drawing/2014/main" id="{371E0D03-F992-9A06-6CD0-5B6B2B522B0A}"/>
              </a:ext>
            </a:extLst>
          </p:cNvPr>
          <p:cNvSpPr>
            <a:spLocks noGrp="1"/>
          </p:cNvSpPr>
          <p:nvPr>
            <p:ph type="body" sz="quarter" idx="13" hasCustomPrompt="1"/>
          </p:nvPr>
        </p:nvSpPr>
        <p:spPr>
          <a:xfrm>
            <a:off x="4715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br>
              <a:rPr lang="en-US" dirty="0"/>
            </a:br>
            <a:r>
              <a:rPr lang="en-US" dirty="0"/>
              <a:t>Job Title</a:t>
            </a:r>
            <a:br>
              <a:rPr lang="en-US" dirty="0"/>
            </a:br>
            <a:r>
              <a:rPr lang="en-US" dirty="0"/>
              <a:t>Company</a:t>
            </a:r>
          </a:p>
        </p:txBody>
      </p:sp>
      <p:sp>
        <p:nvSpPr>
          <p:cNvPr id="13" name="Text Placeholder 21">
            <a:extLst>
              <a:ext uri="{FF2B5EF4-FFF2-40B4-BE49-F238E27FC236}">
                <a16:creationId xmlns:a16="http://schemas.microsoft.com/office/drawing/2014/main" id="{30928163-28E6-5991-C1A6-E1CA2449A3D5}"/>
              </a:ext>
            </a:extLst>
          </p:cNvPr>
          <p:cNvSpPr>
            <a:spLocks noGrp="1"/>
          </p:cNvSpPr>
          <p:nvPr>
            <p:ph type="body" sz="quarter" idx="15" hasCustomPrompt="1"/>
          </p:nvPr>
        </p:nvSpPr>
        <p:spPr>
          <a:xfrm>
            <a:off x="4087915"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14" name="Text Placeholder 21">
            <a:extLst>
              <a:ext uri="{FF2B5EF4-FFF2-40B4-BE49-F238E27FC236}">
                <a16:creationId xmlns:a16="http://schemas.microsoft.com/office/drawing/2014/main" id="{2F835719-9E79-F671-33DC-8067BC0155D0}"/>
              </a:ext>
            </a:extLst>
          </p:cNvPr>
          <p:cNvSpPr>
            <a:spLocks noGrp="1"/>
          </p:cNvSpPr>
          <p:nvPr>
            <p:ph type="body" sz="quarter" idx="17" hasCustomPrompt="1"/>
          </p:nvPr>
        </p:nvSpPr>
        <p:spPr>
          <a:xfrm>
            <a:off x="7634339" y="4627756"/>
            <a:ext cx="3336188" cy="1163444"/>
          </a:xfrm>
          <a:prstGeom prst="rect">
            <a:avLst/>
          </a:prstGeom>
        </p:spPr>
        <p:txBody>
          <a:bodyPr/>
          <a:lstStyle>
            <a:lvl1pPr marL="0" marR="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kumimoji="0" lang="en-US" sz="1200" b="0" i="0" u="none" strike="noStrike" kern="1200" cap="none" spc="0" normalizeH="0" baseline="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a:t>Pronouns</a:t>
            </a:r>
            <a:br>
              <a:rPr lang="en-US"/>
            </a:br>
            <a:r>
              <a:rPr lang="en-US"/>
              <a:t>Job Title</a:t>
            </a:r>
            <a:br>
              <a:rPr lang="en-US"/>
            </a:br>
            <a:r>
              <a:rPr lang="en-US"/>
              <a:t>Company</a:t>
            </a:r>
          </a:p>
        </p:txBody>
      </p:sp>
      <p:sp>
        <p:nvSpPr>
          <p:cNvPr id="15" name="TextBox 3">
            <a:extLst>
              <a:ext uri="{FF2B5EF4-FFF2-40B4-BE49-F238E27FC236}">
                <a16:creationId xmlns:a16="http://schemas.microsoft.com/office/drawing/2014/main" id="{BB2AB6A1-7FFB-2307-C367-4FDE413079EB}"/>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109531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Walk on">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DBD4F4-C352-6225-1A9A-7D96ED8F78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3">
            <a:extLst>
              <a:ext uri="{FF2B5EF4-FFF2-40B4-BE49-F238E27FC236}">
                <a16:creationId xmlns:a16="http://schemas.microsoft.com/office/drawing/2014/main" id="{51D4A9EF-39A9-88DE-E1CB-1F5F6DD95004}"/>
              </a:ext>
            </a:extLst>
          </p:cNvPr>
          <p:cNvSpPr txBox="1">
            <a:spLocks noChangeArrowheads="1"/>
          </p:cNvSpPr>
          <p:nvPr userDrawn="1"/>
        </p:nvSpPr>
        <p:spPr bwMode="white">
          <a:xfrm>
            <a:off x="419101"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
        <p:nvSpPr>
          <p:cNvPr id="7" name="Text Placeholder 21">
            <a:extLst>
              <a:ext uri="{FF2B5EF4-FFF2-40B4-BE49-F238E27FC236}">
                <a16:creationId xmlns:a16="http://schemas.microsoft.com/office/drawing/2014/main" id="{867C0016-2E0A-2B2E-A75E-E17CF5B59D26}"/>
              </a:ext>
            </a:extLst>
          </p:cNvPr>
          <p:cNvSpPr>
            <a:spLocks noGrp="1"/>
          </p:cNvSpPr>
          <p:nvPr>
            <p:ph type="body" sz="quarter" idx="11" hasCustomPrompt="1"/>
          </p:nvPr>
        </p:nvSpPr>
        <p:spPr>
          <a:xfrm>
            <a:off x="460666" y="2955755"/>
            <a:ext cx="10511618" cy="930445"/>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Speaker name</a:t>
            </a:r>
          </a:p>
        </p:txBody>
      </p:sp>
      <p:sp>
        <p:nvSpPr>
          <p:cNvPr id="9" name="Text Placeholder 21">
            <a:extLst>
              <a:ext uri="{FF2B5EF4-FFF2-40B4-BE49-F238E27FC236}">
                <a16:creationId xmlns:a16="http://schemas.microsoft.com/office/drawing/2014/main" id="{4F013C85-7FDD-B4DD-0D68-9E77ED6EEBDA}"/>
              </a:ext>
            </a:extLst>
          </p:cNvPr>
          <p:cNvSpPr>
            <a:spLocks noGrp="1"/>
          </p:cNvSpPr>
          <p:nvPr>
            <p:ph type="body" sz="quarter" idx="12" hasCustomPrompt="1"/>
          </p:nvPr>
        </p:nvSpPr>
        <p:spPr>
          <a:xfrm>
            <a:off x="460666" y="4327355"/>
            <a:ext cx="10511618" cy="758995"/>
          </a:xfrm>
          <a:prstGeom prst="rect">
            <a:avLst/>
          </a:prstGeom>
        </p:spPr>
        <p:txBody>
          <a:bodyPr/>
          <a:lstStyle>
            <a:lvl1pPr marL="0" indent="0">
              <a:buNone/>
              <a:defRPr kumimoji="0" lang="en-US" sz="16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Job title</a:t>
            </a:r>
          </a:p>
          <a:p>
            <a:pPr lvl="0"/>
            <a:r>
              <a:rPr lang="en-US" dirty="0"/>
              <a:t>Company</a:t>
            </a:r>
          </a:p>
        </p:txBody>
      </p:sp>
    </p:spTree>
    <p:extLst>
      <p:ext uri="{BB962C8B-B14F-4D97-AF65-F5344CB8AC3E}">
        <p14:creationId xmlns:p14="http://schemas.microsoft.com/office/powerpoint/2010/main" val="2678723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60">
          <p15:clr>
            <a:srgbClr val="FBAE40"/>
          </p15:clr>
        </p15:guide>
        <p15:guide id="4" pos="7320">
          <p15:clr>
            <a:srgbClr val="FBAE40"/>
          </p15:clr>
        </p15:guide>
        <p15:guide id="7" orient="horz" pos="360">
          <p15:clr>
            <a:srgbClr val="FBAE40"/>
          </p15:clr>
        </p15:guide>
        <p15:guide id="8" orient="horz" pos="39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646BA7-1A49-CCF3-A0BE-342BB194C3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
        <p:nvSpPr>
          <p:cNvPr id="4" name="Title Placeholder 1">
            <a:extLst>
              <a:ext uri="{FF2B5EF4-FFF2-40B4-BE49-F238E27FC236}">
                <a16:creationId xmlns:a16="http://schemas.microsoft.com/office/drawing/2014/main" id="{38B7A5E5-C62C-053C-1585-C3CD715A20BE}"/>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ctr">
            <a:normAutofit/>
          </a:bodyPr>
          <a:lstStyle>
            <a:lvl1pPr>
              <a:defRPr>
                <a:solidFill>
                  <a:schemeClr val="bg1"/>
                </a:solidFill>
              </a:defRPr>
            </a:lvl1pPr>
          </a:lstStyle>
          <a:p>
            <a:r>
              <a:rPr lang="en-GB"/>
              <a:t>Section divider</a:t>
            </a:r>
            <a:endParaRPr lang="en-US"/>
          </a:p>
        </p:txBody>
      </p:sp>
    </p:spTree>
    <p:extLst>
      <p:ext uri="{BB962C8B-B14F-4D97-AF65-F5344CB8AC3E}">
        <p14:creationId xmlns:p14="http://schemas.microsoft.com/office/powerpoint/2010/main" val="366034866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 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CCBC6B-D110-CBDD-54ED-405A5EDDB6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9" cy="6857999"/>
          </a:xfrm>
          <a:prstGeom prst="rect">
            <a:avLst/>
          </a:prstGeom>
        </p:spPr>
      </p:pic>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
        <p:nvSpPr>
          <p:cNvPr id="4" name="Title Placeholder 1">
            <a:extLst>
              <a:ext uri="{FF2B5EF4-FFF2-40B4-BE49-F238E27FC236}">
                <a16:creationId xmlns:a16="http://schemas.microsoft.com/office/drawing/2014/main" id="{38B7A5E5-C62C-053C-1585-C3CD715A20BE}"/>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ctr">
            <a:normAutofit/>
          </a:bodyPr>
          <a:lstStyle>
            <a:lvl1pPr>
              <a:defRPr>
                <a:solidFill>
                  <a:schemeClr val="bg1"/>
                </a:solidFill>
              </a:defRPr>
            </a:lvl1pPr>
          </a:lstStyle>
          <a:p>
            <a:r>
              <a:rPr lang="en-GB"/>
              <a:t>Section divider</a:t>
            </a:r>
            <a:endParaRPr lang="en-US"/>
          </a:p>
        </p:txBody>
      </p:sp>
    </p:spTree>
    <p:extLst>
      <p:ext uri="{BB962C8B-B14F-4D97-AF65-F5344CB8AC3E}">
        <p14:creationId xmlns:p14="http://schemas.microsoft.com/office/powerpoint/2010/main" val="215754452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ection 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977E33-840C-F399-D2EE-3D01D153CC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240"/>
            <a:ext cx="12219214" cy="6842760"/>
          </a:xfrm>
          <a:prstGeom prst="rect">
            <a:avLst/>
          </a:prstGeom>
        </p:spPr>
      </p:pic>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
        <p:nvSpPr>
          <p:cNvPr id="4" name="Title Placeholder 1">
            <a:extLst>
              <a:ext uri="{FF2B5EF4-FFF2-40B4-BE49-F238E27FC236}">
                <a16:creationId xmlns:a16="http://schemas.microsoft.com/office/drawing/2014/main" id="{38B7A5E5-C62C-053C-1585-C3CD715A20BE}"/>
              </a:ext>
            </a:extLst>
          </p:cNvPr>
          <p:cNvSpPr>
            <a:spLocks noGrp="1"/>
          </p:cNvSpPr>
          <p:nvPr>
            <p:ph type="title" hasCustomPrompt="1"/>
          </p:nvPr>
        </p:nvSpPr>
        <p:spPr>
          <a:xfrm>
            <a:off x="471539" y="2597342"/>
            <a:ext cx="10515600" cy="1325563"/>
          </a:xfrm>
          <a:prstGeom prst="rect">
            <a:avLst/>
          </a:prstGeom>
        </p:spPr>
        <p:txBody>
          <a:bodyPr vert="horz" lIns="91440" tIns="45720" rIns="91440" bIns="45720" rtlCol="0" anchor="ctr">
            <a:normAutofit/>
          </a:bodyPr>
          <a:lstStyle>
            <a:lvl1pPr>
              <a:defRPr>
                <a:solidFill>
                  <a:schemeClr val="bg1"/>
                </a:solidFill>
              </a:defRPr>
            </a:lvl1pPr>
          </a:lstStyle>
          <a:p>
            <a:r>
              <a:rPr lang="en-GB"/>
              <a:t>Section divider</a:t>
            </a:r>
            <a:endParaRPr lang="en-US"/>
          </a:p>
        </p:txBody>
      </p:sp>
    </p:spTree>
    <p:extLst>
      <p:ext uri="{BB962C8B-B14F-4D97-AF65-F5344CB8AC3E}">
        <p14:creationId xmlns:p14="http://schemas.microsoft.com/office/powerpoint/2010/main" val="347119965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61D26"/>
        </a:solidFill>
        <a:effectLst/>
      </p:bgPr>
    </p:bg>
    <p:spTree>
      <p:nvGrpSpPr>
        <p:cNvPr id="1" name=""/>
        <p:cNvGrpSpPr/>
        <p:nvPr/>
      </p:nvGrpSpPr>
      <p:grpSpPr>
        <a:xfrm>
          <a:off x="0" y="0"/>
          <a:ext cx="0" cy="0"/>
          <a:chOff x="0" y="0"/>
          <a:chExt cx="0" cy="0"/>
        </a:xfrm>
      </p:grpSpPr>
      <p:sp>
        <p:nvSpPr>
          <p:cNvPr id="6" name="Text Placeholder 21">
            <a:extLst>
              <a:ext uri="{FF2B5EF4-FFF2-40B4-BE49-F238E27FC236}">
                <a16:creationId xmlns:a16="http://schemas.microsoft.com/office/drawing/2014/main" id="{C2614ABB-5806-776E-27EA-3AA282A6B581}"/>
              </a:ext>
            </a:extLst>
          </p:cNvPr>
          <p:cNvSpPr>
            <a:spLocks noGrp="1"/>
          </p:cNvSpPr>
          <p:nvPr>
            <p:ph type="body" sz="quarter" idx="12" hasCustomPrompt="1"/>
          </p:nvPr>
        </p:nvSpPr>
        <p:spPr>
          <a:xfrm>
            <a:off x="4004447" y="1422541"/>
            <a:ext cx="6178623" cy="4376307"/>
          </a:xfrm>
          <a:prstGeom prst="rect">
            <a:avLst/>
          </a:prstGeom>
        </p:spPr>
        <p:txBody>
          <a:bodyPr/>
          <a:lstStyle>
            <a:lvl1pPr marL="342900" marR="0" indent="-342900" algn="l" defTabSz="914400" rtl="0" eaLnBrk="1" fontAlgn="auto" latinLnBrk="0" hangingPunct="1">
              <a:lnSpc>
                <a:spcPct val="100000"/>
              </a:lnSpc>
              <a:spcBef>
                <a:spcPts val="0"/>
              </a:spcBef>
              <a:spcAft>
                <a:spcPts val="3000"/>
              </a:spcAft>
              <a:buClrTx/>
              <a:buSzTx/>
              <a:buFont typeface="Arial" panose="020B0604020202020204" pitchFamily="34" charset="0"/>
              <a:buChar char="•"/>
              <a:tabLst/>
              <a:defRPr kumimoji="0" lang="en-US" sz="2000" b="0" i="0" u="none" strike="noStrike" kern="1200" cap="none" spc="0" normalizeH="0" baseline="0" dirty="0" smtClean="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Agenda item 1</a:t>
            </a:r>
          </a:p>
          <a:p>
            <a:pPr lvl="0"/>
            <a:r>
              <a:rPr lang="en-US" dirty="0"/>
              <a:t>Agenda item 2</a:t>
            </a:r>
          </a:p>
          <a:p>
            <a:pPr lvl="0"/>
            <a:r>
              <a:rPr lang="en-US" dirty="0"/>
              <a:t>Agenda item 3</a:t>
            </a:r>
          </a:p>
          <a:p>
            <a:pPr lvl="0"/>
            <a:r>
              <a:rPr lang="en-US" dirty="0"/>
              <a:t>Agenda item 4</a:t>
            </a:r>
          </a:p>
          <a:p>
            <a:pPr lvl="0"/>
            <a:r>
              <a:rPr lang="en-US" dirty="0"/>
              <a:t>Agenda item 5</a:t>
            </a:r>
          </a:p>
          <a:p>
            <a:pPr lvl="0"/>
            <a:r>
              <a:rPr lang="en-US" dirty="0"/>
              <a:t>Agenda item 6</a:t>
            </a:r>
          </a:p>
          <a:p>
            <a:pPr lvl="0"/>
            <a:endParaRPr lang="en-US" dirty="0"/>
          </a:p>
        </p:txBody>
      </p:sp>
      <p:sp>
        <p:nvSpPr>
          <p:cNvPr id="7" name="Title Placeholder 1">
            <a:extLst>
              <a:ext uri="{FF2B5EF4-FFF2-40B4-BE49-F238E27FC236}">
                <a16:creationId xmlns:a16="http://schemas.microsoft.com/office/drawing/2014/main" id="{A9CD6638-D819-A534-1F0B-DCE42AE13CFD}"/>
              </a:ext>
            </a:extLst>
          </p:cNvPr>
          <p:cNvSpPr>
            <a:spLocks noGrp="1"/>
          </p:cNvSpPr>
          <p:nvPr>
            <p:ph type="title" hasCustomPrompt="1"/>
          </p:nvPr>
        </p:nvSpPr>
        <p:spPr>
          <a:xfrm>
            <a:off x="471539" y="1422541"/>
            <a:ext cx="2807684" cy="1354548"/>
          </a:xfrm>
          <a:prstGeom prst="rect">
            <a:avLst/>
          </a:prstGeom>
        </p:spPr>
        <p:txBody>
          <a:bodyPr vert="horz" lIns="91440" tIns="45720" rIns="91440" bIns="45720" rtlCol="0" anchor="t">
            <a:normAutofit/>
          </a:bodyPr>
          <a:lstStyle>
            <a:lvl1pPr>
              <a:defRPr>
                <a:solidFill>
                  <a:schemeClr val="bg1"/>
                </a:solidFill>
              </a:defRPr>
            </a:lvl1pPr>
          </a:lstStyle>
          <a:p>
            <a:r>
              <a:rPr lang="en-GB"/>
              <a:t>Agenda</a:t>
            </a:r>
            <a:endParaRPr lang="en-US"/>
          </a:p>
        </p:txBody>
      </p:sp>
      <p:cxnSp>
        <p:nvCxnSpPr>
          <p:cNvPr id="3" name="Straight Connector 2">
            <a:extLst>
              <a:ext uri="{FF2B5EF4-FFF2-40B4-BE49-F238E27FC236}">
                <a16:creationId xmlns:a16="http://schemas.microsoft.com/office/drawing/2014/main" id="{0D68EC56-3574-289C-69AD-B11250A1CB65}"/>
              </a:ext>
            </a:extLst>
          </p:cNvPr>
          <p:cNvCxnSpPr>
            <a:cxnSpLocks/>
          </p:cNvCxnSpPr>
          <p:nvPr userDrawn="1"/>
        </p:nvCxnSpPr>
        <p:spPr>
          <a:xfrm>
            <a:off x="3443706" y="1349224"/>
            <a:ext cx="0" cy="4546609"/>
          </a:xfrm>
          <a:prstGeom prst="line">
            <a:avLst/>
          </a:prstGeom>
          <a:noFill/>
          <a:ln w="25400" cap="flat" cmpd="sng" algn="ctr">
            <a:gradFill>
              <a:gsLst>
                <a:gs pos="0">
                  <a:srgbClr val="43004C"/>
                </a:gs>
                <a:gs pos="21000">
                  <a:srgbClr val="AB0071"/>
                </a:gs>
                <a:gs pos="100000">
                  <a:srgbClr val="00D6C7"/>
                </a:gs>
                <a:gs pos="85000">
                  <a:srgbClr val="007DFF"/>
                </a:gs>
                <a:gs pos="64000">
                  <a:srgbClr val="952EFF"/>
                </a:gs>
                <a:gs pos="40000">
                  <a:srgbClr val="E433FF"/>
                </a:gs>
              </a:gsLst>
              <a:lin ang="5400000" scaled="1"/>
            </a:gradFill>
            <a:prstDash val="solid"/>
            <a:miter lim="800000"/>
          </a:ln>
          <a:effectLst/>
        </p:spPr>
      </p:cxnSp>
    </p:spTree>
    <p:extLst>
      <p:ext uri="{BB962C8B-B14F-4D97-AF65-F5344CB8AC3E}">
        <p14:creationId xmlns:p14="http://schemas.microsoft.com/office/powerpoint/2010/main" val="2551381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161D26"/>
        </a:solidFill>
        <a:effectLst/>
      </p:bgPr>
    </p:bg>
    <p:spTree>
      <p:nvGrpSpPr>
        <p:cNvPr id="1" name=""/>
        <p:cNvGrpSpPr/>
        <p:nvPr/>
      </p:nvGrpSpPr>
      <p:grpSpPr>
        <a:xfrm>
          <a:off x="0" y="0"/>
          <a:ext cx="0" cy="0"/>
          <a:chOff x="0" y="0"/>
          <a:chExt cx="0" cy="0"/>
        </a:xfrm>
      </p:grpSpPr>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3043524"/>
            <a:ext cx="7300863"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Pellentesque</a:t>
            </a:r>
            <a:r>
              <a:rPr lang="en-US"/>
              <a:t> </a:t>
            </a:r>
            <a:r>
              <a:rPr lang="en-US" err="1"/>
              <a:t>vulputate</a:t>
            </a:r>
            <a:r>
              <a:rPr lang="en-US"/>
              <a:t> </a:t>
            </a:r>
            <a:r>
              <a:rPr lang="en-US" err="1"/>
              <a:t>elit</a:t>
            </a:r>
            <a:r>
              <a:rPr lang="en-US"/>
              <a:t> </a:t>
            </a:r>
            <a:r>
              <a:rPr lang="en-US" err="1"/>
              <a:t>eu</a:t>
            </a:r>
            <a:r>
              <a:rPr lang="en-US"/>
              <a:t> ligula </a:t>
            </a:r>
            <a:r>
              <a:rPr lang="en-US" err="1"/>
              <a:t>ultrices</a:t>
            </a:r>
            <a:r>
              <a:rPr lang="en-US"/>
              <a:t>, non </a:t>
            </a:r>
            <a:r>
              <a:rPr lang="en-US" err="1"/>
              <a:t>ullamcorper</a:t>
            </a:r>
            <a:r>
              <a:rPr lang="en-US"/>
              <a:t> </a:t>
            </a:r>
            <a:r>
              <a:rPr lang="en-US" err="1"/>
              <a:t>arcu</a:t>
            </a:r>
            <a:r>
              <a:rPr lang="en-US"/>
              <a:t> </a:t>
            </a:r>
            <a:r>
              <a:rPr lang="en-US" err="1"/>
              <a:t>mattis</a:t>
            </a:r>
            <a:r>
              <a:rPr lang="en-US"/>
              <a:t>. In non </a:t>
            </a:r>
            <a:r>
              <a:rPr lang="en-US" err="1"/>
              <a:t>nisl</a:t>
            </a:r>
            <a:r>
              <a:rPr lang="en-US"/>
              <a:t> a </a:t>
            </a:r>
            <a:r>
              <a:rPr lang="en-US" err="1"/>
              <a:t>elit</a:t>
            </a:r>
            <a:r>
              <a:rPr lang="en-US"/>
              <a:t> </a:t>
            </a:r>
            <a:r>
              <a:rPr lang="en-US" err="1"/>
              <a:t>dapibus</a:t>
            </a:r>
            <a:r>
              <a:rPr lang="en-US"/>
              <a:t> dictum ac vitae </a:t>
            </a:r>
            <a:r>
              <a:rPr lang="en-US" err="1"/>
              <a:t>mauris</a:t>
            </a:r>
            <a:r>
              <a:rPr lang="en-US"/>
              <a:t>. </a:t>
            </a:r>
            <a:r>
              <a:rPr lang="en-US" err="1"/>
              <a:t>Praesent</a:t>
            </a:r>
            <a:r>
              <a:rPr lang="en-US"/>
              <a:t> </a:t>
            </a:r>
            <a:r>
              <a:rPr lang="en-US" err="1"/>
              <a:t>consequat</a:t>
            </a:r>
            <a:r>
              <a:rPr lang="en-US"/>
              <a:t> </a:t>
            </a:r>
            <a:r>
              <a:rPr lang="en-US" err="1"/>
              <a:t>metus</a:t>
            </a:r>
            <a:r>
              <a:rPr lang="en-US"/>
              <a:t> id </a:t>
            </a:r>
            <a:r>
              <a:rPr lang="en-US" err="1"/>
              <a:t>imperdiet</a:t>
            </a:r>
            <a:r>
              <a:rPr lang="en-US"/>
              <a:t> semper. In </a:t>
            </a:r>
            <a:r>
              <a:rPr lang="en-US" err="1"/>
              <a:t>hendrerit</a:t>
            </a:r>
            <a:r>
              <a:rPr lang="en-US"/>
              <a:t> </a:t>
            </a:r>
            <a:r>
              <a:rPr lang="en-US" err="1"/>
              <a:t>neque</a:t>
            </a:r>
            <a:r>
              <a:rPr lang="en-US"/>
              <a:t> </a:t>
            </a:r>
            <a:r>
              <a:rPr lang="en-US" err="1"/>
              <a:t>est</a:t>
            </a:r>
            <a:r>
              <a:rPr lang="en-US"/>
              <a:t>, at </a:t>
            </a:r>
            <a:r>
              <a:rPr lang="en-US" err="1"/>
              <a:t>mollis</a:t>
            </a:r>
            <a:r>
              <a:rPr lang="en-US"/>
              <a:t> nisi lacinia non. </a:t>
            </a:r>
            <a:r>
              <a:rPr lang="en-US" err="1"/>
              <a:t>Fusce</a:t>
            </a:r>
            <a:r>
              <a:rPr lang="en-US"/>
              <a:t> auctor </a:t>
            </a:r>
            <a:r>
              <a:rPr lang="en-US" err="1"/>
              <a:t>interdum</a:t>
            </a:r>
            <a:r>
              <a:rPr lang="en-US"/>
              <a:t> </a:t>
            </a:r>
            <a:r>
              <a:rPr lang="en-US" err="1"/>
              <a:t>facilisis</a:t>
            </a:r>
            <a:r>
              <a:rPr lang="en-US"/>
              <a:t>. </a:t>
            </a:r>
          </a:p>
          <a:p>
            <a:pPr lvl="0"/>
            <a:endParaRPr lang="en-US"/>
          </a:p>
        </p:txBody>
      </p:sp>
      <p:sp>
        <p:nvSpPr>
          <p:cNvPr id="2" name="Title Placeholder 1">
            <a:extLst>
              <a:ext uri="{FF2B5EF4-FFF2-40B4-BE49-F238E27FC236}">
                <a16:creationId xmlns:a16="http://schemas.microsoft.com/office/drawing/2014/main" id="{C74431A9-02A8-1CEF-BDF5-B421C3CFABC0}"/>
              </a:ext>
            </a:extLst>
          </p:cNvPr>
          <p:cNvSpPr>
            <a:spLocks noGrp="1"/>
          </p:cNvSpPr>
          <p:nvPr>
            <p:ph type="title" hasCustomPrompt="1"/>
          </p:nvPr>
        </p:nvSpPr>
        <p:spPr>
          <a:xfrm>
            <a:off x="471539" y="1962021"/>
            <a:ext cx="10532792" cy="602503"/>
          </a:xfrm>
          <a:prstGeom prst="rect">
            <a:avLst/>
          </a:prstGeom>
        </p:spPr>
        <p:txBody>
          <a:bodyPr vert="horz" lIns="91440" tIns="45720" rIns="91440" bIns="45720" rtlCol="0" anchor="t">
            <a:normAutofit/>
          </a:bodyPr>
          <a:lstStyle>
            <a:lvl1pPr>
              <a:defRPr>
                <a:solidFill>
                  <a:schemeClr val="bg1"/>
                </a:solidFill>
              </a:defRPr>
            </a:lvl1pPr>
          </a:lstStyle>
          <a:p>
            <a:r>
              <a:rPr lang="en-GB"/>
              <a:t>Title and text</a:t>
            </a:r>
            <a:endParaRPr lang="en-US"/>
          </a:p>
        </p:txBody>
      </p:sp>
    </p:spTree>
    <p:extLst>
      <p:ext uri="{BB962C8B-B14F-4D97-AF65-F5344CB8AC3E}">
        <p14:creationId xmlns:p14="http://schemas.microsoft.com/office/powerpoint/2010/main" val="1195831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ed Content">
    <p:bg>
      <p:bgPr>
        <a:solidFill>
          <a:srgbClr val="161D26"/>
        </a:solidFill>
        <a:effectLst/>
      </p:bgPr>
    </p:bg>
    <p:spTree>
      <p:nvGrpSpPr>
        <p:cNvPr id="1" name=""/>
        <p:cNvGrpSpPr/>
        <p:nvPr/>
      </p:nvGrpSpPr>
      <p:grpSpPr>
        <a:xfrm>
          <a:off x="0" y="0"/>
          <a:ext cx="0" cy="0"/>
          <a:chOff x="0" y="0"/>
          <a:chExt cx="0" cy="0"/>
        </a:xfrm>
      </p:grpSpPr>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1566402"/>
            <a:ext cx="10532792" cy="425810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C74431A9-02A8-1CEF-BDF5-B421C3CFABC0}"/>
              </a:ext>
            </a:extLst>
          </p:cNvPr>
          <p:cNvSpPr>
            <a:spLocks noGrp="1"/>
          </p:cNvSpPr>
          <p:nvPr>
            <p:ph type="title" hasCustomPrompt="1"/>
          </p:nvPr>
        </p:nvSpPr>
        <p:spPr>
          <a:xfrm>
            <a:off x="502225" y="378881"/>
            <a:ext cx="10532792" cy="602503"/>
          </a:xfrm>
          <a:prstGeom prst="rect">
            <a:avLst/>
          </a:prstGeom>
        </p:spPr>
        <p:txBody>
          <a:bodyPr vert="horz" lIns="91440" tIns="45720" rIns="91440" bIns="45720" rtlCol="0" anchor="t">
            <a:normAutofit/>
          </a:bodyPr>
          <a:lstStyle>
            <a:lvl1pPr>
              <a:defRPr>
                <a:solidFill>
                  <a:schemeClr val="bg1"/>
                </a:solidFill>
              </a:defRPr>
            </a:lvl1pPr>
          </a:lstStyle>
          <a:p>
            <a:r>
              <a:rPr lang="en-GB" dirty="0"/>
              <a:t>Title, and bulleted content</a:t>
            </a:r>
            <a:endParaRPr lang="en-US" dirty="0"/>
          </a:p>
        </p:txBody>
      </p:sp>
    </p:spTree>
    <p:extLst>
      <p:ext uri="{BB962C8B-B14F-4D97-AF65-F5344CB8AC3E}">
        <p14:creationId xmlns:p14="http://schemas.microsoft.com/office/powerpoint/2010/main" val="381115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ubtitle, and Content">
    <p:bg>
      <p:bgPr>
        <a:solidFill>
          <a:srgbClr val="161D26"/>
        </a:solidFill>
        <a:effectLst/>
      </p:bgPr>
    </p:bg>
    <p:spTree>
      <p:nvGrpSpPr>
        <p:cNvPr id="1" name=""/>
        <p:cNvGrpSpPr/>
        <p:nvPr/>
      </p:nvGrpSpPr>
      <p:grpSpPr>
        <a:xfrm>
          <a:off x="0" y="0"/>
          <a:ext cx="0" cy="0"/>
          <a:chOff x="0" y="0"/>
          <a:chExt cx="0" cy="0"/>
        </a:xfrm>
      </p:grpSpPr>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1842447"/>
            <a:ext cx="10532792" cy="425810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
        <p:nvSpPr>
          <p:cNvPr id="2" name="Title Placeholder 1">
            <a:extLst>
              <a:ext uri="{FF2B5EF4-FFF2-40B4-BE49-F238E27FC236}">
                <a16:creationId xmlns:a16="http://schemas.microsoft.com/office/drawing/2014/main" id="{C74431A9-02A8-1CEF-BDF5-B421C3CFABC0}"/>
              </a:ext>
            </a:extLst>
          </p:cNvPr>
          <p:cNvSpPr>
            <a:spLocks noGrp="1"/>
          </p:cNvSpPr>
          <p:nvPr>
            <p:ph type="title" hasCustomPrompt="1"/>
          </p:nvPr>
        </p:nvSpPr>
        <p:spPr>
          <a:xfrm>
            <a:off x="502225" y="378881"/>
            <a:ext cx="10532792" cy="602503"/>
          </a:xfrm>
          <a:prstGeom prst="rect">
            <a:avLst/>
          </a:prstGeom>
        </p:spPr>
        <p:txBody>
          <a:bodyPr vert="horz" lIns="91440" tIns="45720" rIns="91440" bIns="45720" rtlCol="0" anchor="t">
            <a:normAutofit/>
          </a:bodyPr>
          <a:lstStyle>
            <a:lvl1pPr>
              <a:defRPr>
                <a:solidFill>
                  <a:schemeClr val="bg1"/>
                </a:solidFill>
              </a:defRPr>
            </a:lvl1pPr>
          </a:lstStyle>
          <a:p>
            <a:r>
              <a:rPr lang="en-GB" dirty="0"/>
              <a:t>Title, subtitle, and content</a:t>
            </a:r>
            <a:endParaRPr lang="en-US" dirty="0"/>
          </a:p>
        </p:txBody>
      </p:sp>
      <p:sp>
        <p:nvSpPr>
          <p:cNvPr id="3" name="Text Placeholder 21">
            <a:extLst>
              <a:ext uri="{FF2B5EF4-FFF2-40B4-BE49-F238E27FC236}">
                <a16:creationId xmlns:a16="http://schemas.microsoft.com/office/drawing/2014/main" id="{FEF61C1D-9F0D-1627-6470-0253436BB09B}"/>
              </a:ext>
            </a:extLst>
          </p:cNvPr>
          <p:cNvSpPr>
            <a:spLocks noGrp="1"/>
          </p:cNvSpPr>
          <p:nvPr>
            <p:ph type="body" sz="quarter" idx="13" hasCustomPrompt="1"/>
          </p:nvPr>
        </p:nvSpPr>
        <p:spPr>
          <a:xfrm>
            <a:off x="502225" y="1148344"/>
            <a:ext cx="10532792" cy="366557"/>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Subtitle</a:t>
            </a:r>
          </a:p>
        </p:txBody>
      </p:sp>
    </p:spTree>
    <p:extLst>
      <p:ext uri="{BB962C8B-B14F-4D97-AF65-F5344CB8AC3E}">
        <p14:creationId xmlns:p14="http://schemas.microsoft.com/office/powerpoint/2010/main" val="3191879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Pr>
        <a:solidFill>
          <a:srgbClr val="161D26"/>
        </a:solidFill>
        <a:effectLst/>
      </p:bgPr>
    </p:bg>
    <p:spTree>
      <p:nvGrpSpPr>
        <p:cNvPr id="1" name=""/>
        <p:cNvGrpSpPr/>
        <p:nvPr/>
      </p:nvGrpSpPr>
      <p:grpSpPr>
        <a:xfrm>
          <a:off x="0" y="0"/>
          <a:ext cx="0" cy="0"/>
          <a:chOff x="0" y="0"/>
          <a:chExt cx="0" cy="0"/>
        </a:xfrm>
      </p:grpSpPr>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1842447"/>
            <a:ext cx="10532792" cy="4258101"/>
          </a:xfrm>
          <a:prstGeom prst="rect">
            <a:avLst/>
          </a:prstGeom>
        </p:spPr>
        <p:txBody>
          <a:bodyPr/>
          <a:lstStyle>
            <a:lvl1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C74431A9-02A8-1CEF-BDF5-B421C3CFABC0}"/>
              </a:ext>
            </a:extLst>
          </p:cNvPr>
          <p:cNvSpPr>
            <a:spLocks noGrp="1"/>
          </p:cNvSpPr>
          <p:nvPr>
            <p:ph type="title" hasCustomPrompt="1"/>
          </p:nvPr>
        </p:nvSpPr>
        <p:spPr>
          <a:xfrm>
            <a:off x="502225" y="378881"/>
            <a:ext cx="10532792" cy="602503"/>
          </a:xfrm>
          <a:prstGeom prst="rect">
            <a:avLst/>
          </a:prstGeom>
        </p:spPr>
        <p:txBody>
          <a:bodyPr vert="horz" lIns="91440" tIns="45720" rIns="91440" bIns="45720" rtlCol="0" anchor="t">
            <a:normAutofit/>
          </a:bodyPr>
          <a:lstStyle>
            <a:lvl1pPr>
              <a:defRPr>
                <a:solidFill>
                  <a:schemeClr val="bg1"/>
                </a:solidFill>
              </a:defRPr>
            </a:lvl1pPr>
          </a:lstStyle>
          <a:p>
            <a:r>
              <a:rPr lang="en-GB" dirty="0"/>
              <a:t>Title, subtitle, and bulleted content</a:t>
            </a:r>
            <a:endParaRPr lang="en-US" dirty="0"/>
          </a:p>
        </p:txBody>
      </p:sp>
      <p:sp>
        <p:nvSpPr>
          <p:cNvPr id="3" name="Text Placeholder 21">
            <a:extLst>
              <a:ext uri="{FF2B5EF4-FFF2-40B4-BE49-F238E27FC236}">
                <a16:creationId xmlns:a16="http://schemas.microsoft.com/office/drawing/2014/main" id="{FEF61C1D-9F0D-1627-6470-0253436BB09B}"/>
              </a:ext>
            </a:extLst>
          </p:cNvPr>
          <p:cNvSpPr>
            <a:spLocks noGrp="1"/>
          </p:cNvSpPr>
          <p:nvPr>
            <p:ph type="body" sz="quarter" idx="13" hasCustomPrompt="1"/>
          </p:nvPr>
        </p:nvSpPr>
        <p:spPr>
          <a:xfrm>
            <a:off x="502225" y="1148344"/>
            <a:ext cx="10532792" cy="366557"/>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Subtitle</a:t>
            </a:r>
          </a:p>
        </p:txBody>
      </p:sp>
    </p:spTree>
    <p:extLst>
      <p:ext uri="{BB962C8B-B14F-4D97-AF65-F5344CB8AC3E}">
        <p14:creationId xmlns:p14="http://schemas.microsoft.com/office/powerpoint/2010/main" val="3703074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rgbClr val="161D2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4431A9-02A8-1CEF-BDF5-B421C3CFABC0}"/>
              </a:ext>
            </a:extLst>
          </p:cNvPr>
          <p:cNvSpPr>
            <a:spLocks noGrp="1"/>
          </p:cNvSpPr>
          <p:nvPr>
            <p:ph type="title" hasCustomPrompt="1"/>
          </p:nvPr>
        </p:nvSpPr>
        <p:spPr>
          <a:xfrm>
            <a:off x="502225" y="378881"/>
            <a:ext cx="10532792" cy="602503"/>
          </a:xfrm>
          <a:prstGeom prst="rect">
            <a:avLst/>
          </a:prstGeom>
        </p:spPr>
        <p:txBody>
          <a:bodyPr vert="horz" lIns="91440" tIns="45720" rIns="91440" bIns="45720" rtlCol="0" anchor="t">
            <a:normAutofit/>
          </a:bodyPr>
          <a:lstStyle>
            <a:lvl1pPr>
              <a:defRPr>
                <a:solidFill>
                  <a:schemeClr val="bg1"/>
                </a:solidFill>
              </a:defRPr>
            </a:lvl1pPr>
          </a:lstStyle>
          <a:p>
            <a:r>
              <a:rPr lang="en-GB" dirty="0"/>
              <a:t>Title and subtitle</a:t>
            </a:r>
            <a:endParaRPr lang="en-US" dirty="0"/>
          </a:p>
        </p:txBody>
      </p:sp>
      <p:sp>
        <p:nvSpPr>
          <p:cNvPr id="3" name="Text Placeholder 21">
            <a:extLst>
              <a:ext uri="{FF2B5EF4-FFF2-40B4-BE49-F238E27FC236}">
                <a16:creationId xmlns:a16="http://schemas.microsoft.com/office/drawing/2014/main" id="{FEF61C1D-9F0D-1627-6470-0253436BB09B}"/>
              </a:ext>
            </a:extLst>
          </p:cNvPr>
          <p:cNvSpPr>
            <a:spLocks noGrp="1"/>
          </p:cNvSpPr>
          <p:nvPr>
            <p:ph type="body" sz="quarter" idx="13" hasCustomPrompt="1"/>
          </p:nvPr>
        </p:nvSpPr>
        <p:spPr>
          <a:xfrm>
            <a:off x="502225" y="1148344"/>
            <a:ext cx="10532792" cy="366557"/>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Subtitle</a:t>
            </a:r>
          </a:p>
        </p:txBody>
      </p:sp>
    </p:spTree>
    <p:extLst>
      <p:ext uri="{BB962C8B-B14F-4D97-AF65-F5344CB8AC3E}">
        <p14:creationId xmlns:p14="http://schemas.microsoft.com/office/powerpoint/2010/main" val="756232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 1">
    <p:bg>
      <p:bgPr>
        <a:solidFill>
          <a:srgbClr val="161D26"/>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88265"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EYEBROW</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5155159" y="2214070"/>
            <a:ext cx="6396066"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Pellentesque</a:t>
            </a:r>
            <a:r>
              <a:rPr lang="en-US"/>
              <a:t> </a:t>
            </a:r>
            <a:r>
              <a:rPr lang="en-US" err="1"/>
              <a:t>vulputate</a:t>
            </a:r>
            <a:r>
              <a:rPr lang="en-US"/>
              <a:t> </a:t>
            </a:r>
            <a:r>
              <a:rPr lang="en-US" err="1"/>
              <a:t>elit</a:t>
            </a:r>
            <a:r>
              <a:rPr lang="en-US"/>
              <a:t> </a:t>
            </a:r>
            <a:r>
              <a:rPr lang="en-US" err="1"/>
              <a:t>eu</a:t>
            </a:r>
            <a:r>
              <a:rPr lang="en-US"/>
              <a:t> ligula </a:t>
            </a:r>
            <a:r>
              <a:rPr lang="en-US" err="1"/>
              <a:t>ultrices</a:t>
            </a:r>
            <a:r>
              <a:rPr lang="en-US"/>
              <a:t>, non </a:t>
            </a:r>
            <a:r>
              <a:rPr lang="en-US" err="1"/>
              <a:t>ullamcorper</a:t>
            </a:r>
            <a:r>
              <a:rPr lang="en-US"/>
              <a:t> </a:t>
            </a:r>
            <a:r>
              <a:rPr lang="en-US" err="1"/>
              <a:t>arcu</a:t>
            </a:r>
            <a:r>
              <a:rPr lang="en-US"/>
              <a:t> </a:t>
            </a:r>
            <a:r>
              <a:rPr lang="en-US" err="1"/>
              <a:t>mattis</a:t>
            </a:r>
            <a:r>
              <a:rPr lang="en-US"/>
              <a:t>. In non </a:t>
            </a:r>
            <a:r>
              <a:rPr lang="en-US" err="1"/>
              <a:t>nisl</a:t>
            </a:r>
            <a:r>
              <a:rPr lang="en-US"/>
              <a:t> a </a:t>
            </a:r>
            <a:r>
              <a:rPr lang="en-US" err="1"/>
              <a:t>elit</a:t>
            </a:r>
            <a:r>
              <a:rPr lang="en-US"/>
              <a:t> </a:t>
            </a:r>
            <a:r>
              <a:rPr lang="en-US" err="1"/>
              <a:t>dapibus</a:t>
            </a:r>
            <a:r>
              <a:rPr lang="en-US"/>
              <a:t> dictum ac vitae </a:t>
            </a:r>
            <a:r>
              <a:rPr lang="en-US" err="1"/>
              <a:t>mauris</a:t>
            </a:r>
            <a:r>
              <a:rPr lang="en-US"/>
              <a:t>. </a:t>
            </a:r>
            <a:r>
              <a:rPr lang="en-US" err="1"/>
              <a:t>Praesent</a:t>
            </a:r>
            <a:r>
              <a:rPr lang="en-US"/>
              <a:t> </a:t>
            </a:r>
            <a:r>
              <a:rPr lang="en-US" err="1"/>
              <a:t>consequat</a:t>
            </a:r>
            <a:r>
              <a:rPr lang="en-US"/>
              <a:t> </a:t>
            </a:r>
            <a:r>
              <a:rPr lang="en-US" err="1"/>
              <a:t>metus</a:t>
            </a:r>
            <a:r>
              <a:rPr lang="en-US"/>
              <a:t> id </a:t>
            </a:r>
            <a:r>
              <a:rPr lang="en-US" err="1"/>
              <a:t>imperdiet</a:t>
            </a:r>
            <a:r>
              <a:rPr lang="en-US"/>
              <a:t> semper. In </a:t>
            </a:r>
            <a:r>
              <a:rPr lang="en-US" err="1"/>
              <a:t>hendrerit</a:t>
            </a:r>
            <a:r>
              <a:rPr lang="en-US"/>
              <a:t> </a:t>
            </a:r>
            <a:r>
              <a:rPr lang="en-US" err="1"/>
              <a:t>neque</a:t>
            </a:r>
            <a:r>
              <a:rPr lang="en-US"/>
              <a:t> </a:t>
            </a:r>
            <a:r>
              <a:rPr lang="en-US" err="1"/>
              <a:t>est</a:t>
            </a:r>
            <a:r>
              <a:rPr lang="en-US"/>
              <a:t>, at </a:t>
            </a:r>
            <a:r>
              <a:rPr lang="en-US" err="1"/>
              <a:t>mollis</a:t>
            </a:r>
            <a:r>
              <a:rPr lang="en-US"/>
              <a:t> nisi lacinia non. </a:t>
            </a:r>
            <a:r>
              <a:rPr lang="en-US" err="1"/>
              <a:t>Fusce</a:t>
            </a:r>
            <a:r>
              <a:rPr lang="en-US"/>
              <a:t> auctor </a:t>
            </a:r>
            <a:r>
              <a:rPr lang="en-US" err="1"/>
              <a:t>interdum</a:t>
            </a:r>
            <a:r>
              <a:rPr lang="en-US"/>
              <a:t> </a:t>
            </a:r>
            <a:r>
              <a:rPr lang="en-US" err="1"/>
              <a:t>facilisis</a:t>
            </a:r>
            <a:r>
              <a:rPr lang="en-US"/>
              <a:t>. </a:t>
            </a:r>
          </a:p>
          <a:p>
            <a:pPr lvl="0"/>
            <a:endParaRPr lang="en-US"/>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75636"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2" name="Title Placeholder 1">
            <a:extLst>
              <a:ext uri="{FF2B5EF4-FFF2-40B4-BE49-F238E27FC236}">
                <a16:creationId xmlns:a16="http://schemas.microsoft.com/office/drawing/2014/main" id="{F661D85D-5DC9-C06E-F026-12C2EF9D2BEB}"/>
              </a:ext>
            </a:extLst>
          </p:cNvPr>
          <p:cNvSpPr>
            <a:spLocks noGrp="1"/>
          </p:cNvSpPr>
          <p:nvPr>
            <p:ph type="title" hasCustomPrompt="1"/>
          </p:nvPr>
        </p:nvSpPr>
        <p:spPr>
          <a:xfrm>
            <a:off x="471539" y="2049517"/>
            <a:ext cx="3591179" cy="1640724"/>
          </a:xfrm>
          <a:prstGeom prst="rect">
            <a:avLst/>
          </a:prstGeom>
        </p:spPr>
        <p:txBody>
          <a:bodyPr vert="horz" lIns="91440" tIns="45720" rIns="91440" bIns="45720" rtlCol="0" anchor="t">
            <a:normAutofit/>
          </a:bodyPr>
          <a:lstStyle>
            <a:lvl1pPr>
              <a:defRPr>
                <a:solidFill>
                  <a:schemeClr val="bg1"/>
                </a:solidFill>
              </a:defRPr>
            </a:lvl1pPr>
          </a:lstStyle>
          <a:p>
            <a:r>
              <a:rPr lang="en-GB"/>
              <a:t>Title and text</a:t>
            </a:r>
            <a:endParaRPr lang="en-US"/>
          </a:p>
        </p:txBody>
      </p:sp>
      <p:cxnSp>
        <p:nvCxnSpPr>
          <p:cNvPr id="3" name="Straight Connector 2">
            <a:extLst>
              <a:ext uri="{FF2B5EF4-FFF2-40B4-BE49-F238E27FC236}">
                <a16:creationId xmlns:a16="http://schemas.microsoft.com/office/drawing/2014/main" id="{DDA9EDFC-6F60-B8D1-2895-DA3164A7CE7C}"/>
              </a:ext>
            </a:extLst>
          </p:cNvPr>
          <p:cNvCxnSpPr>
            <a:cxnSpLocks/>
          </p:cNvCxnSpPr>
          <p:nvPr userDrawn="1"/>
        </p:nvCxnSpPr>
        <p:spPr>
          <a:xfrm>
            <a:off x="4711707" y="1586429"/>
            <a:ext cx="0" cy="4018274"/>
          </a:xfrm>
          <a:prstGeom prst="line">
            <a:avLst/>
          </a:prstGeom>
          <a:noFill/>
          <a:ln w="25400" cap="flat" cmpd="sng" algn="ctr">
            <a:gradFill>
              <a:gsLst>
                <a:gs pos="0">
                  <a:srgbClr val="43004C"/>
                </a:gs>
                <a:gs pos="21000">
                  <a:srgbClr val="AB0071"/>
                </a:gs>
                <a:gs pos="100000">
                  <a:srgbClr val="00D6C7"/>
                </a:gs>
                <a:gs pos="85000">
                  <a:srgbClr val="007DFF"/>
                </a:gs>
                <a:gs pos="64000">
                  <a:srgbClr val="952EFF"/>
                </a:gs>
                <a:gs pos="40000">
                  <a:srgbClr val="E433FF"/>
                </a:gs>
              </a:gsLst>
              <a:lin ang="5400000" scaled="1"/>
            </a:gradFill>
            <a:prstDash val="solid"/>
            <a:miter lim="800000"/>
          </a:ln>
          <a:effectLst/>
        </p:spPr>
      </p:cxnSp>
    </p:spTree>
    <p:extLst>
      <p:ext uri="{BB962C8B-B14F-4D97-AF65-F5344CB8AC3E}">
        <p14:creationId xmlns:p14="http://schemas.microsoft.com/office/powerpoint/2010/main" val="4450765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3 row content">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4782056" y="1106577"/>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Subtitle 1</a:t>
            </a:r>
          </a:p>
        </p:txBody>
      </p:sp>
      <p:sp>
        <p:nvSpPr>
          <p:cNvPr id="18" name="Text Placeholder 21">
            <a:extLst>
              <a:ext uri="{FF2B5EF4-FFF2-40B4-BE49-F238E27FC236}">
                <a16:creationId xmlns:a16="http://schemas.microsoft.com/office/drawing/2014/main" id="{634A4CAF-90EC-E954-3BFB-6E43FD445519}"/>
              </a:ext>
            </a:extLst>
          </p:cNvPr>
          <p:cNvSpPr>
            <a:spLocks noGrp="1"/>
          </p:cNvSpPr>
          <p:nvPr>
            <p:ph type="body" sz="quarter" idx="13" hasCustomPrompt="1"/>
          </p:nvPr>
        </p:nvSpPr>
        <p:spPr>
          <a:xfrm>
            <a:off x="4782056" y="1700906"/>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a:ln>
                <a:noFill/>
              </a:ln>
              <a:solidFill>
                <a:srgbClr val="FFFFFF"/>
              </a:solidFill>
              <a:effectLst/>
              <a:uLnTx/>
              <a:uFillTx/>
              <a:latin typeface="Amazon Ember Display"/>
              <a:ea typeface="+mn-ea"/>
              <a:cs typeface="+mn-cs"/>
            </a:endParaRPr>
          </a:p>
          <a:p>
            <a:pPr lvl="0"/>
            <a:endParaRPr lang="en-US"/>
          </a:p>
        </p:txBody>
      </p:sp>
      <p:sp>
        <p:nvSpPr>
          <p:cNvPr id="19" name="Text Placeholder 21">
            <a:extLst>
              <a:ext uri="{FF2B5EF4-FFF2-40B4-BE49-F238E27FC236}">
                <a16:creationId xmlns:a16="http://schemas.microsoft.com/office/drawing/2014/main" id="{37F65AD8-E4FD-4984-5FBA-EC5F6A685D9A}"/>
              </a:ext>
            </a:extLst>
          </p:cNvPr>
          <p:cNvSpPr>
            <a:spLocks noGrp="1"/>
          </p:cNvSpPr>
          <p:nvPr>
            <p:ph type="body" sz="quarter" idx="14" hasCustomPrompt="1"/>
          </p:nvPr>
        </p:nvSpPr>
        <p:spPr>
          <a:xfrm>
            <a:off x="4782056" y="2890611"/>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Subtitle 2</a:t>
            </a:r>
          </a:p>
        </p:txBody>
      </p:sp>
      <p:sp>
        <p:nvSpPr>
          <p:cNvPr id="20" name="Text Placeholder 21">
            <a:extLst>
              <a:ext uri="{FF2B5EF4-FFF2-40B4-BE49-F238E27FC236}">
                <a16:creationId xmlns:a16="http://schemas.microsoft.com/office/drawing/2014/main" id="{DCE340B5-AF30-C9FD-EA84-87B943FC7B83}"/>
              </a:ext>
            </a:extLst>
          </p:cNvPr>
          <p:cNvSpPr>
            <a:spLocks noGrp="1"/>
          </p:cNvSpPr>
          <p:nvPr>
            <p:ph type="body" sz="quarter" idx="15" hasCustomPrompt="1"/>
          </p:nvPr>
        </p:nvSpPr>
        <p:spPr>
          <a:xfrm>
            <a:off x="4782056" y="3484940"/>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a:ln>
                <a:noFill/>
              </a:ln>
              <a:solidFill>
                <a:srgbClr val="FFFFFF"/>
              </a:solidFill>
              <a:effectLst/>
              <a:uLnTx/>
              <a:uFillTx/>
              <a:latin typeface="Amazon Ember Display"/>
              <a:ea typeface="+mn-ea"/>
              <a:cs typeface="+mn-cs"/>
            </a:endParaRPr>
          </a:p>
          <a:p>
            <a:pPr lvl="0"/>
            <a:endParaRPr lang="en-US"/>
          </a:p>
        </p:txBody>
      </p:sp>
      <p:sp>
        <p:nvSpPr>
          <p:cNvPr id="21" name="Text Placeholder 21">
            <a:extLst>
              <a:ext uri="{FF2B5EF4-FFF2-40B4-BE49-F238E27FC236}">
                <a16:creationId xmlns:a16="http://schemas.microsoft.com/office/drawing/2014/main" id="{1344ABFA-783F-F7DE-C825-0026F5EB31A5}"/>
              </a:ext>
            </a:extLst>
          </p:cNvPr>
          <p:cNvSpPr>
            <a:spLocks noGrp="1"/>
          </p:cNvSpPr>
          <p:nvPr>
            <p:ph type="body" sz="quarter" idx="16" hasCustomPrompt="1"/>
          </p:nvPr>
        </p:nvSpPr>
        <p:spPr>
          <a:xfrm>
            <a:off x="4782056" y="4653183"/>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Subtitle 3</a:t>
            </a:r>
          </a:p>
        </p:txBody>
      </p:sp>
      <p:sp>
        <p:nvSpPr>
          <p:cNvPr id="22" name="Text Placeholder 21">
            <a:extLst>
              <a:ext uri="{FF2B5EF4-FFF2-40B4-BE49-F238E27FC236}">
                <a16:creationId xmlns:a16="http://schemas.microsoft.com/office/drawing/2014/main" id="{C3D4EB6E-2D83-811D-C211-5CA9EC0D0890}"/>
              </a:ext>
            </a:extLst>
          </p:cNvPr>
          <p:cNvSpPr>
            <a:spLocks noGrp="1"/>
          </p:cNvSpPr>
          <p:nvPr>
            <p:ph type="body" sz="quarter" idx="17" hasCustomPrompt="1"/>
          </p:nvPr>
        </p:nvSpPr>
        <p:spPr>
          <a:xfrm>
            <a:off x="4782056" y="5247512"/>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chemeClr val="bg1"/>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a:ln>
                  <a:noFill/>
                </a:ln>
                <a:solidFill>
                  <a:srgbClr val="FFFFFF"/>
                </a:solidFill>
                <a:effectLst/>
                <a:uLnTx/>
                <a:uFillTx/>
                <a:latin typeface="Amazon Ember Display"/>
                <a:ea typeface="+mn-ea"/>
                <a:cs typeface="+mn-cs"/>
              </a:rPr>
              <a:t>, </a:t>
            </a:r>
            <a:r>
              <a:rPr kumimoji="0" lang="en-US" b="0" i="0" u="none" strike="noStrike" kern="1200" cap="none" spc="0" normalizeH="0" baseline="0" noProof="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a:ln>
                <a:noFill/>
              </a:ln>
              <a:solidFill>
                <a:srgbClr val="FFFFFF"/>
              </a:solidFill>
              <a:effectLst/>
              <a:uLnTx/>
              <a:uFillTx/>
              <a:latin typeface="Amazon Ember Display"/>
              <a:ea typeface="+mn-ea"/>
              <a:cs typeface="+mn-cs"/>
            </a:endParaRPr>
          </a:p>
          <a:p>
            <a:pPr lvl="0"/>
            <a:endParaRPr lang="en-US"/>
          </a:p>
        </p:txBody>
      </p:sp>
      <p:sp>
        <p:nvSpPr>
          <p:cNvPr id="2" name="Title Placeholder 1">
            <a:extLst>
              <a:ext uri="{FF2B5EF4-FFF2-40B4-BE49-F238E27FC236}">
                <a16:creationId xmlns:a16="http://schemas.microsoft.com/office/drawing/2014/main" id="{C72185E1-613C-FCB0-89FC-C3529FC254DF}"/>
              </a:ext>
            </a:extLst>
          </p:cNvPr>
          <p:cNvSpPr>
            <a:spLocks noGrp="1"/>
          </p:cNvSpPr>
          <p:nvPr>
            <p:ph type="title" hasCustomPrompt="1"/>
          </p:nvPr>
        </p:nvSpPr>
        <p:spPr>
          <a:xfrm>
            <a:off x="471539" y="1106577"/>
            <a:ext cx="3591179" cy="1640724"/>
          </a:xfrm>
          <a:prstGeom prst="rect">
            <a:avLst/>
          </a:prstGeom>
        </p:spPr>
        <p:txBody>
          <a:bodyPr vert="horz" lIns="91440" tIns="45720" rIns="91440" bIns="45720" rtlCol="0" anchor="t">
            <a:normAutofit/>
          </a:bodyPr>
          <a:lstStyle>
            <a:lvl1pPr>
              <a:defRPr>
                <a:solidFill>
                  <a:schemeClr val="bg1"/>
                </a:solidFill>
              </a:defRPr>
            </a:lvl1pPr>
          </a:lstStyle>
          <a:p>
            <a:r>
              <a:rPr lang="en-GB"/>
              <a:t>Title and text</a:t>
            </a:r>
            <a:endParaRPr lang="en-US"/>
          </a:p>
        </p:txBody>
      </p:sp>
      <p:cxnSp>
        <p:nvCxnSpPr>
          <p:cNvPr id="4" name="Straight Connector 3">
            <a:extLst>
              <a:ext uri="{FF2B5EF4-FFF2-40B4-BE49-F238E27FC236}">
                <a16:creationId xmlns:a16="http://schemas.microsoft.com/office/drawing/2014/main" id="{029306D2-2A2C-2752-8628-E478821D9BEE}"/>
              </a:ext>
            </a:extLst>
          </p:cNvPr>
          <p:cNvCxnSpPr>
            <a:cxnSpLocks/>
          </p:cNvCxnSpPr>
          <p:nvPr userDrawn="1"/>
        </p:nvCxnSpPr>
        <p:spPr>
          <a:xfrm>
            <a:off x="4185978" y="1212574"/>
            <a:ext cx="0" cy="4721087"/>
          </a:xfrm>
          <a:prstGeom prst="line">
            <a:avLst/>
          </a:prstGeom>
          <a:noFill/>
          <a:ln w="25400" cap="flat" cmpd="sng" algn="ctr">
            <a:gradFill>
              <a:gsLst>
                <a:gs pos="0">
                  <a:srgbClr val="43004C"/>
                </a:gs>
                <a:gs pos="21000">
                  <a:srgbClr val="AB0071"/>
                </a:gs>
                <a:gs pos="100000">
                  <a:srgbClr val="00D6C7"/>
                </a:gs>
                <a:gs pos="85000">
                  <a:srgbClr val="007DFF"/>
                </a:gs>
                <a:gs pos="64000">
                  <a:srgbClr val="952EFF"/>
                </a:gs>
                <a:gs pos="40000">
                  <a:srgbClr val="E433FF"/>
                </a:gs>
              </a:gsLst>
              <a:lin ang="5400000" scaled="1"/>
            </a:gradFill>
            <a:prstDash val="solid"/>
            <a:miter lim="800000"/>
          </a:ln>
          <a:effectLst/>
        </p:spPr>
      </p:cxnSp>
    </p:spTree>
    <p:extLst>
      <p:ext uri="{BB962C8B-B14F-4D97-AF65-F5344CB8AC3E}">
        <p14:creationId xmlns:p14="http://schemas.microsoft.com/office/powerpoint/2010/main" val="11839801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 2">
    <p:bg>
      <p:bgPr>
        <a:solidFill>
          <a:srgbClr val="161D26"/>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99250"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EYEBROW</a:t>
            </a:r>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86621"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3" name="Text Placeholder 21">
            <a:extLst>
              <a:ext uri="{FF2B5EF4-FFF2-40B4-BE49-F238E27FC236}">
                <a16:creationId xmlns:a16="http://schemas.microsoft.com/office/drawing/2014/main" id="{EFE7A93F-D4FC-8E79-7A97-3BD5405D783D}"/>
              </a:ext>
            </a:extLst>
          </p:cNvPr>
          <p:cNvSpPr>
            <a:spLocks noGrp="1"/>
          </p:cNvSpPr>
          <p:nvPr>
            <p:ph type="body" sz="quarter" idx="12" hasCustomPrompt="1"/>
          </p:nvPr>
        </p:nvSpPr>
        <p:spPr>
          <a:xfrm>
            <a:off x="5166144" y="1726451"/>
            <a:ext cx="6396066" cy="3878252"/>
          </a:xfrm>
          <a:prstGeom prst="rect">
            <a:avLst/>
          </a:prstGeom>
        </p:spPr>
        <p:txBody>
          <a:bodyPr/>
          <a:lstStyle>
            <a:lvl1pPr marL="342900" marR="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kumimoji="0" lang="en-US" sz="2000" b="0" u="none" strike="noStrike" kern="1200" cap="none" spc="0" normalizeH="0" baseline="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342900" marR="0" lvl="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a:pP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amet</a:t>
            </a: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elit</a:t>
            </a: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kumimoji="0" lang="en-US" sz="2000" b="0" u="none" strike="noStrike" kern="1200" cap="none" spc="0" normalizeH="0" baseline="0" noProof="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endParaRPr lang="en-US"/>
          </a:p>
        </p:txBody>
      </p:sp>
      <p:sp>
        <p:nvSpPr>
          <p:cNvPr id="2" name="Title Placeholder 1">
            <a:extLst>
              <a:ext uri="{FF2B5EF4-FFF2-40B4-BE49-F238E27FC236}">
                <a16:creationId xmlns:a16="http://schemas.microsoft.com/office/drawing/2014/main" id="{8D7FB630-9BEB-632E-FF46-39EDD9136D8A}"/>
              </a:ext>
            </a:extLst>
          </p:cNvPr>
          <p:cNvSpPr>
            <a:spLocks noGrp="1"/>
          </p:cNvSpPr>
          <p:nvPr>
            <p:ph type="title" hasCustomPrompt="1"/>
          </p:nvPr>
        </p:nvSpPr>
        <p:spPr>
          <a:xfrm>
            <a:off x="471539" y="2049517"/>
            <a:ext cx="3591179" cy="1640724"/>
          </a:xfrm>
          <a:prstGeom prst="rect">
            <a:avLst/>
          </a:prstGeom>
        </p:spPr>
        <p:txBody>
          <a:bodyPr vert="horz" lIns="91440" tIns="45720" rIns="91440" bIns="45720" rtlCol="0" anchor="t">
            <a:normAutofit/>
          </a:bodyPr>
          <a:lstStyle>
            <a:lvl1pPr>
              <a:defRPr>
                <a:solidFill>
                  <a:schemeClr val="bg1"/>
                </a:solidFill>
              </a:defRPr>
            </a:lvl1pPr>
          </a:lstStyle>
          <a:p>
            <a:r>
              <a:rPr lang="en-GB"/>
              <a:t>Title and text</a:t>
            </a:r>
            <a:endParaRPr lang="en-US"/>
          </a:p>
        </p:txBody>
      </p:sp>
      <p:cxnSp>
        <p:nvCxnSpPr>
          <p:cNvPr id="4" name="Straight Connector 3">
            <a:extLst>
              <a:ext uri="{FF2B5EF4-FFF2-40B4-BE49-F238E27FC236}">
                <a16:creationId xmlns:a16="http://schemas.microsoft.com/office/drawing/2014/main" id="{A0FEC57B-EBC3-8BC7-BD68-066721DD0A55}"/>
              </a:ext>
            </a:extLst>
          </p:cNvPr>
          <p:cNvCxnSpPr>
            <a:cxnSpLocks/>
          </p:cNvCxnSpPr>
          <p:nvPr userDrawn="1"/>
        </p:nvCxnSpPr>
        <p:spPr>
          <a:xfrm>
            <a:off x="4722692" y="1586429"/>
            <a:ext cx="0" cy="4018274"/>
          </a:xfrm>
          <a:prstGeom prst="line">
            <a:avLst/>
          </a:prstGeom>
          <a:noFill/>
          <a:ln w="25400" cap="flat" cmpd="sng" algn="ctr">
            <a:gradFill>
              <a:gsLst>
                <a:gs pos="0">
                  <a:srgbClr val="43004C"/>
                </a:gs>
                <a:gs pos="21000">
                  <a:srgbClr val="AB0071"/>
                </a:gs>
                <a:gs pos="100000">
                  <a:srgbClr val="00D6C7"/>
                </a:gs>
                <a:gs pos="85000">
                  <a:srgbClr val="007DFF"/>
                </a:gs>
                <a:gs pos="64000">
                  <a:srgbClr val="952EFF"/>
                </a:gs>
                <a:gs pos="40000">
                  <a:srgbClr val="E433FF"/>
                </a:gs>
              </a:gsLst>
              <a:lin ang="5400000" scaled="1"/>
            </a:gradFill>
            <a:prstDash val="solid"/>
            <a:miter lim="800000"/>
          </a:ln>
          <a:effectLst/>
        </p:spPr>
      </p:cxnSp>
    </p:spTree>
    <p:extLst>
      <p:ext uri="{BB962C8B-B14F-4D97-AF65-F5344CB8AC3E}">
        <p14:creationId xmlns:p14="http://schemas.microsoft.com/office/powerpoint/2010/main" val="35805401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3 points">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8401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456567"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2</a:t>
            </a:r>
          </a:p>
        </p:txBody>
      </p:sp>
      <p:sp>
        <p:nvSpPr>
          <p:cNvPr id="18" name="Text Placeholder 21">
            <a:extLst>
              <a:ext uri="{FF2B5EF4-FFF2-40B4-BE49-F238E27FC236}">
                <a16:creationId xmlns:a16="http://schemas.microsoft.com/office/drawing/2014/main" id="{4D93B6E7-8048-C338-5C72-FE30BD6E56A6}"/>
              </a:ext>
            </a:extLst>
          </p:cNvPr>
          <p:cNvSpPr>
            <a:spLocks noGrp="1"/>
          </p:cNvSpPr>
          <p:nvPr>
            <p:ph type="body" sz="quarter" idx="16" hasCustomPrompt="1"/>
          </p:nvPr>
        </p:nvSpPr>
        <p:spPr>
          <a:xfrm>
            <a:off x="80029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3</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839788"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456567"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6" name="Text Placeholder 23">
            <a:extLst>
              <a:ext uri="{FF2B5EF4-FFF2-40B4-BE49-F238E27FC236}">
                <a16:creationId xmlns:a16="http://schemas.microsoft.com/office/drawing/2014/main" id="{D0238D2F-7794-48FD-5C85-A87C72E7AD96}"/>
              </a:ext>
            </a:extLst>
          </p:cNvPr>
          <p:cNvSpPr>
            <a:spLocks noGrp="1"/>
          </p:cNvSpPr>
          <p:nvPr>
            <p:ph type="body" sz="quarter" idx="22" hasCustomPrompt="1"/>
          </p:nvPr>
        </p:nvSpPr>
        <p:spPr>
          <a:xfrm>
            <a:off x="8002991"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3" name="Title Placeholder 1">
            <a:extLst>
              <a:ext uri="{FF2B5EF4-FFF2-40B4-BE49-F238E27FC236}">
                <a16:creationId xmlns:a16="http://schemas.microsoft.com/office/drawing/2014/main" id="{20CA0403-D8D3-E480-D085-45EEF8BD3D6D}"/>
              </a:ext>
            </a:extLst>
          </p:cNvPr>
          <p:cNvSpPr>
            <a:spLocks noGrp="1"/>
          </p:cNvSpPr>
          <p:nvPr>
            <p:ph type="title" hasCustomPrompt="1"/>
          </p:nvPr>
        </p:nvSpPr>
        <p:spPr>
          <a:xfrm>
            <a:off x="819807" y="1550105"/>
            <a:ext cx="10551578" cy="530944"/>
          </a:xfrm>
          <a:prstGeom prst="rect">
            <a:avLst/>
          </a:prstGeom>
        </p:spPr>
        <p:txBody>
          <a:bodyPr vert="horz" lIns="91440" tIns="45720" rIns="91440" bIns="45720" rtlCol="0" anchor="t">
            <a:normAutofit/>
          </a:bodyPr>
          <a:lstStyle>
            <a:lvl1pPr algn="ctr">
              <a:defRPr>
                <a:solidFill>
                  <a:schemeClr val="bg1"/>
                </a:solidFill>
              </a:defRPr>
            </a:lvl1pPr>
          </a:lstStyle>
          <a:p>
            <a:r>
              <a:rPr lang="en-GB"/>
              <a:t>Title and 3 points content</a:t>
            </a:r>
            <a:endParaRPr lang="en-US"/>
          </a:p>
        </p:txBody>
      </p:sp>
    </p:spTree>
    <p:extLst>
      <p:ext uri="{BB962C8B-B14F-4D97-AF65-F5344CB8AC3E}">
        <p14:creationId xmlns:p14="http://schemas.microsoft.com/office/powerpoint/2010/main" val="19668471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2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67426"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648637"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2</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67426"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647900"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 name="Title Placeholder 1">
            <a:extLst>
              <a:ext uri="{FF2B5EF4-FFF2-40B4-BE49-F238E27FC236}">
                <a16:creationId xmlns:a16="http://schemas.microsoft.com/office/drawing/2014/main" id="{92F4508C-2F0D-27E2-2A69-699F49E2667B}"/>
              </a:ext>
            </a:extLst>
          </p:cNvPr>
          <p:cNvSpPr>
            <a:spLocks noGrp="1"/>
          </p:cNvSpPr>
          <p:nvPr>
            <p:ph type="title" hasCustomPrompt="1"/>
          </p:nvPr>
        </p:nvSpPr>
        <p:spPr>
          <a:xfrm>
            <a:off x="471539" y="1550104"/>
            <a:ext cx="10017785" cy="717713"/>
          </a:xfrm>
          <a:prstGeom prst="rect">
            <a:avLst/>
          </a:prstGeom>
        </p:spPr>
        <p:txBody>
          <a:bodyPr vert="horz" lIns="91440" tIns="45720" rIns="91440" bIns="45720" rtlCol="0" anchor="t">
            <a:normAutofit/>
          </a:bodyPr>
          <a:lstStyle>
            <a:lvl1pPr>
              <a:defRPr>
                <a:solidFill>
                  <a:schemeClr val="bg1"/>
                </a:solidFill>
              </a:defRPr>
            </a:lvl1pPr>
          </a:lstStyle>
          <a:p>
            <a:r>
              <a:rPr lang="en-GB"/>
              <a:t>Title and 2 column content</a:t>
            </a:r>
            <a:endParaRPr lang="en-US"/>
          </a:p>
        </p:txBody>
      </p:sp>
    </p:spTree>
    <p:extLst>
      <p:ext uri="{BB962C8B-B14F-4D97-AF65-F5344CB8AC3E}">
        <p14:creationId xmlns:p14="http://schemas.microsoft.com/office/powerpoint/2010/main" val="3579904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Subtitle">
    <p:bg>
      <p:bgPr>
        <a:solidFill>
          <a:srgbClr val="161D26"/>
        </a:solidFill>
        <a:effectLst/>
      </p:bgPr>
    </p:bg>
    <p:spTree>
      <p:nvGrpSpPr>
        <p:cNvPr id="1" name=""/>
        <p:cNvGrpSpPr/>
        <p:nvPr/>
      </p:nvGrpSpPr>
      <p:grpSpPr>
        <a:xfrm>
          <a:off x="0" y="0"/>
          <a:ext cx="0" cy="0"/>
          <a:chOff x="0" y="0"/>
          <a:chExt cx="0" cy="0"/>
        </a:xfrm>
      </p:grpSpPr>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1842447"/>
            <a:ext cx="5038766" cy="425810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
        <p:nvSpPr>
          <p:cNvPr id="2" name="Title Placeholder 1">
            <a:extLst>
              <a:ext uri="{FF2B5EF4-FFF2-40B4-BE49-F238E27FC236}">
                <a16:creationId xmlns:a16="http://schemas.microsoft.com/office/drawing/2014/main" id="{C74431A9-02A8-1CEF-BDF5-B421C3CFABC0}"/>
              </a:ext>
            </a:extLst>
          </p:cNvPr>
          <p:cNvSpPr>
            <a:spLocks noGrp="1"/>
          </p:cNvSpPr>
          <p:nvPr>
            <p:ph type="title" hasCustomPrompt="1"/>
          </p:nvPr>
        </p:nvSpPr>
        <p:spPr>
          <a:xfrm>
            <a:off x="502225" y="378881"/>
            <a:ext cx="10532792" cy="602503"/>
          </a:xfrm>
          <a:prstGeom prst="rect">
            <a:avLst/>
          </a:prstGeom>
        </p:spPr>
        <p:txBody>
          <a:bodyPr vert="horz" lIns="91440" tIns="45720" rIns="91440" bIns="45720" rtlCol="0" anchor="t">
            <a:normAutofit/>
          </a:bodyPr>
          <a:lstStyle>
            <a:lvl1pPr>
              <a:defRPr>
                <a:solidFill>
                  <a:schemeClr val="bg1"/>
                </a:solidFill>
              </a:defRPr>
            </a:lvl1pPr>
          </a:lstStyle>
          <a:p>
            <a:r>
              <a:rPr lang="en-GB" dirty="0"/>
              <a:t>Title, subtitle, and two column</a:t>
            </a:r>
            <a:endParaRPr lang="en-US" dirty="0"/>
          </a:p>
        </p:txBody>
      </p:sp>
      <p:sp>
        <p:nvSpPr>
          <p:cNvPr id="3" name="Text Placeholder 21">
            <a:extLst>
              <a:ext uri="{FF2B5EF4-FFF2-40B4-BE49-F238E27FC236}">
                <a16:creationId xmlns:a16="http://schemas.microsoft.com/office/drawing/2014/main" id="{FEF61C1D-9F0D-1627-6470-0253436BB09B}"/>
              </a:ext>
            </a:extLst>
          </p:cNvPr>
          <p:cNvSpPr>
            <a:spLocks noGrp="1"/>
          </p:cNvSpPr>
          <p:nvPr>
            <p:ph type="body" sz="quarter" idx="13" hasCustomPrompt="1"/>
          </p:nvPr>
        </p:nvSpPr>
        <p:spPr>
          <a:xfrm>
            <a:off x="502225" y="1148344"/>
            <a:ext cx="10532792" cy="366557"/>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Subtitle</a:t>
            </a:r>
          </a:p>
        </p:txBody>
      </p:sp>
      <p:sp>
        <p:nvSpPr>
          <p:cNvPr id="4" name="Text Placeholder 21">
            <a:extLst>
              <a:ext uri="{FF2B5EF4-FFF2-40B4-BE49-F238E27FC236}">
                <a16:creationId xmlns:a16="http://schemas.microsoft.com/office/drawing/2014/main" id="{63D7A478-413F-B07E-5E47-FB558DF84E79}"/>
              </a:ext>
            </a:extLst>
          </p:cNvPr>
          <p:cNvSpPr>
            <a:spLocks noGrp="1"/>
          </p:cNvSpPr>
          <p:nvPr>
            <p:ph type="body" sz="quarter" idx="14" hasCustomPrompt="1"/>
          </p:nvPr>
        </p:nvSpPr>
        <p:spPr>
          <a:xfrm>
            <a:off x="5996251" y="1842447"/>
            <a:ext cx="5038766" cy="425810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Tree>
    <p:extLst>
      <p:ext uri="{BB962C8B-B14F-4D97-AF65-F5344CB8AC3E}">
        <p14:creationId xmlns:p14="http://schemas.microsoft.com/office/powerpoint/2010/main" val="18774487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3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76109" y="2788213"/>
            <a:ext cx="2863866"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13296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2</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76110"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132968"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12" name="Text Placeholder 21">
            <a:extLst>
              <a:ext uri="{FF2B5EF4-FFF2-40B4-BE49-F238E27FC236}">
                <a16:creationId xmlns:a16="http://schemas.microsoft.com/office/drawing/2014/main" id="{0011CB6F-3F94-DC6A-29BB-1B7A0F3B8C71}"/>
              </a:ext>
            </a:extLst>
          </p:cNvPr>
          <p:cNvSpPr>
            <a:spLocks noGrp="1"/>
          </p:cNvSpPr>
          <p:nvPr>
            <p:ph type="body" sz="quarter" idx="22" hasCustomPrompt="1"/>
          </p:nvPr>
        </p:nvSpPr>
        <p:spPr>
          <a:xfrm>
            <a:off x="775165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3</a:t>
            </a:r>
          </a:p>
        </p:txBody>
      </p:sp>
      <p:sp>
        <p:nvSpPr>
          <p:cNvPr id="13" name="Text Placeholder 23">
            <a:extLst>
              <a:ext uri="{FF2B5EF4-FFF2-40B4-BE49-F238E27FC236}">
                <a16:creationId xmlns:a16="http://schemas.microsoft.com/office/drawing/2014/main" id="{D42DB03B-CCC9-C3A9-0E68-734ED9FAE2D3}"/>
              </a:ext>
            </a:extLst>
          </p:cNvPr>
          <p:cNvSpPr>
            <a:spLocks noGrp="1"/>
          </p:cNvSpPr>
          <p:nvPr>
            <p:ph type="body" sz="quarter" idx="23" hasCustomPrompt="1"/>
          </p:nvPr>
        </p:nvSpPr>
        <p:spPr>
          <a:xfrm>
            <a:off x="7751657" y="3624191"/>
            <a:ext cx="286386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 name="Title Placeholder 1">
            <a:extLst>
              <a:ext uri="{FF2B5EF4-FFF2-40B4-BE49-F238E27FC236}">
                <a16:creationId xmlns:a16="http://schemas.microsoft.com/office/drawing/2014/main" id="{40722561-B1E0-285A-4037-20636C591696}"/>
              </a:ext>
            </a:extLst>
          </p:cNvPr>
          <p:cNvSpPr>
            <a:spLocks noGrp="1"/>
          </p:cNvSpPr>
          <p:nvPr>
            <p:ph type="title" hasCustomPrompt="1"/>
          </p:nvPr>
        </p:nvSpPr>
        <p:spPr>
          <a:xfrm>
            <a:off x="471539" y="1550104"/>
            <a:ext cx="10017785" cy="717713"/>
          </a:xfrm>
          <a:prstGeom prst="rect">
            <a:avLst/>
          </a:prstGeom>
        </p:spPr>
        <p:txBody>
          <a:bodyPr vert="horz" lIns="91440" tIns="45720" rIns="91440" bIns="45720" rtlCol="0" anchor="t">
            <a:normAutofit/>
          </a:bodyPr>
          <a:lstStyle>
            <a:lvl1pPr>
              <a:defRPr>
                <a:solidFill>
                  <a:schemeClr val="bg1"/>
                </a:solidFill>
              </a:defRPr>
            </a:lvl1pPr>
          </a:lstStyle>
          <a:p>
            <a:r>
              <a:rPr lang="en-GB"/>
              <a:t>Title and 3 column content</a:t>
            </a:r>
            <a:endParaRPr lang="en-US"/>
          </a:p>
        </p:txBody>
      </p:sp>
    </p:spTree>
    <p:extLst>
      <p:ext uri="{BB962C8B-B14F-4D97-AF65-F5344CB8AC3E}">
        <p14:creationId xmlns:p14="http://schemas.microsoft.com/office/powerpoint/2010/main" val="18979566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2x2 column">
    <p:bg>
      <p:bgPr>
        <a:solidFill>
          <a:srgbClr val="161D26"/>
        </a:solidFill>
        <a:effectLst/>
      </p:bgPr>
    </p:bg>
    <p:spTree>
      <p:nvGrpSpPr>
        <p:cNvPr id="1" name=""/>
        <p:cNvGrpSpPr/>
        <p:nvPr/>
      </p:nvGrpSpPr>
      <p:grpSpPr>
        <a:xfrm>
          <a:off x="0" y="0"/>
          <a:ext cx="0" cy="0"/>
          <a:chOff x="0" y="0"/>
          <a:chExt cx="0" cy="0"/>
        </a:xfrm>
      </p:grpSpPr>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700356"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1</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700358"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2" name="Text Placeholder 21">
            <a:extLst>
              <a:ext uri="{FF2B5EF4-FFF2-40B4-BE49-F238E27FC236}">
                <a16:creationId xmlns:a16="http://schemas.microsoft.com/office/drawing/2014/main" id="{D7738712-33DD-CFDE-10D7-31F3F70DC871}"/>
              </a:ext>
            </a:extLst>
          </p:cNvPr>
          <p:cNvSpPr>
            <a:spLocks noGrp="1"/>
          </p:cNvSpPr>
          <p:nvPr>
            <p:ph type="body" sz="quarter" idx="24" hasCustomPrompt="1"/>
          </p:nvPr>
        </p:nvSpPr>
        <p:spPr>
          <a:xfrm>
            <a:off x="8108574"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2</a:t>
            </a:r>
          </a:p>
        </p:txBody>
      </p:sp>
      <p:sp>
        <p:nvSpPr>
          <p:cNvPr id="23" name="Text Placeholder 23">
            <a:extLst>
              <a:ext uri="{FF2B5EF4-FFF2-40B4-BE49-F238E27FC236}">
                <a16:creationId xmlns:a16="http://schemas.microsoft.com/office/drawing/2014/main" id="{C1F1EE16-B454-545C-69BE-7C3321C83F79}"/>
              </a:ext>
            </a:extLst>
          </p:cNvPr>
          <p:cNvSpPr>
            <a:spLocks noGrp="1"/>
          </p:cNvSpPr>
          <p:nvPr>
            <p:ph type="body" sz="quarter" idx="25" hasCustomPrompt="1"/>
          </p:nvPr>
        </p:nvSpPr>
        <p:spPr>
          <a:xfrm>
            <a:off x="8108576"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6" name="Text Placeholder 21">
            <a:extLst>
              <a:ext uri="{FF2B5EF4-FFF2-40B4-BE49-F238E27FC236}">
                <a16:creationId xmlns:a16="http://schemas.microsoft.com/office/drawing/2014/main" id="{6663C62C-AC24-84F5-051D-738253F7948C}"/>
              </a:ext>
            </a:extLst>
          </p:cNvPr>
          <p:cNvSpPr>
            <a:spLocks noGrp="1"/>
          </p:cNvSpPr>
          <p:nvPr>
            <p:ph type="body" sz="quarter" idx="26" hasCustomPrompt="1"/>
          </p:nvPr>
        </p:nvSpPr>
        <p:spPr>
          <a:xfrm>
            <a:off x="4700356"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3</a:t>
            </a:r>
          </a:p>
        </p:txBody>
      </p:sp>
      <p:sp>
        <p:nvSpPr>
          <p:cNvPr id="27" name="Text Placeholder 23">
            <a:extLst>
              <a:ext uri="{FF2B5EF4-FFF2-40B4-BE49-F238E27FC236}">
                <a16:creationId xmlns:a16="http://schemas.microsoft.com/office/drawing/2014/main" id="{A2C5E56C-1A90-63E7-1531-1E93392952D3}"/>
              </a:ext>
            </a:extLst>
          </p:cNvPr>
          <p:cNvSpPr>
            <a:spLocks noGrp="1"/>
          </p:cNvSpPr>
          <p:nvPr>
            <p:ph type="body" sz="quarter" idx="27" hasCustomPrompt="1"/>
          </p:nvPr>
        </p:nvSpPr>
        <p:spPr>
          <a:xfrm>
            <a:off x="4700358"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8" name="Text Placeholder 21">
            <a:extLst>
              <a:ext uri="{FF2B5EF4-FFF2-40B4-BE49-F238E27FC236}">
                <a16:creationId xmlns:a16="http://schemas.microsoft.com/office/drawing/2014/main" id="{6D94D881-186D-3B8B-5FE6-0629728AFA36}"/>
              </a:ext>
            </a:extLst>
          </p:cNvPr>
          <p:cNvSpPr>
            <a:spLocks noGrp="1"/>
          </p:cNvSpPr>
          <p:nvPr>
            <p:ph type="body" sz="quarter" idx="28" hasCustomPrompt="1"/>
          </p:nvPr>
        </p:nvSpPr>
        <p:spPr>
          <a:xfrm>
            <a:off x="8108574"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4</a:t>
            </a:r>
          </a:p>
        </p:txBody>
      </p:sp>
      <p:sp>
        <p:nvSpPr>
          <p:cNvPr id="29" name="Text Placeholder 23">
            <a:extLst>
              <a:ext uri="{FF2B5EF4-FFF2-40B4-BE49-F238E27FC236}">
                <a16:creationId xmlns:a16="http://schemas.microsoft.com/office/drawing/2014/main" id="{0714E946-886B-5901-56E0-B56EF06122E9}"/>
              </a:ext>
            </a:extLst>
          </p:cNvPr>
          <p:cNvSpPr>
            <a:spLocks noGrp="1"/>
          </p:cNvSpPr>
          <p:nvPr>
            <p:ph type="body" sz="quarter" idx="29" hasCustomPrompt="1"/>
          </p:nvPr>
        </p:nvSpPr>
        <p:spPr>
          <a:xfrm>
            <a:off x="8108576"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 name="Title Placeholder 1">
            <a:extLst>
              <a:ext uri="{FF2B5EF4-FFF2-40B4-BE49-F238E27FC236}">
                <a16:creationId xmlns:a16="http://schemas.microsoft.com/office/drawing/2014/main" id="{119BCE08-0ACB-1BED-327E-0D06457FB99B}"/>
              </a:ext>
            </a:extLst>
          </p:cNvPr>
          <p:cNvSpPr>
            <a:spLocks noGrp="1"/>
          </p:cNvSpPr>
          <p:nvPr>
            <p:ph type="title" hasCustomPrompt="1"/>
          </p:nvPr>
        </p:nvSpPr>
        <p:spPr>
          <a:xfrm>
            <a:off x="483200" y="1550104"/>
            <a:ext cx="3167943" cy="2780525"/>
          </a:xfrm>
          <a:prstGeom prst="rect">
            <a:avLst/>
          </a:prstGeom>
        </p:spPr>
        <p:txBody>
          <a:bodyPr vert="horz" lIns="91440" tIns="45720" rIns="91440" bIns="45720" rtlCol="0" anchor="t">
            <a:normAutofit/>
          </a:bodyPr>
          <a:lstStyle>
            <a:lvl1pPr>
              <a:defRPr>
                <a:solidFill>
                  <a:schemeClr val="bg1"/>
                </a:solidFill>
              </a:defRPr>
            </a:lvl1pPr>
          </a:lstStyle>
          <a:p>
            <a:r>
              <a:rPr lang="en-GB"/>
              <a:t>Title and 2x2 column content</a:t>
            </a:r>
            <a:endParaRPr lang="en-US"/>
          </a:p>
        </p:txBody>
      </p:sp>
    </p:spTree>
    <p:extLst>
      <p:ext uri="{BB962C8B-B14F-4D97-AF65-F5344CB8AC3E}">
        <p14:creationId xmlns:p14="http://schemas.microsoft.com/office/powerpoint/2010/main" val="42718952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2x2 column w boxes">
    <p:bg>
      <p:bgPr>
        <a:solidFill>
          <a:srgbClr val="161D26"/>
        </a:solidFill>
        <a:effectLst/>
      </p:bgPr>
    </p:bg>
    <p:spTree>
      <p:nvGrpSpPr>
        <p:cNvPr id="1" name=""/>
        <p:cNvGrpSpPr/>
        <p:nvPr/>
      </p:nvGrpSpPr>
      <p:grpSpPr>
        <a:xfrm>
          <a:off x="0" y="0"/>
          <a:ext cx="0" cy="0"/>
          <a:chOff x="0" y="0"/>
          <a:chExt cx="0" cy="0"/>
        </a:xfrm>
      </p:grpSpPr>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884862"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1</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884864"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1" name="Text Placeholder 21">
            <a:extLst>
              <a:ext uri="{FF2B5EF4-FFF2-40B4-BE49-F238E27FC236}">
                <a16:creationId xmlns:a16="http://schemas.microsoft.com/office/drawing/2014/main" id="{999EE95E-4EFC-FB7B-14F9-24CAB4FEEF5E}"/>
              </a:ext>
            </a:extLst>
          </p:cNvPr>
          <p:cNvSpPr>
            <a:spLocks noGrp="1"/>
          </p:cNvSpPr>
          <p:nvPr>
            <p:ph type="body" sz="quarter" idx="22" hasCustomPrompt="1"/>
          </p:nvPr>
        </p:nvSpPr>
        <p:spPr>
          <a:xfrm>
            <a:off x="4884862"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3</a:t>
            </a:r>
          </a:p>
        </p:txBody>
      </p:sp>
      <p:sp>
        <p:nvSpPr>
          <p:cNvPr id="24" name="Text Placeholder 23">
            <a:extLst>
              <a:ext uri="{FF2B5EF4-FFF2-40B4-BE49-F238E27FC236}">
                <a16:creationId xmlns:a16="http://schemas.microsoft.com/office/drawing/2014/main" id="{BF0138DD-073B-683F-F960-155017654C2E}"/>
              </a:ext>
            </a:extLst>
          </p:cNvPr>
          <p:cNvSpPr>
            <a:spLocks noGrp="1"/>
          </p:cNvSpPr>
          <p:nvPr>
            <p:ph type="body" sz="quarter" idx="23" hasCustomPrompt="1"/>
          </p:nvPr>
        </p:nvSpPr>
        <p:spPr>
          <a:xfrm>
            <a:off x="4884864"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31" name="Text Placeholder 21">
            <a:extLst>
              <a:ext uri="{FF2B5EF4-FFF2-40B4-BE49-F238E27FC236}">
                <a16:creationId xmlns:a16="http://schemas.microsoft.com/office/drawing/2014/main" id="{C18FBA74-DAAA-E129-8851-6CB983EB9051}"/>
              </a:ext>
            </a:extLst>
          </p:cNvPr>
          <p:cNvSpPr>
            <a:spLocks noGrp="1"/>
          </p:cNvSpPr>
          <p:nvPr>
            <p:ph type="body" sz="quarter" idx="24" hasCustomPrompt="1"/>
          </p:nvPr>
        </p:nvSpPr>
        <p:spPr>
          <a:xfrm>
            <a:off x="8019948"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2</a:t>
            </a:r>
          </a:p>
        </p:txBody>
      </p:sp>
      <p:sp>
        <p:nvSpPr>
          <p:cNvPr id="32" name="Text Placeholder 23">
            <a:extLst>
              <a:ext uri="{FF2B5EF4-FFF2-40B4-BE49-F238E27FC236}">
                <a16:creationId xmlns:a16="http://schemas.microsoft.com/office/drawing/2014/main" id="{C870C8EF-4B14-2D07-7D95-92D913A6076B}"/>
              </a:ext>
            </a:extLst>
          </p:cNvPr>
          <p:cNvSpPr>
            <a:spLocks noGrp="1"/>
          </p:cNvSpPr>
          <p:nvPr>
            <p:ph type="body" sz="quarter" idx="25" hasCustomPrompt="1"/>
          </p:nvPr>
        </p:nvSpPr>
        <p:spPr>
          <a:xfrm>
            <a:off x="8019950"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34" name="Text Placeholder 21">
            <a:extLst>
              <a:ext uri="{FF2B5EF4-FFF2-40B4-BE49-F238E27FC236}">
                <a16:creationId xmlns:a16="http://schemas.microsoft.com/office/drawing/2014/main" id="{183B6973-2CB8-4B71-D683-BC770EC99463}"/>
              </a:ext>
            </a:extLst>
          </p:cNvPr>
          <p:cNvSpPr>
            <a:spLocks noGrp="1"/>
          </p:cNvSpPr>
          <p:nvPr>
            <p:ph type="body" sz="quarter" idx="26" hasCustomPrompt="1"/>
          </p:nvPr>
        </p:nvSpPr>
        <p:spPr>
          <a:xfrm>
            <a:off x="8019948"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4</a:t>
            </a:r>
          </a:p>
        </p:txBody>
      </p:sp>
      <p:sp>
        <p:nvSpPr>
          <p:cNvPr id="35" name="Text Placeholder 23">
            <a:extLst>
              <a:ext uri="{FF2B5EF4-FFF2-40B4-BE49-F238E27FC236}">
                <a16:creationId xmlns:a16="http://schemas.microsoft.com/office/drawing/2014/main" id="{6E51BEE7-3A11-AEB2-1488-A173CF807879}"/>
              </a:ext>
            </a:extLst>
          </p:cNvPr>
          <p:cNvSpPr>
            <a:spLocks noGrp="1"/>
          </p:cNvSpPr>
          <p:nvPr>
            <p:ph type="body" sz="quarter" idx="27" hasCustomPrompt="1"/>
          </p:nvPr>
        </p:nvSpPr>
        <p:spPr>
          <a:xfrm>
            <a:off x="8019950"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 name="Title Placeholder 1">
            <a:extLst>
              <a:ext uri="{FF2B5EF4-FFF2-40B4-BE49-F238E27FC236}">
                <a16:creationId xmlns:a16="http://schemas.microsoft.com/office/drawing/2014/main" id="{32BFA4C5-1D61-90E9-CCF0-3D9045D979DC}"/>
              </a:ext>
            </a:extLst>
          </p:cNvPr>
          <p:cNvSpPr>
            <a:spLocks noGrp="1"/>
          </p:cNvSpPr>
          <p:nvPr>
            <p:ph type="title" hasCustomPrompt="1"/>
          </p:nvPr>
        </p:nvSpPr>
        <p:spPr>
          <a:xfrm>
            <a:off x="483200" y="1550104"/>
            <a:ext cx="3167943" cy="2780525"/>
          </a:xfrm>
          <a:prstGeom prst="rect">
            <a:avLst/>
          </a:prstGeom>
        </p:spPr>
        <p:txBody>
          <a:bodyPr vert="horz" lIns="91440" tIns="45720" rIns="91440" bIns="45720" rtlCol="0" anchor="t">
            <a:normAutofit/>
          </a:bodyPr>
          <a:lstStyle>
            <a:lvl1pPr>
              <a:defRPr>
                <a:solidFill>
                  <a:schemeClr val="bg1"/>
                </a:solidFill>
              </a:defRPr>
            </a:lvl1pPr>
          </a:lstStyle>
          <a:p>
            <a:r>
              <a:rPr lang="en-GB"/>
              <a:t>Title and 2x2 column content</a:t>
            </a:r>
            <a:endParaRPr lang="en-US"/>
          </a:p>
        </p:txBody>
      </p:sp>
      <p:sp>
        <p:nvSpPr>
          <p:cNvPr id="7" name="Rounded Rectangle 9">
            <a:extLst>
              <a:ext uri="{FF2B5EF4-FFF2-40B4-BE49-F238E27FC236}">
                <a16:creationId xmlns:a16="http://schemas.microsoft.com/office/drawing/2014/main" id="{E27F884B-5719-F56F-2D78-569DD098A44E}"/>
              </a:ext>
            </a:extLst>
          </p:cNvPr>
          <p:cNvSpPr/>
          <p:nvPr userDrawn="1"/>
        </p:nvSpPr>
        <p:spPr>
          <a:xfrm>
            <a:off x="4700565" y="1128216"/>
            <a:ext cx="2829066" cy="2300784"/>
          </a:xfrm>
          <a:prstGeom prst="roundRect">
            <a:avLst>
              <a:gd name="adj" fmla="val 8982"/>
            </a:avLst>
          </a:prstGeom>
          <a:solidFill>
            <a:srgbClr val="000000">
              <a:alpha val="29688"/>
            </a:srgbClr>
          </a:solidFill>
          <a:ln w="19050" cap="flat" cmpd="sng" algn="ctr">
            <a:gradFill flip="none" rotWithShape="1">
              <a:gsLst>
                <a:gs pos="0">
                  <a:srgbClr val="AB0071"/>
                </a:gs>
                <a:gs pos="100000">
                  <a:srgbClr val="952EFF"/>
                </a:gs>
                <a:gs pos="55000">
                  <a:srgbClr val="E433FF"/>
                </a:gs>
              </a:gsLst>
              <a:lin ang="2700000" scaled="1"/>
              <a:tileRect/>
            </a:gradFill>
            <a:prstDash val="solid"/>
            <a:miter lim="800000"/>
          </a:ln>
          <a:effectLst/>
        </p:spPr>
        <p:txBody>
          <a:bodyPr lIns="182880" tIns="91440" rIns="18288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8" name="Rounded Rectangle 19">
            <a:extLst>
              <a:ext uri="{FF2B5EF4-FFF2-40B4-BE49-F238E27FC236}">
                <a16:creationId xmlns:a16="http://schemas.microsoft.com/office/drawing/2014/main" id="{45697D3A-6CEF-9493-FE77-201A7DA0670D}"/>
              </a:ext>
            </a:extLst>
          </p:cNvPr>
          <p:cNvSpPr/>
          <p:nvPr userDrawn="1"/>
        </p:nvSpPr>
        <p:spPr>
          <a:xfrm>
            <a:off x="4700565" y="3728912"/>
            <a:ext cx="2829066" cy="2300784"/>
          </a:xfrm>
          <a:prstGeom prst="roundRect">
            <a:avLst>
              <a:gd name="adj" fmla="val 8982"/>
            </a:avLst>
          </a:prstGeom>
          <a:solidFill>
            <a:srgbClr val="000000">
              <a:alpha val="29688"/>
            </a:srgbClr>
          </a:solidFill>
          <a:ln w="19050" cap="flat" cmpd="sng" algn="ctr">
            <a:gradFill flip="none" rotWithShape="1">
              <a:gsLst>
                <a:gs pos="0">
                  <a:srgbClr val="AB0071"/>
                </a:gs>
                <a:gs pos="100000">
                  <a:srgbClr val="952EFF"/>
                </a:gs>
                <a:gs pos="55000">
                  <a:srgbClr val="E433FF"/>
                </a:gs>
              </a:gsLst>
              <a:lin ang="2700000" scaled="1"/>
              <a:tileRect/>
            </a:gradFill>
            <a:prstDash val="solid"/>
            <a:miter lim="800000"/>
          </a:ln>
          <a:effectLst/>
        </p:spPr>
        <p:txBody>
          <a:bodyPr lIns="182880" tIns="91440" rIns="18288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9" name="Rounded Rectangle 29">
            <a:extLst>
              <a:ext uri="{FF2B5EF4-FFF2-40B4-BE49-F238E27FC236}">
                <a16:creationId xmlns:a16="http://schemas.microsoft.com/office/drawing/2014/main" id="{3E86F720-3B53-4EB3-1C31-241DE68E3265}"/>
              </a:ext>
            </a:extLst>
          </p:cNvPr>
          <p:cNvSpPr/>
          <p:nvPr userDrawn="1"/>
        </p:nvSpPr>
        <p:spPr>
          <a:xfrm>
            <a:off x="7835651" y="1128216"/>
            <a:ext cx="2829066" cy="2300784"/>
          </a:xfrm>
          <a:prstGeom prst="roundRect">
            <a:avLst>
              <a:gd name="adj" fmla="val 8982"/>
            </a:avLst>
          </a:prstGeom>
          <a:solidFill>
            <a:srgbClr val="000000">
              <a:alpha val="29688"/>
            </a:srgbClr>
          </a:solidFill>
          <a:ln w="19050" cap="flat" cmpd="sng" algn="ctr">
            <a:gradFill flip="none" rotWithShape="1">
              <a:gsLst>
                <a:gs pos="0">
                  <a:srgbClr val="AB0071"/>
                </a:gs>
                <a:gs pos="100000">
                  <a:srgbClr val="952EFF"/>
                </a:gs>
                <a:gs pos="55000">
                  <a:srgbClr val="E433FF"/>
                </a:gs>
              </a:gsLst>
              <a:lin ang="2700000" scaled="1"/>
              <a:tileRect/>
            </a:gradFill>
            <a:prstDash val="solid"/>
            <a:miter lim="800000"/>
          </a:ln>
          <a:effectLst/>
        </p:spPr>
        <p:txBody>
          <a:bodyPr lIns="182880" tIns="91440" rIns="18288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11" name="Rounded Rectangle 32">
            <a:extLst>
              <a:ext uri="{FF2B5EF4-FFF2-40B4-BE49-F238E27FC236}">
                <a16:creationId xmlns:a16="http://schemas.microsoft.com/office/drawing/2014/main" id="{9831651A-47EB-5438-DB75-6D9F9367FD54}"/>
              </a:ext>
            </a:extLst>
          </p:cNvPr>
          <p:cNvSpPr/>
          <p:nvPr userDrawn="1"/>
        </p:nvSpPr>
        <p:spPr>
          <a:xfrm>
            <a:off x="7835651" y="3728912"/>
            <a:ext cx="2829066" cy="2300784"/>
          </a:xfrm>
          <a:prstGeom prst="roundRect">
            <a:avLst>
              <a:gd name="adj" fmla="val 8982"/>
            </a:avLst>
          </a:prstGeom>
          <a:solidFill>
            <a:srgbClr val="000000">
              <a:alpha val="29688"/>
            </a:srgbClr>
          </a:solidFill>
          <a:ln w="19050" cap="flat" cmpd="sng" algn="ctr">
            <a:gradFill flip="none" rotWithShape="1">
              <a:gsLst>
                <a:gs pos="0">
                  <a:srgbClr val="AB0071"/>
                </a:gs>
                <a:gs pos="100000">
                  <a:srgbClr val="952EFF"/>
                </a:gs>
                <a:gs pos="55000">
                  <a:srgbClr val="E433FF"/>
                </a:gs>
              </a:gsLst>
              <a:lin ang="2700000" scaled="1"/>
              <a:tileRect/>
            </a:gradFill>
            <a:prstDash val="solid"/>
            <a:miter lim="800000"/>
          </a:ln>
          <a:effectLst/>
        </p:spPr>
        <p:txBody>
          <a:bodyPr lIns="182880" tIns="91440" rIns="18288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mazon Ember Display"/>
              <a:ea typeface="+mn-ea"/>
              <a:cs typeface="+mn-cs"/>
            </a:endParaRPr>
          </a:p>
        </p:txBody>
      </p:sp>
    </p:spTree>
    <p:extLst>
      <p:ext uri="{BB962C8B-B14F-4D97-AF65-F5344CB8AC3E}">
        <p14:creationId xmlns:p14="http://schemas.microsoft.com/office/powerpoint/2010/main" val="14759272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p:bg>
      <p:bgPr>
        <a:solidFill>
          <a:srgbClr val="161D26"/>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48239"/>
            <a:ext cx="10664687" cy="3384550"/>
          </a:xfrm>
          <a:prstGeom prst="roundRect">
            <a:avLst>
              <a:gd name="adj" fmla="val 8562"/>
            </a:avLst>
          </a:prstGeom>
          <a:solidFill>
            <a:schemeClr val="bg2"/>
          </a:solidFill>
        </p:spPr>
        <p:txBody>
          <a:bodyPr/>
          <a:lstStyle>
            <a:lvl1pPr>
              <a:defRPr>
                <a:solidFill>
                  <a:schemeClr val="bg1"/>
                </a:solidFill>
              </a:defRPr>
            </a:lvl1pPr>
          </a:lstStyle>
          <a:p>
            <a:endParaRPr lang="en-US"/>
          </a:p>
        </p:txBody>
      </p:sp>
      <p:sp>
        <p:nvSpPr>
          <p:cNvPr id="2" name="Title Placeholder 1">
            <a:extLst>
              <a:ext uri="{FF2B5EF4-FFF2-40B4-BE49-F238E27FC236}">
                <a16:creationId xmlns:a16="http://schemas.microsoft.com/office/drawing/2014/main" id="{6030367B-F2DC-5732-2E15-51B06CBA6DF6}"/>
              </a:ext>
            </a:extLst>
          </p:cNvPr>
          <p:cNvSpPr>
            <a:spLocks noGrp="1"/>
          </p:cNvSpPr>
          <p:nvPr>
            <p:ph type="title" hasCustomPrompt="1"/>
          </p:nvPr>
        </p:nvSpPr>
        <p:spPr>
          <a:xfrm>
            <a:off x="763656" y="1532637"/>
            <a:ext cx="10607729" cy="530944"/>
          </a:xfrm>
          <a:prstGeom prst="rect">
            <a:avLst/>
          </a:prstGeom>
        </p:spPr>
        <p:txBody>
          <a:bodyPr vert="horz" lIns="91440" tIns="45720" rIns="91440" bIns="45720" rtlCol="0" anchor="t">
            <a:normAutofit/>
          </a:bodyPr>
          <a:lstStyle>
            <a:lvl1pPr algn="l">
              <a:defRPr>
                <a:solidFill>
                  <a:schemeClr val="bg1"/>
                </a:solidFill>
              </a:defRPr>
            </a:lvl1pPr>
          </a:lstStyle>
          <a:p>
            <a:r>
              <a:rPr lang="en-GB"/>
              <a:t>Title and image</a:t>
            </a:r>
            <a:endParaRPr lang="en-US"/>
          </a:p>
        </p:txBody>
      </p:sp>
    </p:spTree>
    <p:extLst>
      <p:ext uri="{BB962C8B-B14F-4D97-AF65-F5344CB8AC3E}">
        <p14:creationId xmlns:p14="http://schemas.microsoft.com/office/powerpoint/2010/main" val="42063022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de image">
    <p:bg>
      <p:bgPr>
        <a:solidFill>
          <a:srgbClr val="161D26"/>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06675"/>
            <a:ext cx="10664687" cy="3384550"/>
          </a:xfrm>
          <a:prstGeom prst="roundRect">
            <a:avLst>
              <a:gd name="adj" fmla="val 11870"/>
            </a:avLst>
          </a:prstGeom>
          <a:noFill/>
          <a:ln w="19050">
            <a:solidFill>
              <a:schemeClr val="bg2"/>
            </a:solidFill>
          </a:ln>
        </p:spPr>
        <p:txBody>
          <a:bodyPr/>
          <a:lstStyle>
            <a:lvl1pPr>
              <a:defRPr>
                <a:solidFill>
                  <a:schemeClr val="bg1"/>
                </a:solidFill>
              </a:defRPr>
            </a:lvl1pPr>
          </a:lstStyle>
          <a:p>
            <a:endParaRPr lang="en-US" dirty="0"/>
          </a:p>
        </p:txBody>
      </p:sp>
      <p:sp>
        <p:nvSpPr>
          <p:cNvPr id="5" name="Text Placeholder 21">
            <a:extLst>
              <a:ext uri="{FF2B5EF4-FFF2-40B4-BE49-F238E27FC236}">
                <a16:creationId xmlns:a16="http://schemas.microsoft.com/office/drawing/2014/main" id="{761B93CA-04D6-E74F-91FD-A35FAB4C3701}"/>
              </a:ext>
            </a:extLst>
          </p:cNvPr>
          <p:cNvSpPr>
            <a:spLocks noGrp="1"/>
          </p:cNvSpPr>
          <p:nvPr>
            <p:ph type="body" sz="quarter" idx="10" hasCustomPrompt="1"/>
          </p:nvPr>
        </p:nvSpPr>
        <p:spPr>
          <a:xfrm>
            <a:off x="486561" y="749209"/>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2" name="Title Placeholder 1">
            <a:extLst>
              <a:ext uri="{FF2B5EF4-FFF2-40B4-BE49-F238E27FC236}">
                <a16:creationId xmlns:a16="http://schemas.microsoft.com/office/drawing/2014/main" id="{61E43B64-26E4-91A6-696C-B89B026DC637}"/>
              </a:ext>
            </a:extLst>
          </p:cNvPr>
          <p:cNvSpPr>
            <a:spLocks noGrp="1"/>
          </p:cNvSpPr>
          <p:nvPr>
            <p:ph type="title" hasCustomPrompt="1"/>
          </p:nvPr>
        </p:nvSpPr>
        <p:spPr>
          <a:xfrm>
            <a:off x="486561" y="1112223"/>
            <a:ext cx="10607729" cy="530944"/>
          </a:xfrm>
          <a:prstGeom prst="rect">
            <a:avLst/>
          </a:prstGeom>
        </p:spPr>
        <p:txBody>
          <a:bodyPr vert="horz" lIns="91440" tIns="45720" rIns="91440" bIns="45720" rtlCol="0" anchor="t">
            <a:normAutofit/>
          </a:bodyPr>
          <a:lstStyle>
            <a:lvl1pPr algn="l">
              <a:defRPr>
                <a:solidFill>
                  <a:schemeClr val="bg1"/>
                </a:solidFill>
              </a:defRPr>
            </a:lvl1pPr>
          </a:lstStyle>
          <a:p>
            <a:r>
              <a:rPr lang="en-GB"/>
              <a:t>Title and code</a:t>
            </a:r>
            <a:endParaRPr lang="en-US"/>
          </a:p>
        </p:txBody>
      </p:sp>
    </p:spTree>
    <p:extLst>
      <p:ext uri="{BB962C8B-B14F-4D97-AF65-F5344CB8AC3E}">
        <p14:creationId xmlns:p14="http://schemas.microsoft.com/office/powerpoint/2010/main" val="4214181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de text">
    <p:bg>
      <p:bgPr>
        <a:solidFill>
          <a:srgbClr val="161D26"/>
        </a:solidFill>
        <a:effectLst/>
      </p:bgPr>
    </p:bg>
    <p:spTree>
      <p:nvGrpSpPr>
        <p:cNvPr id="1" name=""/>
        <p:cNvGrpSpPr/>
        <p:nvPr/>
      </p:nvGrpSpPr>
      <p:grpSpPr>
        <a:xfrm>
          <a:off x="0" y="0"/>
          <a:ext cx="0" cy="0"/>
          <a:chOff x="0" y="0"/>
          <a:chExt cx="0" cy="0"/>
        </a:xfrm>
      </p:grpSpPr>
      <p:sp>
        <p:nvSpPr>
          <p:cNvPr id="5" name="Text Placeholder 21">
            <a:extLst>
              <a:ext uri="{FF2B5EF4-FFF2-40B4-BE49-F238E27FC236}">
                <a16:creationId xmlns:a16="http://schemas.microsoft.com/office/drawing/2014/main" id="{761B93CA-04D6-E74F-91FD-A35FAB4C3701}"/>
              </a:ext>
            </a:extLst>
          </p:cNvPr>
          <p:cNvSpPr>
            <a:spLocks noGrp="1"/>
          </p:cNvSpPr>
          <p:nvPr>
            <p:ph type="body" sz="quarter" idx="10" hasCustomPrompt="1"/>
          </p:nvPr>
        </p:nvSpPr>
        <p:spPr>
          <a:xfrm>
            <a:off x="486561" y="749209"/>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2" name="Title Placeholder 1">
            <a:extLst>
              <a:ext uri="{FF2B5EF4-FFF2-40B4-BE49-F238E27FC236}">
                <a16:creationId xmlns:a16="http://schemas.microsoft.com/office/drawing/2014/main" id="{61E43B64-26E4-91A6-696C-B89B026DC637}"/>
              </a:ext>
            </a:extLst>
          </p:cNvPr>
          <p:cNvSpPr>
            <a:spLocks noGrp="1"/>
          </p:cNvSpPr>
          <p:nvPr>
            <p:ph type="title" hasCustomPrompt="1"/>
          </p:nvPr>
        </p:nvSpPr>
        <p:spPr>
          <a:xfrm>
            <a:off x="486561" y="1112223"/>
            <a:ext cx="10607729" cy="530944"/>
          </a:xfrm>
          <a:prstGeom prst="rect">
            <a:avLst/>
          </a:prstGeom>
        </p:spPr>
        <p:txBody>
          <a:bodyPr vert="horz" lIns="91440" tIns="45720" rIns="91440" bIns="45720" rtlCol="0" anchor="t">
            <a:normAutofit/>
          </a:bodyPr>
          <a:lstStyle>
            <a:lvl1pPr algn="l">
              <a:defRPr>
                <a:solidFill>
                  <a:schemeClr val="bg1"/>
                </a:solidFill>
              </a:defRPr>
            </a:lvl1pPr>
          </a:lstStyle>
          <a:p>
            <a:r>
              <a:rPr lang="en-GB" dirty="0"/>
              <a:t>Title and code text</a:t>
            </a:r>
            <a:endParaRPr lang="en-US" dirty="0"/>
          </a:p>
        </p:txBody>
      </p:sp>
      <p:sp>
        <p:nvSpPr>
          <p:cNvPr id="4" name="Content Placeholder 6">
            <a:extLst>
              <a:ext uri="{FF2B5EF4-FFF2-40B4-BE49-F238E27FC236}">
                <a16:creationId xmlns:a16="http://schemas.microsoft.com/office/drawing/2014/main" id="{5EE23111-5AE0-2708-F3C8-79E0410C6C0E}"/>
              </a:ext>
            </a:extLst>
          </p:cNvPr>
          <p:cNvSpPr>
            <a:spLocks noGrp="1"/>
          </p:cNvSpPr>
          <p:nvPr>
            <p:ph sz="quarter" idx="13" hasCustomPrompt="1"/>
          </p:nvPr>
        </p:nvSpPr>
        <p:spPr>
          <a:xfrm>
            <a:off x="763656" y="2614503"/>
            <a:ext cx="10664687" cy="3384550"/>
          </a:xfrm>
          <a:prstGeom prst="roundRect">
            <a:avLst>
              <a:gd name="adj" fmla="val 11705"/>
            </a:avLst>
          </a:prstGeom>
          <a:ln w="19050">
            <a:solidFill>
              <a:schemeClr val="bg2"/>
            </a:solidFill>
          </a:ln>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Code text</a:t>
            </a:r>
          </a:p>
        </p:txBody>
      </p:sp>
    </p:spTree>
    <p:extLst>
      <p:ext uri="{BB962C8B-B14F-4D97-AF65-F5344CB8AC3E}">
        <p14:creationId xmlns:p14="http://schemas.microsoft.com/office/powerpoint/2010/main" val="21027753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5022" y="694380"/>
            <a:ext cx="5346883" cy="5491468"/>
          </a:xfrm>
          <a:prstGeom prst="roundRect">
            <a:avLst>
              <a:gd name="adj" fmla="val 4675"/>
            </a:avLst>
          </a:prstGeom>
          <a:solidFill>
            <a:schemeClr val="bg2"/>
          </a:solidFill>
        </p:spPr>
        <p:txBody>
          <a:bodyPr/>
          <a:lstStyle>
            <a:lvl1pPr>
              <a:defRPr>
                <a:solidFill>
                  <a:schemeClr val="bg1"/>
                </a:solidFill>
              </a:defRPr>
            </a:lvl1pPr>
          </a:lstStyle>
          <a:p>
            <a:endParaRPr lang="en-US"/>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486061"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p>
          <a:p>
            <a:pPr lvl="0"/>
            <a:endParaRPr lang="en-US"/>
          </a:p>
        </p:txBody>
      </p:sp>
      <p:sp>
        <p:nvSpPr>
          <p:cNvPr id="2" name="Title Placeholder 1">
            <a:extLst>
              <a:ext uri="{FF2B5EF4-FFF2-40B4-BE49-F238E27FC236}">
                <a16:creationId xmlns:a16="http://schemas.microsoft.com/office/drawing/2014/main" id="{F40C62D6-9A76-B11D-63D8-2BAA50FC9538}"/>
              </a:ext>
            </a:extLst>
          </p:cNvPr>
          <p:cNvSpPr>
            <a:spLocks noGrp="1"/>
          </p:cNvSpPr>
          <p:nvPr>
            <p:ph type="title" hasCustomPrompt="1"/>
          </p:nvPr>
        </p:nvSpPr>
        <p:spPr>
          <a:xfrm>
            <a:off x="486060" y="1520848"/>
            <a:ext cx="3903878" cy="1411537"/>
          </a:xfrm>
          <a:prstGeom prst="rect">
            <a:avLst/>
          </a:prstGeom>
        </p:spPr>
        <p:txBody>
          <a:bodyPr vert="horz" lIns="91440" tIns="45720" rIns="91440" bIns="45720" rtlCol="0" anchor="t">
            <a:normAutofit/>
          </a:bodyPr>
          <a:lstStyle>
            <a:lvl1pPr>
              <a:defRPr>
                <a:solidFill>
                  <a:schemeClr val="bg1"/>
                </a:solidFill>
              </a:defRPr>
            </a:lvl1pPr>
          </a:lstStyle>
          <a:p>
            <a:r>
              <a:rPr lang="en-GB"/>
              <a:t>Title, content and image</a:t>
            </a:r>
            <a:endParaRPr lang="en-US"/>
          </a:p>
        </p:txBody>
      </p:sp>
    </p:spTree>
    <p:extLst>
      <p:ext uri="{BB962C8B-B14F-4D97-AF65-F5344CB8AC3E}">
        <p14:creationId xmlns:p14="http://schemas.microsoft.com/office/powerpoint/2010/main" val="1060238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and image_02">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lvl1pPr>
              <a:defRPr>
                <a:solidFill>
                  <a:schemeClr val="bg1"/>
                </a:solidFill>
              </a:defRPr>
            </a:lvl1pPr>
          </a:lstStyle>
          <a:p>
            <a:endParaRPr lang="en-US"/>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p>
          <a:p>
            <a:pPr lvl="0"/>
            <a:endParaRPr lang="en-US"/>
          </a:p>
        </p:txBody>
      </p:sp>
      <p:sp>
        <p:nvSpPr>
          <p:cNvPr id="2" name="Title Placeholder 1">
            <a:extLst>
              <a:ext uri="{FF2B5EF4-FFF2-40B4-BE49-F238E27FC236}">
                <a16:creationId xmlns:a16="http://schemas.microsoft.com/office/drawing/2014/main" id="{8D3C2B30-8192-7AAF-341C-09B96ED4DD62}"/>
              </a:ext>
            </a:extLst>
          </p:cNvPr>
          <p:cNvSpPr>
            <a:spLocks noGrp="1"/>
          </p:cNvSpPr>
          <p:nvPr>
            <p:ph type="title" hasCustomPrompt="1"/>
          </p:nvPr>
        </p:nvSpPr>
        <p:spPr>
          <a:xfrm>
            <a:off x="5865022" y="1520848"/>
            <a:ext cx="3903878" cy="1411537"/>
          </a:xfrm>
          <a:prstGeom prst="rect">
            <a:avLst/>
          </a:prstGeom>
        </p:spPr>
        <p:txBody>
          <a:bodyPr vert="horz" lIns="91440" tIns="45720" rIns="91440" bIns="45720" rtlCol="0" anchor="t">
            <a:normAutofit/>
          </a:bodyPr>
          <a:lstStyle>
            <a:lvl1pPr>
              <a:defRPr>
                <a:solidFill>
                  <a:schemeClr val="bg1"/>
                </a:solidFill>
              </a:defRPr>
            </a:lvl1pPr>
          </a:lstStyle>
          <a:p>
            <a:r>
              <a:rPr lang="en-GB"/>
              <a:t>Title, content and image</a:t>
            </a:r>
            <a:endParaRPr lang="en-US"/>
          </a:p>
        </p:txBody>
      </p:sp>
    </p:spTree>
    <p:extLst>
      <p:ext uri="{BB962C8B-B14F-4D97-AF65-F5344CB8AC3E}">
        <p14:creationId xmlns:p14="http://schemas.microsoft.com/office/powerpoint/2010/main" val="29683522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two columns, and image_">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lvl1pPr>
              <a:defRPr>
                <a:solidFill>
                  <a:schemeClr val="bg1"/>
                </a:solidFill>
              </a:defRPr>
            </a:lvl1pPr>
          </a:lstStyle>
          <a:p>
            <a:endParaRPr lang="en-US"/>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2458544"/>
            <a:ext cx="5422738" cy="66599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p>
          <a:p>
            <a:pPr lvl="0"/>
            <a:endParaRPr lang="en-US"/>
          </a:p>
        </p:txBody>
      </p:sp>
      <p:sp>
        <p:nvSpPr>
          <p:cNvPr id="3" name="Text Placeholder 21">
            <a:extLst>
              <a:ext uri="{FF2B5EF4-FFF2-40B4-BE49-F238E27FC236}">
                <a16:creationId xmlns:a16="http://schemas.microsoft.com/office/drawing/2014/main" id="{2149FBC2-7683-A9B2-46C5-5B57FB19189E}"/>
              </a:ext>
            </a:extLst>
          </p:cNvPr>
          <p:cNvSpPr>
            <a:spLocks noGrp="1"/>
          </p:cNvSpPr>
          <p:nvPr>
            <p:ph type="body" sz="quarter" idx="22" hasCustomPrompt="1"/>
          </p:nvPr>
        </p:nvSpPr>
        <p:spPr>
          <a:xfrm>
            <a:off x="5865021"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1</a:t>
            </a:r>
          </a:p>
        </p:txBody>
      </p:sp>
      <p:sp>
        <p:nvSpPr>
          <p:cNvPr id="4" name="Text Placeholder 23">
            <a:extLst>
              <a:ext uri="{FF2B5EF4-FFF2-40B4-BE49-F238E27FC236}">
                <a16:creationId xmlns:a16="http://schemas.microsoft.com/office/drawing/2014/main" id="{17EDA63C-3159-CA34-D4B9-9A79B9E9B3E2}"/>
              </a:ext>
            </a:extLst>
          </p:cNvPr>
          <p:cNvSpPr>
            <a:spLocks noGrp="1"/>
          </p:cNvSpPr>
          <p:nvPr>
            <p:ph type="body" sz="quarter" idx="23" hasCustomPrompt="1"/>
          </p:nvPr>
        </p:nvSpPr>
        <p:spPr>
          <a:xfrm>
            <a:off x="5865023"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5" name="Text Placeholder 21">
            <a:extLst>
              <a:ext uri="{FF2B5EF4-FFF2-40B4-BE49-F238E27FC236}">
                <a16:creationId xmlns:a16="http://schemas.microsoft.com/office/drawing/2014/main" id="{39D65247-30E9-1D1B-9BBF-08C0134797DF}"/>
              </a:ext>
            </a:extLst>
          </p:cNvPr>
          <p:cNvSpPr>
            <a:spLocks noGrp="1"/>
          </p:cNvSpPr>
          <p:nvPr>
            <p:ph type="body" sz="quarter" idx="26" hasCustomPrompt="1"/>
          </p:nvPr>
        </p:nvSpPr>
        <p:spPr>
          <a:xfrm>
            <a:off x="9000107"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Subtitle 2</a:t>
            </a:r>
          </a:p>
        </p:txBody>
      </p:sp>
      <p:sp>
        <p:nvSpPr>
          <p:cNvPr id="6" name="Text Placeholder 23">
            <a:extLst>
              <a:ext uri="{FF2B5EF4-FFF2-40B4-BE49-F238E27FC236}">
                <a16:creationId xmlns:a16="http://schemas.microsoft.com/office/drawing/2014/main" id="{F16989F6-4ED5-C533-8D96-71926EBC6E56}"/>
              </a:ext>
            </a:extLst>
          </p:cNvPr>
          <p:cNvSpPr>
            <a:spLocks noGrp="1"/>
          </p:cNvSpPr>
          <p:nvPr>
            <p:ph type="body" sz="quarter" idx="27" hasCustomPrompt="1"/>
          </p:nvPr>
        </p:nvSpPr>
        <p:spPr>
          <a:xfrm>
            <a:off x="9000109"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Pellent</a:t>
            </a:r>
            <a:r>
              <a:rPr lang="en-US"/>
              <a:t> </a:t>
            </a:r>
            <a:r>
              <a:rPr lang="en-US" err="1"/>
              <a:t>vulputate</a:t>
            </a:r>
            <a:r>
              <a:rPr lang="en-US"/>
              <a:t> </a:t>
            </a:r>
            <a:r>
              <a:rPr lang="en-US" err="1"/>
              <a:t>elit</a:t>
            </a:r>
            <a:endParaRPr lang="en-US"/>
          </a:p>
        </p:txBody>
      </p:sp>
      <p:sp>
        <p:nvSpPr>
          <p:cNvPr id="2" name="Title Placeholder 1">
            <a:extLst>
              <a:ext uri="{FF2B5EF4-FFF2-40B4-BE49-F238E27FC236}">
                <a16:creationId xmlns:a16="http://schemas.microsoft.com/office/drawing/2014/main" id="{C95E5804-38E0-D2B4-2E6E-40721B9E945D}"/>
              </a:ext>
            </a:extLst>
          </p:cNvPr>
          <p:cNvSpPr>
            <a:spLocks noGrp="1"/>
          </p:cNvSpPr>
          <p:nvPr>
            <p:ph type="title" hasCustomPrompt="1"/>
          </p:nvPr>
        </p:nvSpPr>
        <p:spPr>
          <a:xfrm>
            <a:off x="5865021" y="742540"/>
            <a:ext cx="3903878" cy="1411537"/>
          </a:xfrm>
          <a:prstGeom prst="rect">
            <a:avLst/>
          </a:prstGeom>
        </p:spPr>
        <p:txBody>
          <a:bodyPr vert="horz" lIns="91440" tIns="45720" rIns="91440" bIns="45720" rtlCol="0" anchor="t">
            <a:normAutofit/>
          </a:bodyPr>
          <a:lstStyle>
            <a:lvl1pPr>
              <a:defRPr>
                <a:solidFill>
                  <a:schemeClr val="bg1"/>
                </a:solidFill>
              </a:defRPr>
            </a:lvl1pPr>
          </a:lstStyle>
          <a:p>
            <a:r>
              <a:rPr lang="en-GB"/>
              <a:t>Title, content and image</a:t>
            </a:r>
            <a:endParaRPr lang="en-US"/>
          </a:p>
        </p:txBody>
      </p:sp>
    </p:spTree>
    <p:extLst>
      <p:ext uri="{BB962C8B-B14F-4D97-AF65-F5344CB8AC3E}">
        <p14:creationId xmlns:p14="http://schemas.microsoft.com/office/powerpoint/2010/main" val="3007069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and code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1304" y="694380"/>
            <a:ext cx="5346883" cy="5491468"/>
          </a:xfrm>
          <a:prstGeom prst="roundRect">
            <a:avLst>
              <a:gd name="adj" fmla="val 4675"/>
            </a:avLst>
          </a:prstGeom>
          <a:noFill/>
          <a:ln w="19050">
            <a:solidFill>
              <a:schemeClr val="bg2"/>
            </a:solidFill>
          </a:ln>
        </p:spPr>
        <p:txBody>
          <a:bodyPr/>
          <a:lstStyle>
            <a:lvl1pPr>
              <a:defRPr>
                <a:solidFill>
                  <a:schemeClr val="bg1"/>
                </a:solidFill>
              </a:defRPr>
            </a:lvl1pPr>
          </a:lstStyle>
          <a:p>
            <a:endParaRPr lang="en-US"/>
          </a:p>
        </p:txBody>
      </p:sp>
      <p:sp>
        <p:nvSpPr>
          <p:cNvPr id="2" name="Text Placeholder 21">
            <a:extLst>
              <a:ext uri="{FF2B5EF4-FFF2-40B4-BE49-F238E27FC236}">
                <a16:creationId xmlns:a16="http://schemas.microsoft.com/office/drawing/2014/main" id="{C2D34918-D686-3120-DEC4-3DC57586D1CD}"/>
              </a:ext>
            </a:extLst>
          </p:cNvPr>
          <p:cNvSpPr>
            <a:spLocks noGrp="1"/>
          </p:cNvSpPr>
          <p:nvPr>
            <p:ph type="body" sz="quarter" idx="10" hasCustomPrompt="1"/>
          </p:nvPr>
        </p:nvSpPr>
        <p:spPr>
          <a:xfrm>
            <a:off x="499248"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4" name="Text Placeholder 21">
            <a:extLst>
              <a:ext uri="{FF2B5EF4-FFF2-40B4-BE49-F238E27FC236}">
                <a16:creationId xmlns:a16="http://schemas.microsoft.com/office/drawing/2014/main" id="{D327B1D7-50B2-3252-1FA4-35AECAFF00EE}"/>
              </a:ext>
            </a:extLst>
          </p:cNvPr>
          <p:cNvSpPr>
            <a:spLocks noGrp="1"/>
          </p:cNvSpPr>
          <p:nvPr>
            <p:ph type="body" sz="quarter" idx="13" hasCustomPrompt="1"/>
          </p:nvPr>
        </p:nvSpPr>
        <p:spPr>
          <a:xfrm>
            <a:off x="486619"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5" name="Title Placeholder 1">
            <a:extLst>
              <a:ext uri="{FF2B5EF4-FFF2-40B4-BE49-F238E27FC236}">
                <a16:creationId xmlns:a16="http://schemas.microsoft.com/office/drawing/2014/main" id="{D7EEEC36-0B78-BA39-92BB-5E2C49CF4169}"/>
              </a:ext>
            </a:extLst>
          </p:cNvPr>
          <p:cNvSpPr>
            <a:spLocks noGrp="1"/>
          </p:cNvSpPr>
          <p:nvPr>
            <p:ph type="title" hasCustomPrompt="1"/>
          </p:nvPr>
        </p:nvSpPr>
        <p:spPr>
          <a:xfrm>
            <a:off x="486060" y="2213264"/>
            <a:ext cx="3591182" cy="1411537"/>
          </a:xfrm>
          <a:prstGeom prst="rect">
            <a:avLst/>
          </a:prstGeom>
        </p:spPr>
        <p:txBody>
          <a:bodyPr vert="horz" lIns="91440" tIns="45720" rIns="91440" bIns="45720" rtlCol="0" anchor="t">
            <a:normAutofit/>
          </a:bodyPr>
          <a:lstStyle>
            <a:lvl1pPr>
              <a:defRPr>
                <a:solidFill>
                  <a:schemeClr val="bg1"/>
                </a:solidFill>
              </a:defRPr>
            </a:lvl1pPr>
          </a:lstStyle>
          <a:p>
            <a:r>
              <a:rPr lang="en-GB"/>
              <a:t>Title and code</a:t>
            </a:r>
            <a:endParaRPr lang="en-US"/>
          </a:p>
        </p:txBody>
      </p:sp>
    </p:spTree>
    <p:extLst>
      <p:ext uri="{BB962C8B-B14F-4D97-AF65-F5344CB8AC3E}">
        <p14:creationId xmlns:p14="http://schemas.microsoft.com/office/powerpoint/2010/main" val="7478760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and code text">
    <p:bg>
      <p:bgPr>
        <a:solidFill>
          <a:srgbClr val="161D26"/>
        </a:solidFill>
        <a:effectLst/>
      </p:bgPr>
    </p:bg>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C2D34918-D686-3120-DEC4-3DC57586D1CD}"/>
              </a:ext>
            </a:extLst>
          </p:cNvPr>
          <p:cNvSpPr>
            <a:spLocks noGrp="1"/>
          </p:cNvSpPr>
          <p:nvPr>
            <p:ph type="body" sz="quarter" idx="10" hasCustomPrompt="1"/>
          </p:nvPr>
        </p:nvSpPr>
        <p:spPr>
          <a:xfrm>
            <a:off x="499248"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4" name="Text Placeholder 21">
            <a:extLst>
              <a:ext uri="{FF2B5EF4-FFF2-40B4-BE49-F238E27FC236}">
                <a16:creationId xmlns:a16="http://schemas.microsoft.com/office/drawing/2014/main" id="{D327B1D7-50B2-3252-1FA4-35AECAFF00EE}"/>
              </a:ext>
            </a:extLst>
          </p:cNvPr>
          <p:cNvSpPr>
            <a:spLocks noGrp="1"/>
          </p:cNvSpPr>
          <p:nvPr>
            <p:ph type="body" sz="quarter" idx="13" hasCustomPrompt="1"/>
          </p:nvPr>
        </p:nvSpPr>
        <p:spPr>
          <a:xfrm>
            <a:off x="486619"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chemeClr val="bg1"/>
                </a:solidFill>
                <a:effectLst/>
                <a:uLnTx/>
                <a:uFillTx/>
                <a:latin typeface="Amazon Ember Display"/>
                <a:ea typeface="+mn-ea"/>
                <a:cs typeface="+mn-cs"/>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5" name="Title Placeholder 1">
            <a:extLst>
              <a:ext uri="{FF2B5EF4-FFF2-40B4-BE49-F238E27FC236}">
                <a16:creationId xmlns:a16="http://schemas.microsoft.com/office/drawing/2014/main" id="{D7EEEC36-0B78-BA39-92BB-5E2C49CF4169}"/>
              </a:ext>
            </a:extLst>
          </p:cNvPr>
          <p:cNvSpPr>
            <a:spLocks noGrp="1"/>
          </p:cNvSpPr>
          <p:nvPr>
            <p:ph type="title" hasCustomPrompt="1"/>
          </p:nvPr>
        </p:nvSpPr>
        <p:spPr>
          <a:xfrm>
            <a:off x="486060" y="2213264"/>
            <a:ext cx="3591182" cy="1411537"/>
          </a:xfrm>
          <a:prstGeom prst="rect">
            <a:avLst/>
          </a:prstGeom>
        </p:spPr>
        <p:txBody>
          <a:bodyPr vert="horz" lIns="91440" tIns="45720" rIns="91440" bIns="45720" rtlCol="0" anchor="t">
            <a:normAutofit/>
          </a:bodyPr>
          <a:lstStyle>
            <a:lvl1pPr>
              <a:defRPr>
                <a:solidFill>
                  <a:schemeClr val="bg1"/>
                </a:solidFill>
              </a:defRPr>
            </a:lvl1pPr>
          </a:lstStyle>
          <a:p>
            <a:r>
              <a:rPr lang="en-GB" dirty="0"/>
              <a:t>Title and code text</a:t>
            </a:r>
            <a:endParaRPr lang="en-US" dirty="0"/>
          </a:p>
        </p:txBody>
      </p:sp>
      <p:sp>
        <p:nvSpPr>
          <p:cNvPr id="3" name="TextBox 2">
            <a:extLst>
              <a:ext uri="{FF2B5EF4-FFF2-40B4-BE49-F238E27FC236}">
                <a16:creationId xmlns:a16="http://schemas.microsoft.com/office/drawing/2014/main" id="{D202483F-496C-4B42-9A85-CCDDC872515A}"/>
              </a:ext>
            </a:extLst>
          </p:cNvPr>
          <p:cNvSpPr txBox="1"/>
          <p:nvPr userDrawn="1"/>
        </p:nvSpPr>
        <p:spPr>
          <a:xfrm>
            <a:off x="5860745" y="672152"/>
            <a:ext cx="5346883" cy="5513696"/>
          </a:xfrm>
          <a:prstGeom prst="roundRect">
            <a:avLst>
              <a:gd name="adj" fmla="val 5673"/>
            </a:avLst>
          </a:prstGeom>
          <a:ln w="19050">
            <a:solidFill>
              <a:schemeClr val="bg2"/>
            </a:solidFill>
          </a:ln>
        </p:spPr>
        <p:txBody>
          <a:bodyPr vert="horz" wrap="square" lIns="91440" tIns="45720" rIns="91440" bIns="45720" rtlCol="0" anchor="ctr">
            <a:normAutofit/>
          </a:bodyPr>
          <a:lstStyle/>
          <a:p>
            <a:pPr marL="0" marR="0" indent="0" algn="l" defTabSz="914400" rtl="0" eaLnBrk="1" fontAlgn="auto" latinLnBrk="0" hangingPunct="1">
              <a:lnSpc>
                <a:spcPct val="90000"/>
              </a:lnSpc>
              <a:spcBef>
                <a:spcPct val="0"/>
              </a:spcBef>
              <a:spcAft>
                <a:spcPts val="0"/>
              </a:spcAft>
              <a:buClrTx/>
              <a:buSzTx/>
              <a:buFontTx/>
              <a:buNone/>
              <a:tabLst/>
            </a:pPr>
            <a:r>
              <a:rPr kumimoji="0" lang="en-GB" sz="2000" b="0" i="0" u="none" strike="noStrike" kern="1200" cap="none" spc="0" normalizeH="0" baseline="0" noProof="0" dirty="0">
                <a:ln>
                  <a:noFill/>
                </a:ln>
                <a:solidFill>
                  <a:schemeClr val="bg1"/>
                </a:solidFill>
                <a:effectLst/>
                <a:uLnTx/>
                <a:uFillTx/>
                <a:latin typeface="Lucida Console" panose="020B0609040504020204" pitchFamily="49" charset="0"/>
                <a:ea typeface="Amazon Ember Display" panose="020F0603020204020204" pitchFamily="34" charset="0"/>
                <a:cs typeface="Amazon Ember Display" panose="020F0603020204020204" pitchFamily="34" charset="0"/>
              </a:rPr>
              <a:t>Code text</a:t>
            </a:r>
          </a:p>
        </p:txBody>
      </p:sp>
    </p:spTree>
    <p:extLst>
      <p:ext uri="{BB962C8B-B14F-4D97-AF65-F5344CB8AC3E}">
        <p14:creationId xmlns:p14="http://schemas.microsoft.com/office/powerpoint/2010/main" val="18611625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128015" y="0"/>
            <a:ext cx="12320016" cy="6858000"/>
          </a:xfrm>
          <a:prstGeom prst="roundRect">
            <a:avLst>
              <a:gd name="adj" fmla="val 0"/>
            </a:avLst>
          </a:prstGeom>
          <a:solidFill>
            <a:schemeClr val="bg2"/>
          </a:solidFill>
        </p:spPr>
        <p:txBody>
          <a:bodyPr/>
          <a:lstStyle/>
          <a:p>
            <a:endParaRPr lang="en-US"/>
          </a:p>
        </p:txBody>
      </p:sp>
    </p:spTree>
    <p:extLst>
      <p:ext uri="{BB962C8B-B14F-4D97-AF65-F5344CB8AC3E}">
        <p14:creationId xmlns:p14="http://schemas.microsoft.com/office/powerpoint/2010/main" val="40419094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161D2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1FD8A6-BD95-FFAA-2064-9DC67488DB00}"/>
              </a:ext>
            </a:extLst>
          </p:cNvPr>
          <p:cNvSpPr>
            <a:spLocks noGrp="1"/>
          </p:cNvSpPr>
          <p:nvPr>
            <p:ph type="title" hasCustomPrompt="1"/>
          </p:nvPr>
        </p:nvSpPr>
        <p:spPr>
          <a:xfrm>
            <a:off x="486566" y="650191"/>
            <a:ext cx="10607729" cy="530944"/>
          </a:xfrm>
          <a:prstGeom prst="rect">
            <a:avLst/>
          </a:prstGeom>
        </p:spPr>
        <p:txBody>
          <a:bodyPr vert="horz" lIns="91440" tIns="45720" rIns="91440" bIns="45720" rtlCol="0" anchor="t">
            <a:normAutofit/>
          </a:bodyPr>
          <a:lstStyle>
            <a:lvl1pPr algn="l">
              <a:defRPr>
                <a:solidFill>
                  <a:schemeClr val="bg1"/>
                </a:solidFill>
              </a:defRPr>
            </a:lvl1pPr>
          </a:lstStyle>
          <a:p>
            <a:r>
              <a:rPr lang="en-GB"/>
              <a:t>Title only slide</a:t>
            </a:r>
            <a:endParaRPr lang="en-US"/>
          </a:p>
        </p:txBody>
      </p:sp>
    </p:spTree>
    <p:extLst>
      <p:ext uri="{BB962C8B-B14F-4D97-AF65-F5344CB8AC3E}">
        <p14:creationId xmlns:p14="http://schemas.microsoft.com/office/powerpoint/2010/main" val="2669923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_Colo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9CF5A3-1D2A-F282-6F80-1A6CB0F7E3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8" y="537277"/>
            <a:ext cx="835752" cy="499786"/>
          </a:xfrm>
          <a:prstGeom prst="rect">
            <a:avLst/>
          </a:prstGeom>
        </p:spPr>
      </p:pic>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3"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dirty="0"/>
              <a:t>Author</a:t>
            </a:r>
          </a:p>
          <a:p>
            <a:pPr lvl="0"/>
            <a:r>
              <a:rPr lang="en-US" dirty="0"/>
              <a:t>Source</a:t>
            </a:r>
          </a:p>
        </p:txBody>
      </p:sp>
      <p:sp>
        <p:nvSpPr>
          <p:cNvPr id="2" name="Title Placeholder 1">
            <a:extLst>
              <a:ext uri="{FF2B5EF4-FFF2-40B4-BE49-F238E27FC236}">
                <a16:creationId xmlns:a16="http://schemas.microsoft.com/office/drawing/2014/main" id="{DE54CC71-9D84-7178-429D-8AB7925B22D2}"/>
              </a:ext>
            </a:extLst>
          </p:cNvPr>
          <p:cNvSpPr>
            <a:spLocks noGrp="1"/>
          </p:cNvSpPr>
          <p:nvPr>
            <p:ph type="title" hasCustomPrompt="1"/>
          </p:nvPr>
        </p:nvSpPr>
        <p:spPr>
          <a:xfrm>
            <a:off x="485393" y="1689275"/>
            <a:ext cx="10298221" cy="3125036"/>
          </a:xfrm>
          <a:prstGeom prst="rect">
            <a:avLst/>
          </a:prstGeom>
        </p:spPr>
        <p:txBody>
          <a:bodyPr vert="horz" lIns="91440" tIns="45720" rIns="91440" bIns="45720" rtlCol="0" anchor="t">
            <a:normAutofit/>
          </a:bodyPr>
          <a:lstStyle>
            <a:lvl1pPr algn="l">
              <a:defRPr>
                <a:solidFill>
                  <a:schemeClr val="bg1"/>
                </a:solidFill>
              </a:defRPr>
            </a:lvl1pPr>
          </a:lstStyle>
          <a:p>
            <a:r>
              <a:rPr lang="en-GB"/>
              <a:t>“Quote goes here.”</a:t>
            </a:r>
            <a:endParaRPr lang="en-US"/>
          </a:p>
        </p:txBody>
      </p:sp>
      <p:sp>
        <p:nvSpPr>
          <p:cNvPr id="3" name="TextBox 3">
            <a:extLst>
              <a:ext uri="{FF2B5EF4-FFF2-40B4-BE49-F238E27FC236}">
                <a16:creationId xmlns:a16="http://schemas.microsoft.com/office/drawing/2014/main" id="{59A5D65F-7456-9069-1EE5-2F575483C01F}"/>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22691405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_Mon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437687-5DF0-1D81-925D-844EE787EEB9}"/>
              </a:ext>
            </a:extLst>
          </p:cNvPr>
          <p:cNvSpPr/>
          <p:nvPr userDrawn="1"/>
        </p:nvSpPr>
        <p:spPr>
          <a:xfrm>
            <a:off x="0" y="0"/>
            <a:ext cx="12192000" cy="6858000"/>
          </a:xfrm>
          <a:prstGeom prst="rect">
            <a:avLst/>
          </a:prstGeom>
          <a:solidFill>
            <a:srgbClr val="151D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bg1"/>
              </a:solidFill>
            </a:endParaRPr>
          </a:p>
        </p:txBody>
      </p:sp>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7159" y="537277"/>
            <a:ext cx="835752" cy="499786"/>
          </a:xfrm>
          <a:prstGeom prst="rect">
            <a:avLst/>
          </a:prstGeom>
        </p:spPr>
      </p:pic>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4"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chemeClr val="bg1"/>
                </a:solidFill>
                <a:effectLst/>
                <a:uLnTx/>
                <a:uFillTx/>
                <a:latin typeface="Amazon Ember Display"/>
                <a:ea typeface="+mn-ea"/>
                <a:cs typeface="+mn-cs"/>
              </a:defRPr>
            </a:lvl1pPr>
          </a:lstStyle>
          <a:p>
            <a:pPr lvl="0"/>
            <a:r>
              <a:rPr lang="en-US"/>
              <a:t>Author</a:t>
            </a:r>
          </a:p>
          <a:p>
            <a:pPr lvl="0"/>
            <a:r>
              <a:rPr lang="en-US"/>
              <a:t>Source</a:t>
            </a:r>
          </a:p>
        </p:txBody>
      </p:sp>
      <p:sp>
        <p:nvSpPr>
          <p:cNvPr id="3" name="Title Placeholder 1">
            <a:extLst>
              <a:ext uri="{FF2B5EF4-FFF2-40B4-BE49-F238E27FC236}">
                <a16:creationId xmlns:a16="http://schemas.microsoft.com/office/drawing/2014/main" id="{A163343E-0538-E787-F23A-883442D48916}"/>
              </a:ext>
            </a:extLst>
          </p:cNvPr>
          <p:cNvSpPr>
            <a:spLocks noGrp="1"/>
          </p:cNvSpPr>
          <p:nvPr>
            <p:ph type="title" hasCustomPrompt="1"/>
          </p:nvPr>
        </p:nvSpPr>
        <p:spPr>
          <a:xfrm>
            <a:off x="485393" y="1689275"/>
            <a:ext cx="10298221" cy="3125036"/>
          </a:xfrm>
          <a:prstGeom prst="rect">
            <a:avLst/>
          </a:prstGeom>
        </p:spPr>
        <p:txBody>
          <a:bodyPr vert="horz" lIns="91440" tIns="45720" rIns="91440" bIns="45720" rtlCol="0" anchor="t">
            <a:normAutofit/>
          </a:bodyPr>
          <a:lstStyle>
            <a:lvl1pPr algn="l">
              <a:defRPr>
                <a:solidFill>
                  <a:schemeClr val="bg1"/>
                </a:solidFill>
              </a:defRPr>
            </a:lvl1pPr>
          </a:lstStyle>
          <a:p>
            <a:r>
              <a:rPr lang="en-GB"/>
              <a:t>“Quote goes here.”</a:t>
            </a:r>
            <a:endParaRPr lang="en-US"/>
          </a:p>
        </p:txBody>
      </p:sp>
      <p:sp>
        <p:nvSpPr>
          <p:cNvPr id="4" name="TextBox 3">
            <a:extLst>
              <a:ext uri="{FF2B5EF4-FFF2-40B4-BE49-F238E27FC236}">
                <a16:creationId xmlns:a16="http://schemas.microsoft.com/office/drawing/2014/main" id="{6425F765-65AE-D4F2-DC4F-AC1DEAC70891}"/>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28188622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Skill Buil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CCBC6B-D110-CBDD-54ED-405A5EDDB6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9" cy="6857999"/>
          </a:xfrm>
          <a:prstGeom prst="rect">
            <a:avLst/>
          </a:prstGeom>
        </p:spPr>
      </p:pic>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
        <p:nvSpPr>
          <p:cNvPr id="2" name="TextBox 1">
            <a:extLst>
              <a:ext uri="{FF2B5EF4-FFF2-40B4-BE49-F238E27FC236}">
                <a16:creationId xmlns:a16="http://schemas.microsoft.com/office/drawing/2014/main" id="{145E0592-D2D0-C32F-F43E-2374761E3AAE}"/>
              </a:ext>
            </a:extLst>
          </p:cNvPr>
          <p:cNvSpPr txBox="1"/>
          <p:nvPr userDrawn="1"/>
        </p:nvSpPr>
        <p:spPr>
          <a:xfrm>
            <a:off x="304800" y="826379"/>
            <a:ext cx="3231216" cy="492443"/>
          </a:xfrm>
          <a:prstGeom prst="rect">
            <a:avLst/>
          </a:prstGeom>
          <a:noFill/>
        </p:spPr>
        <p:txBody>
          <a:bodyPr wrap="square" lIns="0" tIns="0" rIns="0" bIns="0" rtlCol="0">
            <a:spAutoFit/>
          </a:bodyPr>
          <a:lstStyle/>
          <a:p>
            <a:r>
              <a:rPr lang="en-US" sz="3200" u="none" strike="noStrike" dirty="0">
                <a:solidFill>
                  <a:schemeClr val="bg1"/>
                </a:solidFill>
                <a:effectLst/>
                <a:latin typeface="+mn-lt"/>
                <a:ea typeface="Amazon Ember Light" panose="020B0403020204020204" pitchFamily="34" charset="0"/>
                <a:cs typeface="Amazon Ember Light" panose="020B0403020204020204" pitchFamily="34" charset="0"/>
              </a:rPr>
              <a:t>skillbuilder.aws</a:t>
            </a:r>
            <a:endParaRPr lang="en-US" sz="3200" dirty="0">
              <a:solidFill>
                <a:schemeClr val="bg1"/>
              </a:solidFill>
              <a:latin typeface="+mn-lt"/>
              <a:ea typeface="Amazon Ember Light" panose="020B0403020204020204" pitchFamily="34" charset="0"/>
              <a:cs typeface="Amazon Ember Light" panose="020B0403020204020204" pitchFamily="34" charset="0"/>
            </a:endParaRPr>
          </a:p>
        </p:txBody>
      </p:sp>
      <p:pic>
        <p:nvPicPr>
          <p:cNvPr id="6" name="Graphic 5">
            <a:extLst>
              <a:ext uri="{FF2B5EF4-FFF2-40B4-BE49-F238E27FC236}">
                <a16:creationId xmlns:a16="http://schemas.microsoft.com/office/drawing/2014/main" id="{B7135B47-9754-D7AA-B00B-4F48B5D84DD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41130" y="311051"/>
            <a:ext cx="1389772" cy="1389772"/>
          </a:xfrm>
          <a:prstGeom prst="rect">
            <a:avLst/>
          </a:prstGeom>
        </p:spPr>
      </p:pic>
      <p:sp>
        <p:nvSpPr>
          <p:cNvPr id="8" name="Title 2">
            <a:extLst>
              <a:ext uri="{FF2B5EF4-FFF2-40B4-BE49-F238E27FC236}">
                <a16:creationId xmlns:a16="http://schemas.microsoft.com/office/drawing/2014/main" id="{16123F1F-F820-758B-7FA0-0E7C83E9C693}"/>
              </a:ext>
            </a:extLst>
          </p:cNvPr>
          <p:cNvSpPr txBox="1">
            <a:spLocks/>
          </p:cNvSpPr>
          <p:nvPr userDrawn="1"/>
        </p:nvSpPr>
        <p:spPr>
          <a:xfrm>
            <a:off x="304800" y="3067050"/>
            <a:ext cx="5132173" cy="2053590"/>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4400" kern="1200" spc="-100" baseline="0">
                <a:solidFill>
                  <a:schemeClr val="tx1"/>
                </a:solidFill>
                <a:latin typeface="+mj-lt"/>
                <a:ea typeface="+mj-ea"/>
                <a:cs typeface="+mj-cs"/>
              </a:defRPr>
            </a:lvl1pPr>
          </a:lstStyle>
          <a:p>
            <a:r>
              <a:rPr lang="en-US" sz="4000" b="0" i="0" dirty="0">
                <a:solidFill>
                  <a:schemeClr val="bg1"/>
                </a:solidFill>
                <a:effectLst/>
                <a:latin typeface="+mn-lt"/>
                <a:ea typeface="Amazon Ember Light" panose="020B0403020204020204" pitchFamily="34" charset="0"/>
                <a:cs typeface="Amazon Ember Light" panose="020B0403020204020204" pitchFamily="34" charset="0"/>
              </a:rPr>
              <a:t>Create a free account on AWS Skill Builder to gain in-demand skills </a:t>
            </a:r>
            <a:endParaRPr lang="en-US" sz="4000" b="1" dirty="0">
              <a:solidFill>
                <a:schemeClr val="bg1"/>
              </a:solidFill>
              <a:latin typeface="+mn-lt"/>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2037280943"/>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Thank you">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F4E6313-2A76-12C5-B29A-96754EDB0B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 name="Title Placeholder 1">
            <a:extLst>
              <a:ext uri="{FF2B5EF4-FFF2-40B4-BE49-F238E27FC236}">
                <a16:creationId xmlns:a16="http://schemas.microsoft.com/office/drawing/2014/main" id="{BC441C24-A61E-AF73-E70F-10ED3ADB761A}"/>
              </a:ext>
            </a:extLst>
          </p:cNvPr>
          <p:cNvSpPr>
            <a:spLocks noGrp="1"/>
          </p:cNvSpPr>
          <p:nvPr>
            <p:ph type="title" hasCustomPrompt="1"/>
          </p:nvPr>
        </p:nvSpPr>
        <p:spPr>
          <a:xfrm>
            <a:off x="485393" y="3012570"/>
            <a:ext cx="10298221" cy="832859"/>
          </a:xfrm>
          <a:prstGeom prst="rect">
            <a:avLst/>
          </a:prstGeom>
        </p:spPr>
        <p:txBody>
          <a:bodyPr vert="horz" lIns="91440" tIns="45720" rIns="91440" bIns="45720" rtlCol="0" anchor="t">
            <a:noAutofit/>
          </a:bodyPr>
          <a:lstStyle>
            <a:lvl1pPr algn="l">
              <a:defRPr sz="6000">
                <a:solidFill>
                  <a:schemeClr val="bg1"/>
                </a:solidFill>
              </a:defRPr>
            </a:lvl1pPr>
          </a:lstStyle>
          <a:p>
            <a:r>
              <a:rPr lang="en-GB"/>
              <a:t>Thank you</a:t>
            </a:r>
            <a:endParaRPr lang="en-US"/>
          </a:p>
        </p:txBody>
      </p:sp>
      <p:sp>
        <p:nvSpPr>
          <p:cNvPr id="3" name="TextBox 3">
            <a:extLst>
              <a:ext uri="{FF2B5EF4-FFF2-40B4-BE49-F238E27FC236}">
                <a16:creationId xmlns:a16="http://schemas.microsoft.com/office/drawing/2014/main" id="{0B8FBF2B-1908-42DA-BD81-993FAEBDEC0A}"/>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39864682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Thank you &amp; QR co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7DFFD9-9768-7F4F-325A-55B91800B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2" name="Picture Placeholder 5">
            <a:extLst>
              <a:ext uri="{FF2B5EF4-FFF2-40B4-BE49-F238E27FC236}">
                <a16:creationId xmlns:a16="http://schemas.microsoft.com/office/drawing/2014/main" id="{5BCCF298-6D9D-5A97-1E1D-174718DACAD0}"/>
              </a:ext>
            </a:extLst>
          </p:cNvPr>
          <p:cNvSpPr>
            <a:spLocks noGrp="1"/>
          </p:cNvSpPr>
          <p:nvPr>
            <p:ph type="pic" sz="quarter" idx="12"/>
          </p:nvPr>
        </p:nvSpPr>
        <p:spPr>
          <a:xfrm>
            <a:off x="9019310" y="3315305"/>
            <a:ext cx="2147455" cy="2205524"/>
          </a:xfrm>
          <a:prstGeom prst="roundRect">
            <a:avLst>
              <a:gd name="adj" fmla="val 10690"/>
            </a:avLst>
          </a:prstGeom>
          <a:noFill/>
          <a:ln w="19050">
            <a:solidFill>
              <a:schemeClr val="bg2"/>
            </a:solidFill>
          </a:ln>
        </p:spPr>
        <p:txBody>
          <a:bodyPr/>
          <a:lstStyle/>
          <a:p>
            <a:endParaRPr lang="en-US"/>
          </a:p>
        </p:txBody>
      </p:sp>
      <p:sp>
        <p:nvSpPr>
          <p:cNvPr id="4" name="Rectangle 3">
            <a:extLst>
              <a:ext uri="{FF2B5EF4-FFF2-40B4-BE49-F238E27FC236}">
                <a16:creationId xmlns:a16="http://schemas.microsoft.com/office/drawing/2014/main" id="{DE9B5CF1-1E94-FD3E-C799-A79FB9849C42}"/>
              </a:ext>
            </a:extLst>
          </p:cNvPr>
          <p:cNvSpPr/>
          <p:nvPr userDrawn="1"/>
        </p:nvSpPr>
        <p:spPr>
          <a:xfrm>
            <a:off x="8673922" y="5669248"/>
            <a:ext cx="3519842"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3" name="TextBox 3">
            <a:extLst>
              <a:ext uri="{FF2B5EF4-FFF2-40B4-BE49-F238E27FC236}">
                <a16:creationId xmlns:a16="http://schemas.microsoft.com/office/drawing/2014/main" id="{D615D50D-A081-F17E-0674-1D0B018513D2}"/>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
        <p:nvSpPr>
          <p:cNvPr id="8" name="TextBox 7">
            <a:extLst>
              <a:ext uri="{FF2B5EF4-FFF2-40B4-BE49-F238E27FC236}">
                <a16:creationId xmlns:a16="http://schemas.microsoft.com/office/drawing/2014/main" id="{FC4DBC8A-2954-FBF7-B7A3-211E983B1447}"/>
              </a:ext>
            </a:extLst>
          </p:cNvPr>
          <p:cNvSpPr txBox="1"/>
          <p:nvPr userDrawn="1"/>
        </p:nvSpPr>
        <p:spPr>
          <a:xfrm>
            <a:off x="8673922" y="5688645"/>
            <a:ext cx="3756720"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577346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Thank you &amp; QR co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2D97C3-632A-0527-B1AF-04A186893B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6" name="Rectangle 5">
            <a:extLst>
              <a:ext uri="{FF2B5EF4-FFF2-40B4-BE49-F238E27FC236}">
                <a16:creationId xmlns:a16="http://schemas.microsoft.com/office/drawing/2014/main" id="{35C3F9D6-4CDC-7EDA-3E61-499015B65756}"/>
              </a:ext>
            </a:extLst>
          </p:cNvPr>
          <p:cNvSpPr/>
          <p:nvPr userDrawn="1"/>
        </p:nvSpPr>
        <p:spPr>
          <a:xfrm>
            <a:off x="8583534" y="5669248"/>
            <a:ext cx="3610230"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8" name="TextBox 3">
            <a:extLst>
              <a:ext uri="{FF2B5EF4-FFF2-40B4-BE49-F238E27FC236}">
                <a16:creationId xmlns:a16="http://schemas.microsoft.com/office/drawing/2014/main" id="{6AE979FC-327A-79F1-8DB5-745FE77A2E75}"/>
              </a:ext>
            </a:extLst>
          </p:cNvPr>
          <p:cNvSpPr txBox="1">
            <a:spLocks noChangeArrowheads="1"/>
          </p:cNvSpPr>
          <p:nvPr userDrawn="1"/>
        </p:nvSpPr>
        <p:spPr bwMode="white">
          <a:xfrm>
            <a:off x="508423"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
        <p:nvSpPr>
          <p:cNvPr id="9" name="TextBox 8">
            <a:extLst>
              <a:ext uri="{FF2B5EF4-FFF2-40B4-BE49-F238E27FC236}">
                <a16:creationId xmlns:a16="http://schemas.microsoft.com/office/drawing/2014/main" id="{F2611636-077A-96E1-B769-AEE855768D0E}"/>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26356990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purple and blue gradient&#10;&#10;AI-generated content may be incorrect.">
            <a:extLst>
              <a:ext uri="{FF2B5EF4-FFF2-40B4-BE49-F238E27FC236}">
                <a16:creationId xmlns:a16="http://schemas.microsoft.com/office/drawing/2014/main" id="{EDBFAC01-0FA7-B8F7-7462-2916A3EEE9C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2C9B7CD8-17BD-E975-046F-FED0BB7721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5240"/>
            <a:ext cx="12219214" cy="6842760"/>
          </a:xfrm>
          <a:prstGeom prst="rect">
            <a:avLst/>
          </a:prstGeom>
        </p:spPr>
      </p:pic>
    </p:spTree>
    <p:extLst>
      <p:ext uri="{BB962C8B-B14F-4D97-AF65-F5344CB8AC3E}">
        <p14:creationId xmlns:p14="http://schemas.microsoft.com/office/powerpoint/2010/main" val="12294984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6480088"/>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unch_Announc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28BB32-A7DF-52F2-5C6E-83AD5F82C7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B84CF2D6-EFFD-6DA3-C843-7427B1E921C3}"/>
              </a:ext>
            </a:extLst>
          </p:cNvPr>
          <p:cNvSpPr/>
          <p:nvPr userDrawn="1"/>
        </p:nvSpPr>
        <p:spPr>
          <a:xfrm>
            <a:off x="5524981" y="1204163"/>
            <a:ext cx="1142038" cy="485741"/>
          </a:xfrm>
          <a:prstGeom prst="roundRect">
            <a:avLst>
              <a:gd name="adj" fmla="val 50000"/>
            </a:avLst>
          </a:prstGeom>
          <a:noFill/>
          <a:ln w="38100" cap="flat" cmpd="sng" algn="ctr">
            <a:solidFill>
              <a:srgbClr val="FFFFFF"/>
            </a:solidFill>
            <a:prstDash val="solid"/>
            <a:miter lim="800000"/>
          </a:ln>
          <a:effectLst/>
        </p:spPr>
        <p:txBody>
          <a:bodyPr lIns="36576" tIns="27432" rIns="0" bIns="0" rtlCol="0" anchor="ctr"/>
          <a:lstStyle/>
          <a:p>
            <a:pPr marL="0" marR="0" lvl="0" indent="0" algn="ctr" defTabSz="914411"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a:ln>
                  <a:noFill/>
                </a:ln>
                <a:solidFill>
                  <a:schemeClr val="bg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NEW</a:t>
            </a:r>
          </a:p>
        </p:txBody>
      </p:sp>
      <p:sp>
        <p:nvSpPr>
          <p:cNvPr id="12" name="Title 1">
            <a:extLst>
              <a:ext uri="{FF2B5EF4-FFF2-40B4-BE49-F238E27FC236}">
                <a16:creationId xmlns:a16="http://schemas.microsoft.com/office/drawing/2014/main" id="{48AE4A6F-164F-ECAA-60A7-65C58209E1BC}"/>
              </a:ext>
            </a:extLst>
          </p:cNvPr>
          <p:cNvSpPr>
            <a:spLocks noGrp="1"/>
          </p:cNvSpPr>
          <p:nvPr>
            <p:ph type="title" hasCustomPrompt="1"/>
          </p:nvPr>
        </p:nvSpPr>
        <p:spPr>
          <a:xfrm>
            <a:off x="1608138" y="2312103"/>
            <a:ext cx="9017000" cy="638175"/>
          </a:xfrm>
        </p:spPr>
        <p:txBody>
          <a:bodyPr/>
          <a:lstStyle>
            <a:lvl1pPr algn="ctr">
              <a:defRPr sz="4800">
                <a:solidFill>
                  <a:schemeClr val="bg1"/>
                </a:solidFill>
              </a:defRPr>
            </a:lvl1pPr>
          </a:lstStyle>
          <a:p>
            <a:r>
              <a:rPr lang="en-US"/>
              <a:t>Name of Service</a:t>
            </a:r>
          </a:p>
        </p:txBody>
      </p:sp>
      <p:pic>
        <p:nvPicPr>
          <p:cNvPr id="14" name="Picture 13">
            <a:extLst>
              <a:ext uri="{FF2B5EF4-FFF2-40B4-BE49-F238E27FC236}">
                <a16:creationId xmlns:a16="http://schemas.microsoft.com/office/drawing/2014/main" id="{CB93BBB1-AC70-C13B-5C37-B282268DCB7A}"/>
              </a:ext>
            </a:extLst>
          </p:cNvPr>
          <p:cNvPicPr>
            <a:picLocks noChangeAspect="1"/>
          </p:cNvPicPr>
          <p:nvPr userDrawn="1"/>
        </p:nvPicPr>
        <p:blipFill>
          <a:blip r:embed="rId3"/>
          <a:srcRect/>
          <a:stretch/>
        </p:blipFill>
        <p:spPr>
          <a:xfrm>
            <a:off x="292501" y="6428661"/>
            <a:ext cx="388818" cy="219592"/>
          </a:xfrm>
          <a:prstGeom prst="rect">
            <a:avLst/>
          </a:prstGeom>
        </p:spPr>
      </p:pic>
      <p:sp>
        <p:nvSpPr>
          <p:cNvPr id="16" name="Text Placeholder 14">
            <a:extLst>
              <a:ext uri="{FF2B5EF4-FFF2-40B4-BE49-F238E27FC236}">
                <a16:creationId xmlns:a16="http://schemas.microsoft.com/office/drawing/2014/main" id="{0C580363-2926-214C-F568-3A37CE16DC5F}"/>
              </a:ext>
            </a:extLst>
          </p:cNvPr>
          <p:cNvSpPr>
            <a:spLocks noGrp="1"/>
          </p:cNvSpPr>
          <p:nvPr>
            <p:ph type="body" sz="quarter" idx="11" hasCustomPrompt="1"/>
          </p:nvPr>
        </p:nvSpPr>
        <p:spPr>
          <a:xfrm>
            <a:off x="1608138" y="4317940"/>
            <a:ext cx="9040812" cy="341632"/>
          </a:xfrm>
          <a:prstGeom prst="rect">
            <a:avLst/>
          </a:prstGeom>
        </p:spPr>
        <p:txBody>
          <a:bodyPr/>
          <a:lstStyle>
            <a:lvl1pPr marL="0" indent="0" algn="ctr">
              <a:buNone/>
              <a:defRPr sz="1800" b="0" i="0" spc="30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AVAILABILITY LINE</a:t>
            </a:r>
          </a:p>
        </p:txBody>
      </p:sp>
      <p:sp>
        <p:nvSpPr>
          <p:cNvPr id="17" name="Text Placeholder 14">
            <a:extLst>
              <a:ext uri="{FF2B5EF4-FFF2-40B4-BE49-F238E27FC236}">
                <a16:creationId xmlns:a16="http://schemas.microsoft.com/office/drawing/2014/main" id="{F5CD5E87-B24B-426A-A1A9-3DCB564D65E4}"/>
              </a:ext>
            </a:extLst>
          </p:cNvPr>
          <p:cNvSpPr>
            <a:spLocks noGrp="1"/>
          </p:cNvSpPr>
          <p:nvPr>
            <p:ph type="body" sz="quarter" idx="12" hasCustomPrompt="1"/>
          </p:nvPr>
        </p:nvSpPr>
        <p:spPr>
          <a:xfrm>
            <a:off x="1608138" y="3195195"/>
            <a:ext cx="9040812" cy="757130"/>
          </a:xfrm>
          <a:prstGeom prst="rect">
            <a:avLst/>
          </a:prstGeom>
        </p:spPr>
        <p:txBody>
          <a:bodyPr/>
          <a:lstStyle>
            <a:lvl1pPr marL="0" indent="0" algn="ctr">
              <a:buNone/>
              <a:defRPr sz="2400" b="0" i="0" spc="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Add a concise description of the service here, try to keep it concise and no more than two lines</a:t>
            </a:r>
          </a:p>
        </p:txBody>
      </p:sp>
      <p:sp>
        <p:nvSpPr>
          <p:cNvPr id="3" name="TextBox 3">
            <a:extLst>
              <a:ext uri="{FF2B5EF4-FFF2-40B4-BE49-F238E27FC236}">
                <a16:creationId xmlns:a16="http://schemas.microsoft.com/office/drawing/2014/main" id="{CF0D4D82-2C68-828B-F156-9D5818CA4247}"/>
              </a:ext>
            </a:extLst>
          </p:cNvPr>
          <p:cNvSpPr txBox="1">
            <a:spLocks noChangeArrowheads="1"/>
          </p:cNvSpPr>
          <p:nvPr userDrawn="1"/>
        </p:nvSpPr>
        <p:spPr bwMode="white">
          <a:xfrm>
            <a:off x="931507"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spTree>
    <p:extLst>
      <p:ext uri="{BB962C8B-B14F-4D97-AF65-F5344CB8AC3E}">
        <p14:creationId xmlns:p14="http://schemas.microsoft.com/office/powerpoint/2010/main" val="35461782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unch_Featur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CF6FBA-632D-DA77-46D3-CB121AA959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9" cy="6857999"/>
          </a:xfrm>
          <a:prstGeom prst="rect">
            <a:avLst/>
          </a:prstGeom>
        </p:spPr>
      </p:pic>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4" name="Picture 3">
            <a:extLst>
              <a:ext uri="{FF2B5EF4-FFF2-40B4-BE49-F238E27FC236}">
                <a16:creationId xmlns:a16="http://schemas.microsoft.com/office/drawing/2014/main" id="{527726A2-3E53-4BDA-9C63-71CEFD833670}"/>
              </a:ext>
            </a:extLst>
          </p:cNvPr>
          <p:cNvPicPr>
            <a:picLocks noChangeAspect="1"/>
          </p:cNvPicPr>
          <p:nvPr userDrawn="1"/>
        </p:nvPicPr>
        <p:blipFill>
          <a:blip r:embed="rId3"/>
          <a:srcRect/>
          <a:stretch/>
        </p:blipFill>
        <p:spPr>
          <a:xfrm>
            <a:off x="292501" y="6428661"/>
            <a:ext cx="388818" cy="219592"/>
          </a:xfrm>
          <a:prstGeom prst="rect">
            <a:avLst/>
          </a:prstGeom>
        </p:spPr>
      </p:pic>
    </p:spTree>
    <p:extLst>
      <p:ext uri="{BB962C8B-B14F-4D97-AF65-F5344CB8AC3E}">
        <p14:creationId xmlns:p14="http://schemas.microsoft.com/office/powerpoint/2010/main" val="318752434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FE51BA5B-866C-945C-85B8-147657047DC3}"/>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3" name="Graphic 2">
            <a:extLst>
              <a:ext uri="{FF2B5EF4-FFF2-40B4-BE49-F238E27FC236}">
                <a16:creationId xmlns:a16="http://schemas.microsoft.com/office/drawing/2014/main" id="{15151D14-1318-7DB5-C744-1B2D0711C68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71500" y="6431119"/>
            <a:ext cx="388818" cy="227600"/>
          </a:xfrm>
          <a:prstGeom prst="rect">
            <a:avLst/>
          </a:prstGeom>
        </p:spPr>
      </p:pic>
    </p:spTree>
    <p:extLst>
      <p:ext uri="{BB962C8B-B14F-4D97-AF65-F5344CB8AC3E}">
        <p14:creationId xmlns:p14="http://schemas.microsoft.com/office/powerpoint/2010/main" val="332125369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Agenda">
    <p:bg>
      <p:bgPr>
        <a:solidFill>
          <a:srgbClr val="161D26"/>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4FB4B58-2049-3EB6-9DE6-586F41586795}"/>
              </a:ext>
            </a:extLst>
          </p:cNvPr>
          <p:cNvCxnSpPr>
            <a:cxnSpLocks/>
          </p:cNvCxnSpPr>
          <p:nvPr userDrawn="1"/>
        </p:nvCxnSpPr>
        <p:spPr>
          <a:xfrm>
            <a:off x="3443706" y="1349224"/>
            <a:ext cx="0" cy="4546609"/>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5" name="Text Placeholder 21">
            <a:extLst>
              <a:ext uri="{FF2B5EF4-FFF2-40B4-BE49-F238E27FC236}">
                <a16:creationId xmlns:a16="http://schemas.microsoft.com/office/drawing/2014/main" id="{818BB5EC-A618-2D03-DEA5-36873FA1E1F5}"/>
              </a:ext>
            </a:extLst>
          </p:cNvPr>
          <p:cNvSpPr>
            <a:spLocks noGrp="1"/>
          </p:cNvSpPr>
          <p:nvPr>
            <p:ph type="body" sz="quarter" idx="11" hasCustomPrompt="1"/>
          </p:nvPr>
        </p:nvSpPr>
        <p:spPr>
          <a:xfrm>
            <a:off x="481864" y="1422541"/>
            <a:ext cx="2504923" cy="116825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Agenda</a:t>
            </a:r>
          </a:p>
        </p:txBody>
      </p:sp>
      <p:sp>
        <p:nvSpPr>
          <p:cNvPr id="6" name="Text Placeholder 21">
            <a:extLst>
              <a:ext uri="{FF2B5EF4-FFF2-40B4-BE49-F238E27FC236}">
                <a16:creationId xmlns:a16="http://schemas.microsoft.com/office/drawing/2014/main" id="{C2614ABB-5806-776E-27EA-3AA282A6B581}"/>
              </a:ext>
            </a:extLst>
          </p:cNvPr>
          <p:cNvSpPr>
            <a:spLocks noGrp="1"/>
          </p:cNvSpPr>
          <p:nvPr>
            <p:ph type="body" sz="quarter" idx="12" hasCustomPrompt="1"/>
          </p:nvPr>
        </p:nvSpPr>
        <p:spPr>
          <a:xfrm>
            <a:off x="4004447" y="1422541"/>
            <a:ext cx="6178623" cy="4376307"/>
          </a:xfrm>
          <a:prstGeom prst="rect">
            <a:avLst/>
          </a:prstGeom>
        </p:spPr>
        <p:txBody>
          <a:bodyPr/>
          <a:lstStyle>
            <a:lvl1pPr marL="0" marR="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kumimoji="0" lang="en-US" sz="20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Agenda item 1</a:t>
            </a:r>
          </a:p>
          <a:p>
            <a:pPr lvl="0"/>
            <a:r>
              <a:rPr lang="en-US" dirty="0"/>
              <a:t>Agenda item 2</a:t>
            </a:r>
          </a:p>
          <a:p>
            <a:pPr lvl="0"/>
            <a:r>
              <a:rPr lang="en-US" dirty="0"/>
              <a:t>Agenda item 3</a:t>
            </a:r>
          </a:p>
          <a:p>
            <a:pPr lvl="0"/>
            <a:r>
              <a:rPr lang="en-US" dirty="0"/>
              <a:t>Agenda item 4</a:t>
            </a:r>
          </a:p>
          <a:p>
            <a:pPr lvl="0"/>
            <a:r>
              <a:rPr lang="en-US" dirty="0"/>
              <a:t>Agenda item 5</a:t>
            </a:r>
          </a:p>
          <a:p>
            <a:pPr lvl="0"/>
            <a:r>
              <a:rPr lang="en-US" dirty="0"/>
              <a:t>Agenda item 6</a:t>
            </a:r>
          </a:p>
          <a:p>
            <a:pPr lvl="0"/>
            <a:endParaRPr lang="en-US" dirty="0"/>
          </a:p>
        </p:txBody>
      </p:sp>
    </p:spTree>
    <p:extLst>
      <p:ext uri="{BB962C8B-B14F-4D97-AF65-F5344CB8AC3E}">
        <p14:creationId xmlns:p14="http://schemas.microsoft.com/office/powerpoint/2010/main" val="19560026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content, and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5022" y="694380"/>
            <a:ext cx="5346883" cy="549146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486060"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486061"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38030670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only">
    <p:bg>
      <p:bgPr>
        <a:solidFill>
          <a:srgbClr val="161D26"/>
        </a:solidFill>
        <a:effectLst/>
      </p:bgPr>
    </p:bg>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4214D09F-C4A1-6D48-55BF-33FE47B9089D}"/>
              </a:ext>
            </a:extLst>
          </p:cNvPr>
          <p:cNvSpPr>
            <a:spLocks noGrp="1"/>
          </p:cNvSpPr>
          <p:nvPr>
            <p:ph type="body" sz="quarter" idx="11" hasCustomPrompt="1"/>
          </p:nvPr>
        </p:nvSpPr>
        <p:spPr>
          <a:xfrm>
            <a:off x="486566" y="65019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only slide</a:t>
            </a:r>
          </a:p>
        </p:txBody>
      </p:sp>
    </p:spTree>
    <p:extLst>
      <p:ext uri="{BB962C8B-B14F-4D97-AF65-F5344CB8AC3E}">
        <p14:creationId xmlns:p14="http://schemas.microsoft.com/office/powerpoint/2010/main" val="40012457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itle and text">
    <p:bg>
      <p:bgPr>
        <a:solidFill>
          <a:srgbClr val="161D26"/>
        </a:solidFill>
        <a:effectLst/>
      </p:bgPr>
    </p:bg>
    <p:spTree>
      <p:nvGrpSpPr>
        <p:cNvPr id="1" name=""/>
        <p:cNvGrpSpPr/>
        <p:nvPr/>
      </p:nvGrpSpPr>
      <p:grpSpPr>
        <a:xfrm>
          <a:off x="0" y="0"/>
          <a:ext cx="0" cy="0"/>
          <a:chOff x="0" y="0"/>
          <a:chExt cx="0" cy="0"/>
        </a:xfrm>
      </p:grpSpPr>
      <p:sp>
        <p:nvSpPr>
          <p:cNvPr id="7" name="Text Placeholder 21">
            <a:extLst>
              <a:ext uri="{FF2B5EF4-FFF2-40B4-BE49-F238E27FC236}">
                <a16:creationId xmlns:a16="http://schemas.microsoft.com/office/drawing/2014/main" id="{2BC98CF5-E0A8-92D9-AB13-5A5B93AB9706}"/>
              </a:ext>
            </a:extLst>
          </p:cNvPr>
          <p:cNvSpPr>
            <a:spLocks noGrp="1"/>
          </p:cNvSpPr>
          <p:nvPr>
            <p:ph type="body" sz="quarter" idx="11" hasCustomPrompt="1"/>
          </p:nvPr>
        </p:nvSpPr>
        <p:spPr>
          <a:xfrm>
            <a:off x="502225" y="196202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text</a:t>
            </a:r>
          </a:p>
        </p:txBody>
      </p:sp>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3043524"/>
            <a:ext cx="7300863"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Tree>
    <p:extLst>
      <p:ext uri="{BB962C8B-B14F-4D97-AF65-F5344CB8AC3E}">
        <p14:creationId xmlns:p14="http://schemas.microsoft.com/office/powerpoint/2010/main" val="39347534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Walk on">
    <p:spTree>
      <p:nvGrpSpPr>
        <p:cNvPr id="1" name=""/>
        <p:cNvGrpSpPr/>
        <p:nvPr/>
      </p:nvGrpSpPr>
      <p:grpSpPr>
        <a:xfrm>
          <a:off x="0" y="0"/>
          <a:ext cx="0" cy="0"/>
          <a:chOff x="0" y="0"/>
          <a:chExt cx="0" cy="0"/>
        </a:xfrm>
      </p:grpSpPr>
      <p:pic>
        <p:nvPicPr>
          <p:cNvPr id="3" name="Picture 2" descr="A close-up of a colorful background&#10;&#10;AI-generated content may be incorrect.">
            <a:extLst>
              <a:ext uri="{FF2B5EF4-FFF2-40B4-BE49-F238E27FC236}">
                <a16:creationId xmlns:a16="http://schemas.microsoft.com/office/drawing/2014/main" id="{8F0CD83B-FED8-8C19-0DC5-591BFA61F6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12412EBA-77D0-2550-D30E-416009443B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1150" y="3312356"/>
            <a:ext cx="4168175" cy="1344189"/>
          </a:xfrm>
          <a:prstGeom prst="rect">
            <a:avLst/>
          </a:prstGeom>
        </p:spPr>
      </p:pic>
    </p:spTree>
    <p:extLst>
      <p:ext uri="{BB962C8B-B14F-4D97-AF65-F5344CB8AC3E}">
        <p14:creationId xmlns:p14="http://schemas.microsoft.com/office/powerpoint/2010/main" val="247990045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ssion Title - 1">
    <p:spTree>
      <p:nvGrpSpPr>
        <p:cNvPr id="1" name=""/>
        <p:cNvGrpSpPr/>
        <p:nvPr/>
      </p:nvGrpSpPr>
      <p:grpSpPr>
        <a:xfrm>
          <a:off x="0" y="0"/>
          <a:ext cx="0" cy="0"/>
          <a:chOff x="0" y="0"/>
          <a:chExt cx="0" cy="0"/>
        </a:xfrm>
      </p:grpSpPr>
      <p:pic>
        <p:nvPicPr>
          <p:cNvPr id="3" name="Picture 2" descr="A blurry image of a colorful background&#10;&#10;AI-generated content may be incorrect.">
            <a:extLst>
              <a:ext uri="{FF2B5EF4-FFF2-40B4-BE49-F238E27FC236}">
                <a16:creationId xmlns:a16="http://schemas.microsoft.com/office/drawing/2014/main" id="{7B9D837A-94BA-DED9-AE91-9C0503ABE2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972668829"/>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Session Title - 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196631724"/>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ssion Title - 2">
    <p:spTree>
      <p:nvGrpSpPr>
        <p:cNvPr id="1" name=""/>
        <p:cNvGrpSpPr/>
        <p:nvPr/>
      </p:nvGrpSpPr>
      <p:grpSpPr>
        <a:xfrm>
          <a:off x="0" y="0"/>
          <a:ext cx="0" cy="0"/>
          <a:chOff x="0" y="0"/>
          <a:chExt cx="0" cy="0"/>
        </a:xfrm>
      </p:grpSpPr>
      <p:pic>
        <p:nvPicPr>
          <p:cNvPr id="2" name="Picture 1" descr="A purple and blue gradient&#10;&#10;AI-generated content may be incorrect.">
            <a:extLst>
              <a:ext uri="{FF2B5EF4-FFF2-40B4-BE49-F238E27FC236}">
                <a16:creationId xmlns:a16="http://schemas.microsoft.com/office/drawing/2014/main" id="{D1BFE156-3870-45A2-6BDF-AB0351C2A3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366363800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ssion Title -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688E7E-560D-1F85-60AE-F11B53EB181C}"/>
              </a:ext>
            </a:extLst>
          </p:cNvPr>
          <p:cNvSpPr/>
          <p:nvPr userDrawn="1"/>
        </p:nvSpPr>
        <p:spPr>
          <a:xfrm>
            <a:off x="0" y="0"/>
            <a:ext cx="12192000" cy="6858000"/>
          </a:xfrm>
          <a:prstGeom prst="rect">
            <a:avLst/>
          </a:prstGeom>
          <a:solidFill>
            <a:srgbClr val="151D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 name="Graphic 1">
            <a:extLst>
              <a:ext uri="{FF2B5EF4-FFF2-40B4-BE49-F238E27FC236}">
                <a16:creationId xmlns:a16="http://schemas.microsoft.com/office/drawing/2014/main" id="{1EF57A0F-E278-CD58-9703-2C36EBEE4F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3304" y="537277"/>
            <a:ext cx="835752" cy="499786"/>
          </a:xfrm>
          <a:prstGeom prst="rect">
            <a:avLst/>
          </a:prstGeom>
        </p:spPr>
      </p:pic>
      <p:sp>
        <p:nvSpPr>
          <p:cNvPr id="3" name="Text Placeholder 21">
            <a:extLst>
              <a:ext uri="{FF2B5EF4-FFF2-40B4-BE49-F238E27FC236}">
                <a16:creationId xmlns:a16="http://schemas.microsoft.com/office/drawing/2014/main" id="{75964A49-4B15-7572-0B46-92FB64D1679B}"/>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4" name="Text Placeholder 21">
            <a:extLst>
              <a:ext uri="{FF2B5EF4-FFF2-40B4-BE49-F238E27FC236}">
                <a16:creationId xmlns:a16="http://schemas.microsoft.com/office/drawing/2014/main" id="{6CB35DDF-B025-928C-8606-6F4A1B6250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5" name="Text Placeholder 21">
            <a:extLst>
              <a:ext uri="{FF2B5EF4-FFF2-40B4-BE49-F238E27FC236}">
                <a16:creationId xmlns:a16="http://schemas.microsoft.com/office/drawing/2014/main" id="{4A7E3313-4259-1997-ED9D-5C3D97E23092}"/>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6" name="Text Placeholder 21">
            <a:extLst>
              <a:ext uri="{FF2B5EF4-FFF2-40B4-BE49-F238E27FC236}">
                <a16:creationId xmlns:a16="http://schemas.microsoft.com/office/drawing/2014/main" id="{10016296-5F2F-BE48-746B-ACD2B085B0D2}"/>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7" name="Text Placeholder 21">
            <a:extLst>
              <a:ext uri="{FF2B5EF4-FFF2-40B4-BE49-F238E27FC236}">
                <a16:creationId xmlns:a16="http://schemas.microsoft.com/office/drawing/2014/main" id="{A473B96F-ACDC-834E-D803-FE0EDB6F6B42}"/>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8" name="Text Placeholder 21">
            <a:extLst>
              <a:ext uri="{FF2B5EF4-FFF2-40B4-BE49-F238E27FC236}">
                <a16:creationId xmlns:a16="http://schemas.microsoft.com/office/drawing/2014/main" id="{0EBCA48F-8E14-CBBE-B836-B37F2CD05143}"/>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9" name="Text Placeholder 21">
            <a:extLst>
              <a:ext uri="{FF2B5EF4-FFF2-40B4-BE49-F238E27FC236}">
                <a16:creationId xmlns:a16="http://schemas.microsoft.com/office/drawing/2014/main" id="{9FD6071B-2B55-3490-FBFF-04599195AC7D}"/>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10" name="Text Placeholder 21">
            <a:extLst>
              <a:ext uri="{FF2B5EF4-FFF2-40B4-BE49-F238E27FC236}">
                <a16:creationId xmlns:a16="http://schemas.microsoft.com/office/drawing/2014/main" id="{B8330354-A7B3-333A-42F3-C2381A5D603D}"/>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8491435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 y="6428661"/>
            <a:ext cx="388818" cy="232516"/>
          </a:xfrm>
          <a:prstGeom prst="rect">
            <a:avLst/>
          </a:prstGeom>
        </p:spPr>
      </p:pic>
      <p:pic>
        <p:nvPicPr>
          <p:cNvPr id="4" name="Picture 3" descr="A close up of a purple and blue gradient&#10;&#10;AI-generated content may be incorrect.">
            <a:extLst>
              <a:ext uri="{FF2B5EF4-FFF2-40B4-BE49-F238E27FC236}">
                <a16:creationId xmlns:a16="http://schemas.microsoft.com/office/drawing/2014/main" id="{71B910AB-8F37-BE20-F28A-2E2E6BF62B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1" b="4183"/>
          <a:stretch>
            <a:fillRect/>
          </a:stretch>
        </p:blipFill>
        <p:spPr>
          <a:xfrm>
            <a:off x="0" y="0"/>
            <a:ext cx="12192000" cy="6858000"/>
          </a:xfrm>
          <a:prstGeom prst="rect">
            <a:avLst/>
          </a:prstGeom>
        </p:spPr>
      </p:pic>
    </p:spTree>
    <p:extLst>
      <p:ext uri="{BB962C8B-B14F-4D97-AF65-F5344CB8AC3E}">
        <p14:creationId xmlns:p14="http://schemas.microsoft.com/office/powerpoint/2010/main" val="1869792752"/>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3" name="Picture 2" descr="A blue and pink gradient&#10;&#10;AI-generated content may be incorrect.">
            <a:extLst>
              <a:ext uri="{FF2B5EF4-FFF2-40B4-BE49-F238E27FC236}">
                <a16:creationId xmlns:a16="http://schemas.microsoft.com/office/drawing/2014/main" id="{97CB27F8-3A0B-FB32-ED56-4885C07CCC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3660699919"/>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61D26"/>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4FB4B58-2049-3EB6-9DE6-586F41586795}"/>
              </a:ext>
            </a:extLst>
          </p:cNvPr>
          <p:cNvCxnSpPr>
            <a:cxnSpLocks/>
          </p:cNvCxnSpPr>
          <p:nvPr userDrawn="1"/>
        </p:nvCxnSpPr>
        <p:spPr>
          <a:xfrm>
            <a:off x="3443706" y="1349224"/>
            <a:ext cx="0" cy="4546609"/>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5" name="Text Placeholder 21">
            <a:extLst>
              <a:ext uri="{FF2B5EF4-FFF2-40B4-BE49-F238E27FC236}">
                <a16:creationId xmlns:a16="http://schemas.microsoft.com/office/drawing/2014/main" id="{818BB5EC-A618-2D03-DEA5-36873FA1E1F5}"/>
              </a:ext>
            </a:extLst>
          </p:cNvPr>
          <p:cNvSpPr>
            <a:spLocks noGrp="1"/>
          </p:cNvSpPr>
          <p:nvPr>
            <p:ph type="body" sz="quarter" idx="11" hasCustomPrompt="1"/>
          </p:nvPr>
        </p:nvSpPr>
        <p:spPr>
          <a:xfrm>
            <a:off x="481864" y="1422541"/>
            <a:ext cx="2504923" cy="116825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Agenda</a:t>
            </a:r>
          </a:p>
        </p:txBody>
      </p:sp>
      <p:sp>
        <p:nvSpPr>
          <p:cNvPr id="6" name="Text Placeholder 21">
            <a:extLst>
              <a:ext uri="{FF2B5EF4-FFF2-40B4-BE49-F238E27FC236}">
                <a16:creationId xmlns:a16="http://schemas.microsoft.com/office/drawing/2014/main" id="{C2614ABB-5806-776E-27EA-3AA282A6B581}"/>
              </a:ext>
            </a:extLst>
          </p:cNvPr>
          <p:cNvSpPr>
            <a:spLocks noGrp="1"/>
          </p:cNvSpPr>
          <p:nvPr>
            <p:ph type="body" sz="quarter" idx="12" hasCustomPrompt="1"/>
          </p:nvPr>
        </p:nvSpPr>
        <p:spPr>
          <a:xfrm>
            <a:off x="4004447" y="1422541"/>
            <a:ext cx="6178623" cy="4376307"/>
          </a:xfrm>
          <a:prstGeom prst="rect">
            <a:avLst/>
          </a:prstGeom>
        </p:spPr>
        <p:txBody>
          <a:bodyPr/>
          <a:lstStyle>
            <a:lvl1pPr marL="0" marR="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kumimoji="0" lang="en-US" sz="20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Agenda item 1</a:t>
            </a:r>
          </a:p>
          <a:p>
            <a:pPr lvl="0"/>
            <a:r>
              <a:rPr lang="en-US" dirty="0"/>
              <a:t>Agenda item 2</a:t>
            </a:r>
          </a:p>
          <a:p>
            <a:pPr lvl="0"/>
            <a:r>
              <a:rPr lang="en-US" dirty="0"/>
              <a:t>Agenda item 3</a:t>
            </a:r>
          </a:p>
          <a:p>
            <a:pPr lvl="0"/>
            <a:r>
              <a:rPr lang="en-US" dirty="0"/>
              <a:t>Agenda item 4</a:t>
            </a:r>
          </a:p>
          <a:p>
            <a:pPr lvl="0"/>
            <a:r>
              <a:rPr lang="en-US" dirty="0"/>
              <a:t>Agenda item 5</a:t>
            </a:r>
          </a:p>
          <a:p>
            <a:pPr lvl="0"/>
            <a:r>
              <a:rPr lang="en-US" dirty="0"/>
              <a:t>Agenda item 6</a:t>
            </a:r>
          </a:p>
          <a:p>
            <a:pPr lvl="0"/>
            <a:endParaRPr lang="en-US" dirty="0"/>
          </a:p>
        </p:txBody>
      </p:sp>
    </p:spTree>
    <p:extLst>
      <p:ext uri="{BB962C8B-B14F-4D97-AF65-F5344CB8AC3E}">
        <p14:creationId xmlns:p14="http://schemas.microsoft.com/office/powerpoint/2010/main" val="23727620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161D26"/>
        </a:solidFill>
        <a:effectLst/>
      </p:bgPr>
    </p:bg>
    <p:spTree>
      <p:nvGrpSpPr>
        <p:cNvPr id="1" name=""/>
        <p:cNvGrpSpPr/>
        <p:nvPr/>
      </p:nvGrpSpPr>
      <p:grpSpPr>
        <a:xfrm>
          <a:off x="0" y="0"/>
          <a:ext cx="0" cy="0"/>
          <a:chOff x="0" y="0"/>
          <a:chExt cx="0" cy="0"/>
        </a:xfrm>
      </p:grpSpPr>
      <p:sp>
        <p:nvSpPr>
          <p:cNvPr id="7" name="Text Placeholder 21">
            <a:extLst>
              <a:ext uri="{FF2B5EF4-FFF2-40B4-BE49-F238E27FC236}">
                <a16:creationId xmlns:a16="http://schemas.microsoft.com/office/drawing/2014/main" id="{2BC98CF5-E0A8-92D9-AB13-5A5B93AB9706}"/>
              </a:ext>
            </a:extLst>
          </p:cNvPr>
          <p:cNvSpPr>
            <a:spLocks noGrp="1"/>
          </p:cNvSpPr>
          <p:nvPr>
            <p:ph type="body" sz="quarter" idx="11" hasCustomPrompt="1"/>
          </p:nvPr>
        </p:nvSpPr>
        <p:spPr>
          <a:xfrm>
            <a:off x="502225" y="196202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text</a:t>
            </a:r>
          </a:p>
        </p:txBody>
      </p:sp>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3043524"/>
            <a:ext cx="7300863"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Tree>
    <p:extLst>
      <p:ext uri="{BB962C8B-B14F-4D97-AF65-F5344CB8AC3E}">
        <p14:creationId xmlns:p14="http://schemas.microsoft.com/office/powerpoint/2010/main" val="16715501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content - 1">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11707" y="1586429"/>
            <a:ext cx="0" cy="4018274"/>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88265"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75635"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5155159" y="2214070"/>
            <a:ext cx="6396066"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75636"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64552438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and 3 row content">
    <p:bg>
      <p:bgPr>
        <a:solidFill>
          <a:srgbClr val="161D26"/>
        </a:solidFill>
        <a:effectLst/>
      </p:bgPr>
    </p:bg>
    <p:spTree>
      <p:nvGrpSpPr>
        <p:cNvPr id="1" name=""/>
        <p:cNvGrpSpPr/>
        <p:nvPr/>
      </p:nvGrpSpPr>
      <p:grpSpPr>
        <a:xfrm>
          <a:off x="0" y="0"/>
          <a:ext cx="0" cy="0"/>
          <a:chOff x="0" y="0"/>
          <a:chExt cx="0" cy="0"/>
        </a:xfrm>
      </p:grpSpPr>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19" y="1106577"/>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4782056" y="1106577"/>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1</a:t>
            </a:r>
          </a:p>
        </p:txBody>
      </p:sp>
      <p:cxnSp>
        <p:nvCxnSpPr>
          <p:cNvPr id="16" name="Straight Connector 15">
            <a:extLst>
              <a:ext uri="{FF2B5EF4-FFF2-40B4-BE49-F238E27FC236}">
                <a16:creationId xmlns:a16="http://schemas.microsoft.com/office/drawing/2014/main" id="{F5287881-C57E-D101-1C25-3E0FF8FDC5E7}"/>
              </a:ext>
            </a:extLst>
          </p:cNvPr>
          <p:cNvCxnSpPr>
            <a:cxnSpLocks/>
          </p:cNvCxnSpPr>
          <p:nvPr userDrawn="1"/>
        </p:nvCxnSpPr>
        <p:spPr>
          <a:xfrm>
            <a:off x="4185978" y="1212574"/>
            <a:ext cx="0" cy="4721087"/>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8" name="Text Placeholder 21">
            <a:extLst>
              <a:ext uri="{FF2B5EF4-FFF2-40B4-BE49-F238E27FC236}">
                <a16:creationId xmlns:a16="http://schemas.microsoft.com/office/drawing/2014/main" id="{634A4CAF-90EC-E954-3BFB-6E43FD445519}"/>
              </a:ext>
            </a:extLst>
          </p:cNvPr>
          <p:cNvSpPr>
            <a:spLocks noGrp="1"/>
          </p:cNvSpPr>
          <p:nvPr>
            <p:ph type="body" sz="quarter" idx="13" hasCustomPrompt="1"/>
          </p:nvPr>
        </p:nvSpPr>
        <p:spPr>
          <a:xfrm>
            <a:off x="4782056" y="1700906"/>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19" name="Text Placeholder 21">
            <a:extLst>
              <a:ext uri="{FF2B5EF4-FFF2-40B4-BE49-F238E27FC236}">
                <a16:creationId xmlns:a16="http://schemas.microsoft.com/office/drawing/2014/main" id="{37F65AD8-E4FD-4984-5FBA-EC5F6A685D9A}"/>
              </a:ext>
            </a:extLst>
          </p:cNvPr>
          <p:cNvSpPr>
            <a:spLocks noGrp="1"/>
          </p:cNvSpPr>
          <p:nvPr>
            <p:ph type="body" sz="quarter" idx="14" hasCustomPrompt="1"/>
          </p:nvPr>
        </p:nvSpPr>
        <p:spPr>
          <a:xfrm>
            <a:off x="4782056" y="2890611"/>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2</a:t>
            </a:r>
          </a:p>
        </p:txBody>
      </p:sp>
      <p:sp>
        <p:nvSpPr>
          <p:cNvPr id="20" name="Text Placeholder 21">
            <a:extLst>
              <a:ext uri="{FF2B5EF4-FFF2-40B4-BE49-F238E27FC236}">
                <a16:creationId xmlns:a16="http://schemas.microsoft.com/office/drawing/2014/main" id="{DCE340B5-AF30-C9FD-EA84-87B943FC7B83}"/>
              </a:ext>
            </a:extLst>
          </p:cNvPr>
          <p:cNvSpPr>
            <a:spLocks noGrp="1"/>
          </p:cNvSpPr>
          <p:nvPr>
            <p:ph type="body" sz="quarter" idx="15" hasCustomPrompt="1"/>
          </p:nvPr>
        </p:nvSpPr>
        <p:spPr>
          <a:xfrm>
            <a:off x="4782056" y="3484940"/>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21" name="Text Placeholder 21">
            <a:extLst>
              <a:ext uri="{FF2B5EF4-FFF2-40B4-BE49-F238E27FC236}">
                <a16:creationId xmlns:a16="http://schemas.microsoft.com/office/drawing/2014/main" id="{1344ABFA-783F-F7DE-C825-0026F5EB31A5}"/>
              </a:ext>
            </a:extLst>
          </p:cNvPr>
          <p:cNvSpPr>
            <a:spLocks noGrp="1"/>
          </p:cNvSpPr>
          <p:nvPr>
            <p:ph type="body" sz="quarter" idx="16" hasCustomPrompt="1"/>
          </p:nvPr>
        </p:nvSpPr>
        <p:spPr>
          <a:xfrm>
            <a:off x="4782056" y="4653183"/>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3</a:t>
            </a:r>
          </a:p>
        </p:txBody>
      </p:sp>
      <p:sp>
        <p:nvSpPr>
          <p:cNvPr id="22" name="Text Placeholder 21">
            <a:extLst>
              <a:ext uri="{FF2B5EF4-FFF2-40B4-BE49-F238E27FC236}">
                <a16:creationId xmlns:a16="http://schemas.microsoft.com/office/drawing/2014/main" id="{C3D4EB6E-2D83-811D-C211-5CA9EC0D0890}"/>
              </a:ext>
            </a:extLst>
          </p:cNvPr>
          <p:cNvSpPr>
            <a:spLocks noGrp="1"/>
          </p:cNvSpPr>
          <p:nvPr>
            <p:ph type="body" sz="quarter" idx="17" hasCustomPrompt="1"/>
          </p:nvPr>
        </p:nvSpPr>
        <p:spPr>
          <a:xfrm>
            <a:off x="4782056" y="5247512"/>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Tree>
    <p:extLst>
      <p:ext uri="{BB962C8B-B14F-4D97-AF65-F5344CB8AC3E}">
        <p14:creationId xmlns:p14="http://schemas.microsoft.com/office/powerpoint/2010/main" val="30414220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content - 2">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22692" y="1586429"/>
            <a:ext cx="0" cy="4018274"/>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99250"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20"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86621"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
        <p:nvSpPr>
          <p:cNvPr id="3" name="Text Placeholder 21">
            <a:extLst>
              <a:ext uri="{FF2B5EF4-FFF2-40B4-BE49-F238E27FC236}">
                <a16:creationId xmlns:a16="http://schemas.microsoft.com/office/drawing/2014/main" id="{EFE7A93F-D4FC-8E79-7A97-3BD5405D783D}"/>
              </a:ext>
            </a:extLst>
          </p:cNvPr>
          <p:cNvSpPr>
            <a:spLocks noGrp="1"/>
          </p:cNvSpPr>
          <p:nvPr>
            <p:ph type="body" sz="quarter" idx="12" hasCustomPrompt="1"/>
          </p:nvPr>
        </p:nvSpPr>
        <p:spPr>
          <a:xfrm>
            <a:off x="5166144" y="1726451"/>
            <a:ext cx="6396066" cy="3878252"/>
          </a:xfrm>
          <a:prstGeom prst="rect">
            <a:avLst/>
          </a:prstGeom>
        </p:spPr>
        <p:txBody>
          <a:bodyPr/>
          <a:lstStyle>
            <a:lvl1pPr marL="342900" marR="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kumimoji="0" lang="en-US" sz="2000" b="0" u="none" strike="noStrike" kern="1200" cap="none" spc="0" normalizeH="0" baseline="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342900" marR="0" lvl="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amet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endParaRPr lang="en-US" dirty="0"/>
          </a:p>
        </p:txBody>
      </p:sp>
    </p:spTree>
    <p:extLst>
      <p:ext uri="{BB962C8B-B14F-4D97-AF65-F5344CB8AC3E}">
        <p14:creationId xmlns:p14="http://schemas.microsoft.com/office/powerpoint/2010/main" val="283961967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3 points">
    <p:bg>
      <p:bgPr>
        <a:solidFill>
          <a:srgbClr val="161D26"/>
        </a:solidFill>
        <a:effectLst/>
      </p:bgPr>
    </p:bg>
    <p:spTree>
      <p:nvGrpSpPr>
        <p:cNvPr id="1" name=""/>
        <p:cNvGrpSpPr/>
        <p:nvPr/>
      </p:nvGrpSpPr>
      <p:grpSpPr>
        <a:xfrm>
          <a:off x="0" y="0"/>
          <a:ext cx="0" cy="0"/>
          <a:chOff x="0" y="0"/>
          <a:chExt cx="0" cy="0"/>
        </a:xfrm>
      </p:grpSpPr>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840191" y="1550104"/>
            <a:ext cx="10511618" cy="717713"/>
          </a:xfrm>
          <a:prstGeom prst="rect">
            <a:avLst/>
          </a:prstGeom>
        </p:spPr>
        <p:txBody>
          <a:bodyPr/>
          <a:lstStyle>
            <a:lvl1pPr marL="0" indent="0" algn="ctr">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points content</a:t>
            </a:r>
          </a:p>
        </p:txBody>
      </p:sp>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8401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456567"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8" name="Text Placeholder 21">
            <a:extLst>
              <a:ext uri="{FF2B5EF4-FFF2-40B4-BE49-F238E27FC236}">
                <a16:creationId xmlns:a16="http://schemas.microsoft.com/office/drawing/2014/main" id="{4D93B6E7-8048-C338-5C72-FE30BD6E56A6}"/>
              </a:ext>
            </a:extLst>
          </p:cNvPr>
          <p:cNvSpPr>
            <a:spLocks noGrp="1"/>
          </p:cNvSpPr>
          <p:nvPr>
            <p:ph type="body" sz="quarter" idx="16" hasCustomPrompt="1"/>
          </p:nvPr>
        </p:nvSpPr>
        <p:spPr>
          <a:xfrm>
            <a:off x="80029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839788"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456567"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3">
            <a:extLst>
              <a:ext uri="{FF2B5EF4-FFF2-40B4-BE49-F238E27FC236}">
                <a16:creationId xmlns:a16="http://schemas.microsoft.com/office/drawing/2014/main" id="{D0238D2F-7794-48FD-5C85-A87C72E7AD96}"/>
              </a:ext>
            </a:extLst>
          </p:cNvPr>
          <p:cNvSpPr>
            <a:spLocks noGrp="1"/>
          </p:cNvSpPr>
          <p:nvPr>
            <p:ph type="body" sz="quarter" idx="22" hasCustomPrompt="1"/>
          </p:nvPr>
        </p:nvSpPr>
        <p:spPr>
          <a:xfrm>
            <a:off x="8002991"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40256163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2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67426"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648637"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502225" y="1550104"/>
            <a:ext cx="10511618" cy="717713"/>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67426"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647900"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8708518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and 3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76109" y="2788213"/>
            <a:ext cx="2863866"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13296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3" y="1550104"/>
            <a:ext cx="10511618" cy="717713"/>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76110"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132968"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12" name="Text Placeholder 21">
            <a:extLst>
              <a:ext uri="{FF2B5EF4-FFF2-40B4-BE49-F238E27FC236}">
                <a16:creationId xmlns:a16="http://schemas.microsoft.com/office/drawing/2014/main" id="{0011CB6F-3F94-DC6A-29BB-1B7A0F3B8C71}"/>
              </a:ext>
            </a:extLst>
          </p:cNvPr>
          <p:cNvSpPr>
            <a:spLocks noGrp="1"/>
          </p:cNvSpPr>
          <p:nvPr>
            <p:ph type="body" sz="quarter" idx="22" hasCustomPrompt="1"/>
          </p:nvPr>
        </p:nvSpPr>
        <p:spPr>
          <a:xfrm>
            <a:off x="775165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13" name="Text Placeholder 23">
            <a:extLst>
              <a:ext uri="{FF2B5EF4-FFF2-40B4-BE49-F238E27FC236}">
                <a16:creationId xmlns:a16="http://schemas.microsoft.com/office/drawing/2014/main" id="{D42DB03B-CCC9-C3A9-0E68-734ED9FAE2D3}"/>
              </a:ext>
            </a:extLst>
          </p:cNvPr>
          <p:cNvSpPr>
            <a:spLocks noGrp="1"/>
          </p:cNvSpPr>
          <p:nvPr>
            <p:ph type="body" sz="quarter" idx="23" hasCustomPrompt="1"/>
          </p:nvPr>
        </p:nvSpPr>
        <p:spPr>
          <a:xfrm>
            <a:off x="7751657" y="3624191"/>
            <a:ext cx="286386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143780938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and 2x2 column">
    <p:bg>
      <p:bgPr>
        <a:solidFill>
          <a:srgbClr val="161D26"/>
        </a:solidFill>
        <a:effectLst/>
      </p:bgPr>
    </p:bg>
    <p:spTree>
      <p:nvGrpSpPr>
        <p:cNvPr id="1" name=""/>
        <p:cNvGrpSpPr/>
        <p:nvPr/>
      </p:nvGrpSpPr>
      <p:grpSpPr>
        <a:xfrm>
          <a:off x="0" y="0"/>
          <a:ext cx="0" cy="0"/>
          <a:chOff x="0" y="0"/>
          <a:chExt cx="0" cy="0"/>
        </a:xfrm>
      </p:grpSpPr>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700356"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83200" y="1550104"/>
            <a:ext cx="3156282" cy="3183749"/>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700358"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2" name="Text Placeholder 21">
            <a:extLst>
              <a:ext uri="{FF2B5EF4-FFF2-40B4-BE49-F238E27FC236}">
                <a16:creationId xmlns:a16="http://schemas.microsoft.com/office/drawing/2014/main" id="{D7738712-33DD-CFDE-10D7-31F3F70DC871}"/>
              </a:ext>
            </a:extLst>
          </p:cNvPr>
          <p:cNvSpPr>
            <a:spLocks noGrp="1"/>
          </p:cNvSpPr>
          <p:nvPr>
            <p:ph type="body" sz="quarter" idx="24" hasCustomPrompt="1"/>
          </p:nvPr>
        </p:nvSpPr>
        <p:spPr>
          <a:xfrm>
            <a:off x="8108574"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23" name="Text Placeholder 23">
            <a:extLst>
              <a:ext uri="{FF2B5EF4-FFF2-40B4-BE49-F238E27FC236}">
                <a16:creationId xmlns:a16="http://schemas.microsoft.com/office/drawing/2014/main" id="{C1F1EE16-B454-545C-69BE-7C3321C83F79}"/>
              </a:ext>
            </a:extLst>
          </p:cNvPr>
          <p:cNvSpPr>
            <a:spLocks noGrp="1"/>
          </p:cNvSpPr>
          <p:nvPr>
            <p:ph type="body" sz="quarter" idx="25" hasCustomPrompt="1"/>
          </p:nvPr>
        </p:nvSpPr>
        <p:spPr>
          <a:xfrm>
            <a:off x="8108576"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1">
            <a:extLst>
              <a:ext uri="{FF2B5EF4-FFF2-40B4-BE49-F238E27FC236}">
                <a16:creationId xmlns:a16="http://schemas.microsoft.com/office/drawing/2014/main" id="{6663C62C-AC24-84F5-051D-738253F7948C}"/>
              </a:ext>
            </a:extLst>
          </p:cNvPr>
          <p:cNvSpPr>
            <a:spLocks noGrp="1"/>
          </p:cNvSpPr>
          <p:nvPr>
            <p:ph type="body" sz="quarter" idx="26" hasCustomPrompt="1"/>
          </p:nvPr>
        </p:nvSpPr>
        <p:spPr>
          <a:xfrm>
            <a:off x="4700356"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7" name="Text Placeholder 23">
            <a:extLst>
              <a:ext uri="{FF2B5EF4-FFF2-40B4-BE49-F238E27FC236}">
                <a16:creationId xmlns:a16="http://schemas.microsoft.com/office/drawing/2014/main" id="{A2C5E56C-1A90-63E7-1531-1E93392952D3}"/>
              </a:ext>
            </a:extLst>
          </p:cNvPr>
          <p:cNvSpPr>
            <a:spLocks noGrp="1"/>
          </p:cNvSpPr>
          <p:nvPr>
            <p:ph type="body" sz="quarter" idx="27" hasCustomPrompt="1"/>
          </p:nvPr>
        </p:nvSpPr>
        <p:spPr>
          <a:xfrm>
            <a:off x="4700358"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8" name="Text Placeholder 21">
            <a:extLst>
              <a:ext uri="{FF2B5EF4-FFF2-40B4-BE49-F238E27FC236}">
                <a16:creationId xmlns:a16="http://schemas.microsoft.com/office/drawing/2014/main" id="{6D94D881-186D-3B8B-5FE6-0629728AFA36}"/>
              </a:ext>
            </a:extLst>
          </p:cNvPr>
          <p:cNvSpPr>
            <a:spLocks noGrp="1"/>
          </p:cNvSpPr>
          <p:nvPr>
            <p:ph type="body" sz="quarter" idx="28" hasCustomPrompt="1"/>
          </p:nvPr>
        </p:nvSpPr>
        <p:spPr>
          <a:xfrm>
            <a:off x="8108574"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29" name="Text Placeholder 23">
            <a:extLst>
              <a:ext uri="{FF2B5EF4-FFF2-40B4-BE49-F238E27FC236}">
                <a16:creationId xmlns:a16="http://schemas.microsoft.com/office/drawing/2014/main" id="{0714E946-886B-5901-56E0-B56EF06122E9}"/>
              </a:ext>
            </a:extLst>
          </p:cNvPr>
          <p:cNvSpPr>
            <a:spLocks noGrp="1"/>
          </p:cNvSpPr>
          <p:nvPr>
            <p:ph type="body" sz="quarter" idx="29" hasCustomPrompt="1"/>
          </p:nvPr>
        </p:nvSpPr>
        <p:spPr>
          <a:xfrm>
            <a:off x="8108576"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10921491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Title and 2x2 column w boxes">
    <p:bg>
      <p:bgPr>
        <a:solidFill>
          <a:srgbClr val="161D26"/>
        </a:solidFill>
        <a:effectLst/>
      </p:bgPr>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0F712FE6-91E4-EF03-76D2-2C281623487C}"/>
              </a:ext>
            </a:extLst>
          </p:cNvPr>
          <p:cNvSpPr/>
          <p:nvPr userDrawn="1"/>
        </p:nvSpPr>
        <p:spPr>
          <a:xfrm>
            <a:off x="4700565"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884862"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5" y="1550104"/>
            <a:ext cx="3156282" cy="3183749"/>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884864"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0" name="Rounded Rectangle 19">
            <a:extLst>
              <a:ext uri="{FF2B5EF4-FFF2-40B4-BE49-F238E27FC236}">
                <a16:creationId xmlns:a16="http://schemas.microsoft.com/office/drawing/2014/main" id="{55EDB056-8738-3DE7-CC6F-29C1DEC53BB9}"/>
              </a:ext>
            </a:extLst>
          </p:cNvPr>
          <p:cNvSpPr/>
          <p:nvPr userDrawn="1"/>
        </p:nvSpPr>
        <p:spPr>
          <a:xfrm>
            <a:off x="4700565"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21" name="Text Placeholder 21">
            <a:extLst>
              <a:ext uri="{FF2B5EF4-FFF2-40B4-BE49-F238E27FC236}">
                <a16:creationId xmlns:a16="http://schemas.microsoft.com/office/drawing/2014/main" id="{999EE95E-4EFC-FB7B-14F9-24CAB4FEEF5E}"/>
              </a:ext>
            </a:extLst>
          </p:cNvPr>
          <p:cNvSpPr>
            <a:spLocks noGrp="1"/>
          </p:cNvSpPr>
          <p:nvPr>
            <p:ph type="body" sz="quarter" idx="22" hasCustomPrompt="1"/>
          </p:nvPr>
        </p:nvSpPr>
        <p:spPr>
          <a:xfrm>
            <a:off x="4884862"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BF0138DD-073B-683F-F960-155017654C2E}"/>
              </a:ext>
            </a:extLst>
          </p:cNvPr>
          <p:cNvSpPr>
            <a:spLocks noGrp="1"/>
          </p:cNvSpPr>
          <p:nvPr>
            <p:ph type="body" sz="quarter" idx="23" hasCustomPrompt="1"/>
          </p:nvPr>
        </p:nvSpPr>
        <p:spPr>
          <a:xfrm>
            <a:off x="4884864"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0" name="Rounded Rectangle 29">
            <a:extLst>
              <a:ext uri="{FF2B5EF4-FFF2-40B4-BE49-F238E27FC236}">
                <a16:creationId xmlns:a16="http://schemas.microsoft.com/office/drawing/2014/main" id="{F35112F6-7394-90C4-A39C-039069DE503C}"/>
              </a:ext>
            </a:extLst>
          </p:cNvPr>
          <p:cNvSpPr/>
          <p:nvPr userDrawn="1"/>
        </p:nvSpPr>
        <p:spPr>
          <a:xfrm>
            <a:off x="7835651"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1" name="Text Placeholder 21">
            <a:extLst>
              <a:ext uri="{FF2B5EF4-FFF2-40B4-BE49-F238E27FC236}">
                <a16:creationId xmlns:a16="http://schemas.microsoft.com/office/drawing/2014/main" id="{C18FBA74-DAAA-E129-8851-6CB983EB9051}"/>
              </a:ext>
            </a:extLst>
          </p:cNvPr>
          <p:cNvSpPr>
            <a:spLocks noGrp="1"/>
          </p:cNvSpPr>
          <p:nvPr>
            <p:ph type="body" sz="quarter" idx="24" hasCustomPrompt="1"/>
          </p:nvPr>
        </p:nvSpPr>
        <p:spPr>
          <a:xfrm>
            <a:off x="8019948"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32" name="Text Placeholder 23">
            <a:extLst>
              <a:ext uri="{FF2B5EF4-FFF2-40B4-BE49-F238E27FC236}">
                <a16:creationId xmlns:a16="http://schemas.microsoft.com/office/drawing/2014/main" id="{C870C8EF-4B14-2D07-7D95-92D913A6076B}"/>
              </a:ext>
            </a:extLst>
          </p:cNvPr>
          <p:cNvSpPr>
            <a:spLocks noGrp="1"/>
          </p:cNvSpPr>
          <p:nvPr>
            <p:ph type="body" sz="quarter" idx="25" hasCustomPrompt="1"/>
          </p:nvPr>
        </p:nvSpPr>
        <p:spPr>
          <a:xfrm>
            <a:off x="8019950"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3" name="Rounded Rectangle 32">
            <a:extLst>
              <a:ext uri="{FF2B5EF4-FFF2-40B4-BE49-F238E27FC236}">
                <a16:creationId xmlns:a16="http://schemas.microsoft.com/office/drawing/2014/main" id="{F011B1B7-5825-9664-35BD-1E73774A280F}"/>
              </a:ext>
            </a:extLst>
          </p:cNvPr>
          <p:cNvSpPr/>
          <p:nvPr userDrawn="1"/>
        </p:nvSpPr>
        <p:spPr>
          <a:xfrm>
            <a:off x="7835651"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4" name="Text Placeholder 21">
            <a:extLst>
              <a:ext uri="{FF2B5EF4-FFF2-40B4-BE49-F238E27FC236}">
                <a16:creationId xmlns:a16="http://schemas.microsoft.com/office/drawing/2014/main" id="{183B6973-2CB8-4B71-D683-BC770EC99463}"/>
              </a:ext>
            </a:extLst>
          </p:cNvPr>
          <p:cNvSpPr>
            <a:spLocks noGrp="1"/>
          </p:cNvSpPr>
          <p:nvPr>
            <p:ph type="body" sz="quarter" idx="26" hasCustomPrompt="1"/>
          </p:nvPr>
        </p:nvSpPr>
        <p:spPr>
          <a:xfrm>
            <a:off x="8019948"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35" name="Text Placeholder 23">
            <a:extLst>
              <a:ext uri="{FF2B5EF4-FFF2-40B4-BE49-F238E27FC236}">
                <a16:creationId xmlns:a16="http://schemas.microsoft.com/office/drawing/2014/main" id="{6E51BEE7-3A11-AEB2-1488-A173CF807879}"/>
              </a:ext>
            </a:extLst>
          </p:cNvPr>
          <p:cNvSpPr>
            <a:spLocks noGrp="1"/>
          </p:cNvSpPr>
          <p:nvPr>
            <p:ph type="body" sz="quarter" idx="27" hasCustomPrompt="1"/>
          </p:nvPr>
        </p:nvSpPr>
        <p:spPr>
          <a:xfrm>
            <a:off x="8019950"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15310992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imag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500416" y="1532637"/>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image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48239"/>
            <a:ext cx="10664687" cy="3384550"/>
          </a:xfrm>
          <a:prstGeom prst="roundRect">
            <a:avLst>
              <a:gd name="adj" fmla="val 8562"/>
            </a:avLst>
          </a:prstGeom>
          <a:solidFill>
            <a:schemeClr val="bg2"/>
          </a:solidFill>
        </p:spPr>
        <p:txBody>
          <a:bodyPr/>
          <a:lstStyle/>
          <a:p>
            <a:endParaRPr lang="en-US"/>
          </a:p>
        </p:txBody>
      </p:sp>
    </p:spTree>
    <p:extLst>
      <p:ext uri="{BB962C8B-B14F-4D97-AF65-F5344CB8AC3E}">
        <p14:creationId xmlns:p14="http://schemas.microsoft.com/office/powerpoint/2010/main" val="214110343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and cod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486561" y="1124707"/>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code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06675"/>
            <a:ext cx="10664687" cy="3384550"/>
          </a:xfrm>
          <a:prstGeom prst="roundRect">
            <a:avLst>
              <a:gd name="adj" fmla="val 8562"/>
            </a:avLst>
          </a:prstGeom>
          <a:noFill/>
          <a:ln w="19050">
            <a:solidFill>
              <a:schemeClr val="bg2"/>
            </a:solidFill>
          </a:ln>
        </p:spPr>
        <p:txBody>
          <a:bodyPr/>
          <a:lstStyle/>
          <a:p>
            <a:endParaRPr lang="en-US"/>
          </a:p>
        </p:txBody>
      </p:sp>
      <p:sp>
        <p:nvSpPr>
          <p:cNvPr id="5" name="Text Placeholder 21">
            <a:extLst>
              <a:ext uri="{FF2B5EF4-FFF2-40B4-BE49-F238E27FC236}">
                <a16:creationId xmlns:a16="http://schemas.microsoft.com/office/drawing/2014/main" id="{761B93CA-04D6-E74F-91FD-A35FAB4C3701}"/>
              </a:ext>
            </a:extLst>
          </p:cNvPr>
          <p:cNvSpPr>
            <a:spLocks noGrp="1"/>
          </p:cNvSpPr>
          <p:nvPr>
            <p:ph type="body" sz="quarter" idx="10" hasCustomPrompt="1"/>
          </p:nvPr>
        </p:nvSpPr>
        <p:spPr>
          <a:xfrm>
            <a:off x="486561" y="749209"/>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Tree>
    <p:extLst>
      <p:ext uri="{BB962C8B-B14F-4D97-AF65-F5344CB8AC3E}">
        <p14:creationId xmlns:p14="http://schemas.microsoft.com/office/powerpoint/2010/main" val="34298213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5022" y="694380"/>
            <a:ext cx="5346883" cy="549146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486060"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486061"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57620459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content, and image_02">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28766981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content, two columns, and image_">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721360"/>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2458544"/>
            <a:ext cx="5422738" cy="66599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
        <p:nvSpPr>
          <p:cNvPr id="3" name="Text Placeholder 21">
            <a:extLst>
              <a:ext uri="{FF2B5EF4-FFF2-40B4-BE49-F238E27FC236}">
                <a16:creationId xmlns:a16="http://schemas.microsoft.com/office/drawing/2014/main" id="{2149FBC2-7683-A9B2-46C5-5B57FB19189E}"/>
              </a:ext>
            </a:extLst>
          </p:cNvPr>
          <p:cNvSpPr>
            <a:spLocks noGrp="1"/>
          </p:cNvSpPr>
          <p:nvPr>
            <p:ph type="body" sz="quarter" idx="22" hasCustomPrompt="1"/>
          </p:nvPr>
        </p:nvSpPr>
        <p:spPr>
          <a:xfrm>
            <a:off x="5865021"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4" name="Text Placeholder 23">
            <a:extLst>
              <a:ext uri="{FF2B5EF4-FFF2-40B4-BE49-F238E27FC236}">
                <a16:creationId xmlns:a16="http://schemas.microsoft.com/office/drawing/2014/main" id="{17EDA63C-3159-CA34-D4B9-9A79B9E9B3E2}"/>
              </a:ext>
            </a:extLst>
          </p:cNvPr>
          <p:cNvSpPr>
            <a:spLocks noGrp="1"/>
          </p:cNvSpPr>
          <p:nvPr>
            <p:ph type="body" sz="quarter" idx="23" hasCustomPrompt="1"/>
          </p:nvPr>
        </p:nvSpPr>
        <p:spPr>
          <a:xfrm>
            <a:off x="5865023"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5" name="Text Placeholder 21">
            <a:extLst>
              <a:ext uri="{FF2B5EF4-FFF2-40B4-BE49-F238E27FC236}">
                <a16:creationId xmlns:a16="http://schemas.microsoft.com/office/drawing/2014/main" id="{39D65247-30E9-1D1B-9BBF-08C0134797DF}"/>
              </a:ext>
            </a:extLst>
          </p:cNvPr>
          <p:cNvSpPr>
            <a:spLocks noGrp="1"/>
          </p:cNvSpPr>
          <p:nvPr>
            <p:ph type="body" sz="quarter" idx="26" hasCustomPrompt="1"/>
          </p:nvPr>
        </p:nvSpPr>
        <p:spPr>
          <a:xfrm>
            <a:off x="9000107"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6" name="Text Placeholder 23">
            <a:extLst>
              <a:ext uri="{FF2B5EF4-FFF2-40B4-BE49-F238E27FC236}">
                <a16:creationId xmlns:a16="http://schemas.microsoft.com/office/drawing/2014/main" id="{F16989F6-4ED5-C533-8D96-71926EBC6E56}"/>
              </a:ext>
            </a:extLst>
          </p:cNvPr>
          <p:cNvSpPr>
            <a:spLocks noGrp="1"/>
          </p:cNvSpPr>
          <p:nvPr>
            <p:ph type="body" sz="quarter" idx="27" hasCustomPrompt="1"/>
          </p:nvPr>
        </p:nvSpPr>
        <p:spPr>
          <a:xfrm>
            <a:off x="9000109"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6099375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content, and cod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1304" y="694380"/>
            <a:ext cx="5346883" cy="5491468"/>
          </a:xfrm>
          <a:prstGeom prst="roundRect">
            <a:avLst>
              <a:gd name="adj" fmla="val 4675"/>
            </a:avLst>
          </a:prstGeom>
          <a:noFill/>
          <a:ln w="19050">
            <a:solidFill>
              <a:schemeClr val="bg2"/>
            </a:solidFill>
          </a:ln>
        </p:spPr>
        <p:txBody>
          <a:bodyPr/>
          <a:lstStyle/>
          <a:p>
            <a:endParaRPr lang="en-US"/>
          </a:p>
        </p:txBody>
      </p:sp>
      <p:sp>
        <p:nvSpPr>
          <p:cNvPr id="2" name="Text Placeholder 21">
            <a:extLst>
              <a:ext uri="{FF2B5EF4-FFF2-40B4-BE49-F238E27FC236}">
                <a16:creationId xmlns:a16="http://schemas.microsoft.com/office/drawing/2014/main" id="{C2D34918-D686-3120-DEC4-3DC57586D1CD}"/>
              </a:ext>
            </a:extLst>
          </p:cNvPr>
          <p:cNvSpPr>
            <a:spLocks noGrp="1"/>
          </p:cNvSpPr>
          <p:nvPr>
            <p:ph type="body" sz="quarter" idx="10" hasCustomPrompt="1"/>
          </p:nvPr>
        </p:nvSpPr>
        <p:spPr>
          <a:xfrm>
            <a:off x="499248"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3" name="Text Placeholder 21">
            <a:extLst>
              <a:ext uri="{FF2B5EF4-FFF2-40B4-BE49-F238E27FC236}">
                <a16:creationId xmlns:a16="http://schemas.microsoft.com/office/drawing/2014/main" id="{92BE8E6F-2E29-1C28-D47A-4F8DA736641D}"/>
              </a:ext>
            </a:extLst>
          </p:cNvPr>
          <p:cNvSpPr>
            <a:spLocks noGrp="1"/>
          </p:cNvSpPr>
          <p:nvPr>
            <p:ph type="body" sz="quarter" idx="11" hasCustomPrompt="1"/>
          </p:nvPr>
        </p:nvSpPr>
        <p:spPr>
          <a:xfrm>
            <a:off x="486618"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code</a:t>
            </a:r>
          </a:p>
        </p:txBody>
      </p:sp>
      <p:sp>
        <p:nvSpPr>
          <p:cNvPr id="4" name="Text Placeholder 21">
            <a:extLst>
              <a:ext uri="{FF2B5EF4-FFF2-40B4-BE49-F238E27FC236}">
                <a16:creationId xmlns:a16="http://schemas.microsoft.com/office/drawing/2014/main" id="{D327B1D7-50B2-3252-1FA4-35AECAFF00EE}"/>
              </a:ext>
            </a:extLst>
          </p:cNvPr>
          <p:cNvSpPr>
            <a:spLocks noGrp="1"/>
          </p:cNvSpPr>
          <p:nvPr>
            <p:ph type="body" sz="quarter" idx="13" hasCustomPrompt="1"/>
          </p:nvPr>
        </p:nvSpPr>
        <p:spPr>
          <a:xfrm>
            <a:off x="486619"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407788064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128015" y="0"/>
            <a:ext cx="12320016" cy="6858000"/>
          </a:xfrm>
          <a:prstGeom prst="roundRect">
            <a:avLst>
              <a:gd name="adj" fmla="val 0"/>
            </a:avLst>
          </a:prstGeom>
          <a:solidFill>
            <a:schemeClr val="bg2"/>
          </a:solidFill>
        </p:spPr>
        <p:txBody>
          <a:bodyPr/>
          <a:lstStyle/>
          <a:p>
            <a:endParaRPr lang="en-US"/>
          </a:p>
        </p:txBody>
      </p:sp>
    </p:spTree>
    <p:extLst>
      <p:ext uri="{BB962C8B-B14F-4D97-AF65-F5344CB8AC3E}">
        <p14:creationId xmlns:p14="http://schemas.microsoft.com/office/powerpoint/2010/main" val="404030754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161D26"/>
        </a:solidFill>
        <a:effectLst/>
      </p:bgPr>
    </p:bg>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4214D09F-C4A1-6D48-55BF-33FE47B9089D}"/>
              </a:ext>
            </a:extLst>
          </p:cNvPr>
          <p:cNvSpPr>
            <a:spLocks noGrp="1"/>
          </p:cNvSpPr>
          <p:nvPr>
            <p:ph type="body" sz="quarter" idx="11" hasCustomPrompt="1"/>
          </p:nvPr>
        </p:nvSpPr>
        <p:spPr>
          <a:xfrm>
            <a:off x="486566" y="65019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only slide</a:t>
            </a:r>
          </a:p>
        </p:txBody>
      </p:sp>
    </p:spTree>
    <p:extLst>
      <p:ext uri="{BB962C8B-B14F-4D97-AF65-F5344CB8AC3E}">
        <p14:creationId xmlns:p14="http://schemas.microsoft.com/office/powerpoint/2010/main" val="47313666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Session Title - 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8"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3"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3"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20128234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Session Title -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437687-5DF0-1D81-925D-844EE787EEB9}"/>
              </a:ext>
            </a:extLst>
          </p:cNvPr>
          <p:cNvSpPr/>
          <p:nvPr userDrawn="1"/>
        </p:nvSpPr>
        <p:spPr>
          <a:xfrm>
            <a:off x="0" y="0"/>
            <a:ext cx="12192000" cy="6858000"/>
          </a:xfrm>
          <a:prstGeom prst="rect">
            <a:avLst/>
          </a:prstGeom>
          <a:solidFill>
            <a:srgbClr val="151D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4"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31961586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_Thank you &amp; QR code">
    <p:spTree>
      <p:nvGrpSpPr>
        <p:cNvPr id="1" name=""/>
        <p:cNvGrpSpPr/>
        <p:nvPr/>
      </p:nvGrpSpPr>
      <p:grpSpPr>
        <a:xfrm>
          <a:off x="0" y="0"/>
          <a:ext cx="0" cy="0"/>
          <a:chOff x="0" y="0"/>
          <a:chExt cx="0" cy="0"/>
        </a:xfrm>
      </p:grpSpPr>
      <p:pic>
        <p:nvPicPr>
          <p:cNvPr id="10" name="Picture 9" descr="A purple and blue background&#10;&#10;AI-generated content may be incorrect.">
            <a:extLst>
              <a:ext uri="{FF2B5EF4-FFF2-40B4-BE49-F238E27FC236}">
                <a16:creationId xmlns:a16="http://schemas.microsoft.com/office/drawing/2014/main" id="{655FC996-A5B8-5013-E799-734F0CE537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5" name="Rectangle 4">
            <a:extLst>
              <a:ext uri="{FF2B5EF4-FFF2-40B4-BE49-F238E27FC236}">
                <a16:creationId xmlns:a16="http://schemas.microsoft.com/office/drawing/2014/main" id="{6930E374-E43A-7817-56ED-620244F03D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TextBox 5">
            <a:extLst>
              <a:ext uri="{FF2B5EF4-FFF2-40B4-BE49-F238E27FC236}">
                <a16:creationId xmlns:a16="http://schemas.microsoft.com/office/drawing/2014/main" id="{25D28670-6BD7-6EDA-1F7A-A1CDEFB809E2}"/>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30368181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hank you">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537277"/>
            <a:ext cx="835752" cy="499786"/>
          </a:xfrm>
          <a:prstGeom prst="rect">
            <a:avLst/>
          </a:prstGeom>
        </p:spPr>
      </p:pic>
      <p:sp>
        <p:nvSpPr>
          <p:cNvPr id="2" name="Text Placeholder 21">
            <a:extLst>
              <a:ext uri="{FF2B5EF4-FFF2-40B4-BE49-F238E27FC236}">
                <a16:creationId xmlns:a16="http://schemas.microsoft.com/office/drawing/2014/main" id="{BD798EA0-85C0-1EE6-826D-0B9CC385B0AD}"/>
              </a:ext>
            </a:extLst>
          </p:cNvPr>
          <p:cNvSpPr>
            <a:spLocks noGrp="1"/>
          </p:cNvSpPr>
          <p:nvPr>
            <p:ph type="body" sz="quarter" idx="11" hasCustomPrompt="1"/>
          </p:nvPr>
        </p:nvSpPr>
        <p:spPr>
          <a:xfrm>
            <a:off x="486616"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CB32FC0C-8C3E-EC9A-E2FA-6EE909E76F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1ED149B1-2D95-35AC-CEBC-88E8E42F7571}"/>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93623535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_Thank you &amp; QR code">
    <p:spTree>
      <p:nvGrpSpPr>
        <p:cNvPr id="1" name=""/>
        <p:cNvGrpSpPr/>
        <p:nvPr/>
      </p:nvGrpSpPr>
      <p:grpSpPr>
        <a:xfrm>
          <a:off x="0" y="0"/>
          <a:ext cx="0" cy="0"/>
          <a:chOff x="0" y="0"/>
          <a:chExt cx="0" cy="0"/>
        </a:xfrm>
      </p:grpSpPr>
      <p:pic>
        <p:nvPicPr>
          <p:cNvPr id="12" name="Picture 11" descr="A purple and blue background&#10;&#10;AI-generated content may be incorrect.">
            <a:extLst>
              <a:ext uri="{FF2B5EF4-FFF2-40B4-BE49-F238E27FC236}">
                <a16:creationId xmlns:a16="http://schemas.microsoft.com/office/drawing/2014/main" id="{56BF139E-A371-BD33-4544-690E251016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BF665193-C876-5B9E-E3ED-F7303F605376}"/>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33AF1947-BEFA-E116-B659-78B6A2F46848}"/>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392428096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_Thank you &amp; QR code">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8" name="Rectangle 7">
            <a:extLst>
              <a:ext uri="{FF2B5EF4-FFF2-40B4-BE49-F238E27FC236}">
                <a16:creationId xmlns:a16="http://schemas.microsoft.com/office/drawing/2014/main" id="{FA0364CA-33E8-6BA8-69BF-4B4F35C5EEB2}"/>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9" name="TextBox 8">
            <a:extLst>
              <a:ext uri="{FF2B5EF4-FFF2-40B4-BE49-F238E27FC236}">
                <a16:creationId xmlns:a16="http://schemas.microsoft.com/office/drawing/2014/main" id="{6A72C134-7120-C362-31B3-9F9E993EE4C4}"/>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08984303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purple and blue gradient&#10;&#10;AI-generated content may be incorrect.">
            <a:extLst>
              <a:ext uri="{FF2B5EF4-FFF2-40B4-BE49-F238E27FC236}">
                <a16:creationId xmlns:a16="http://schemas.microsoft.com/office/drawing/2014/main" id="{EDBFAC01-0FA7-B8F7-7462-2916A3EEE9C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Tree>
    <p:extLst>
      <p:ext uri="{BB962C8B-B14F-4D97-AF65-F5344CB8AC3E}">
        <p14:creationId xmlns:p14="http://schemas.microsoft.com/office/powerpoint/2010/main" val="154392608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3FA8EB-0600-F8CB-1D5D-ADAF85CCDB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28D0138-670A-478D-BCC5-48A85ECF1D46}"/>
              </a:ext>
            </a:extLst>
          </p:cNvPr>
          <p:cNvSpPr>
            <a:spLocks noGrp="1"/>
          </p:cNvSpPr>
          <p:nvPr>
            <p:ph type="title" hasCustomPrompt="1"/>
          </p:nvPr>
        </p:nvSpPr>
        <p:spPr>
          <a:xfrm>
            <a:off x="304800" y="2707821"/>
            <a:ext cx="8191500" cy="1442355"/>
          </a:xfrm>
        </p:spPr>
        <p:txBody>
          <a:bodyPr anchor="ctr"/>
          <a:lstStyle>
            <a:lvl1pPr>
              <a:defRPr sz="4400"/>
            </a:lvl1pPr>
          </a:lstStyle>
          <a:p>
            <a:r>
              <a:rPr lang="en-US" dirty="0"/>
              <a:t>Section divider – </a:t>
            </a:r>
            <a:br>
              <a:rPr lang="en-US" dirty="0"/>
            </a:br>
            <a:r>
              <a:rPr lang="en-US" dirty="0"/>
              <a:t>Enter section name here</a:t>
            </a:r>
          </a:p>
        </p:txBody>
      </p:sp>
      <p:sp>
        <p:nvSpPr>
          <p:cNvPr id="5" name="TextBox 3">
            <a:extLst>
              <a:ext uri="{FF2B5EF4-FFF2-40B4-BE49-F238E27FC236}">
                <a16:creationId xmlns:a16="http://schemas.microsoft.com/office/drawing/2014/main" id="{8346ACD8-81A7-4692-9AFD-C9752EC695DD}"/>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8" name="Picture 7">
            <a:extLst>
              <a:ext uri="{FF2B5EF4-FFF2-40B4-BE49-F238E27FC236}">
                <a16:creationId xmlns:a16="http://schemas.microsoft.com/office/drawing/2014/main" id="{853D8AE1-0FD2-4DEF-8808-670A058C1CE3}"/>
              </a:ext>
            </a:extLst>
          </p:cNvPr>
          <p:cNvPicPr>
            <a:picLocks noChangeAspect="1"/>
          </p:cNvPicPr>
          <p:nvPr userDrawn="1"/>
        </p:nvPicPr>
        <p:blipFill>
          <a:blip r:embed="rId3"/>
          <a:srcRect/>
          <a:stretch/>
        </p:blipFill>
        <p:spPr>
          <a:xfrm>
            <a:off x="292501" y="6428661"/>
            <a:ext cx="388818" cy="219592"/>
          </a:xfrm>
          <a:prstGeom prst="rect">
            <a:avLst/>
          </a:prstGeom>
        </p:spPr>
      </p:pic>
    </p:spTree>
    <p:extLst>
      <p:ext uri="{BB962C8B-B14F-4D97-AF65-F5344CB8AC3E}">
        <p14:creationId xmlns:p14="http://schemas.microsoft.com/office/powerpoint/2010/main" val="336697166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dirty="0"/>
              <a:t>Title only layout</a:t>
            </a:r>
          </a:p>
        </p:txBody>
      </p:sp>
      <p:pic>
        <p:nvPicPr>
          <p:cNvPr id="5" name="Picture 4">
            <a:extLst>
              <a:ext uri="{FF2B5EF4-FFF2-40B4-BE49-F238E27FC236}">
                <a16:creationId xmlns:a16="http://schemas.microsoft.com/office/drawing/2014/main" id="{402F0F9B-4E5D-4C0C-B506-59FB29965EB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97536" cy="6858000"/>
          </a:xfrm>
          <a:prstGeom prst="rect">
            <a:avLst/>
          </a:prstGeom>
        </p:spPr>
      </p:pic>
    </p:spTree>
    <p:extLst>
      <p:ext uri="{BB962C8B-B14F-4D97-AF65-F5344CB8AC3E}">
        <p14:creationId xmlns:p14="http://schemas.microsoft.com/office/powerpoint/2010/main" val="1115868902"/>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0D7547C9-19DE-47C5-B92E-D961CE0CDE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97536" cy="6858000"/>
          </a:xfrm>
          <a:prstGeom prst="rect">
            <a:avLst/>
          </a:prstGeom>
        </p:spPr>
      </p:pic>
    </p:spTree>
    <p:extLst>
      <p:ext uri="{BB962C8B-B14F-4D97-AF65-F5344CB8AC3E}">
        <p14:creationId xmlns:p14="http://schemas.microsoft.com/office/powerpoint/2010/main" val="2785873966"/>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708616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Walk on">
    <p:spTree>
      <p:nvGrpSpPr>
        <p:cNvPr id="1" name=""/>
        <p:cNvGrpSpPr/>
        <p:nvPr/>
      </p:nvGrpSpPr>
      <p:grpSpPr>
        <a:xfrm>
          <a:off x="0" y="0"/>
          <a:ext cx="0" cy="0"/>
          <a:chOff x="0" y="0"/>
          <a:chExt cx="0" cy="0"/>
        </a:xfrm>
      </p:grpSpPr>
      <p:pic>
        <p:nvPicPr>
          <p:cNvPr id="3" name="Picture 2" descr="A close-up of a colorful background&#10;&#10;AI-generated content may be incorrect.">
            <a:extLst>
              <a:ext uri="{FF2B5EF4-FFF2-40B4-BE49-F238E27FC236}">
                <a16:creationId xmlns:a16="http://schemas.microsoft.com/office/drawing/2014/main" id="{8F0CD83B-FED8-8C19-0DC5-591BFA61F6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12412EBA-77D0-2550-D30E-416009443B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1150" y="3312356"/>
            <a:ext cx="4168175" cy="1344189"/>
          </a:xfrm>
          <a:prstGeom prst="rect">
            <a:avLst/>
          </a:prstGeom>
        </p:spPr>
      </p:pic>
    </p:spTree>
    <p:extLst>
      <p:ext uri="{BB962C8B-B14F-4D97-AF65-F5344CB8AC3E}">
        <p14:creationId xmlns:p14="http://schemas.microsoft.com/office/powerpoint/2010/main" val="1104981811"/>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ssion Title - 1">
    <p:spTree>
      <p:nvGrpSpPr>
        <p:cNvPr id="1" name=""/>
        <p:cNvGrpSpPr/>
        <p:nvPr/>
      </p:nvGrpSpPr>
      <p:grpSpPr>
        <a:xfrm>
          <a:off x="0" y="0"/>
          <a:ext cx="0" cy="0"/>
          <a:chOff x="0" y="0"/>
          <a:chExt cx="0" cy="0"/>
        </a:xfrm>
      </p:grpSpPr>
      <p:pic>
        <p:nvPicPr>
          <p:cNvPr id="3" name="Picture 2" descr="A blurry image of a colorful background&#10;&#10;AI-generated content may be incorrect.">
            <a:extLst>
              <a:ext uri="{FF2B5EF4-FFF2-40B4-BE49-F238E27FC236}">
                <a16:creationId xmlns:a16="http://schemas.microsoft.com/office/drawing/2014/main" id="{7B9D837A-94BA-DED9-AE91-9C0503ABE2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805275672"/>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Session Title - 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2307291610"/>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ssion Title - 2">
    <p:spTree>
      <p:nvGrpSpPr>
        <p:cNvPr id="1" name=""/>
        <p:cNvGrpSpPr/>
        <p:nvPr/>
      </p:nvGrpSpPr>
      <p:grpSpPr>
        <a:xfrm>
          <a:off x="0" y="0"/>
          <a:ext cx="0" cy="0"/>
          <a:chOff x="0" y="0"/>
          <a:chExt cx="0" cy="0"/>
        </a:xfrm>
      </p:grpSpPr>
      <p:pic>
        <p:nvPicPr>
          <p:cNvPr id="2" name="Picture 1" descr="A purple and blue gradient&#10;&#10;AI-generated content may be incorrect.">
            <a:extLst>
              <a:ext uri="{FF2B5EF4-FFF2-40B4-BE49-F238E27FC236}">
                <a16:creationId xmlns:a16="http://schemas.microsoft.com/office/drawing/2014/main" id="{D1BFE156-3870-45A2-6BDF-AB0351C2A3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5942719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ssion Title -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688E7E-560D-1F85-60AE-F11B53EB181C}"/>
              </a:ext>
            </a:extLst>
          </p:cNvPr>
          <p:cNvSpPr/>
          <p:nvPr userDrawn="1"/>
        </p:nvSpPr>
        <p:spPr>
          <a:xfrm>
            <a:off x="0" y="0"/>
            <a:ext cx="12192000" cy="6858000"/>
          </a:xfrm>
          <a:prstGeom prst="rect">
            <a:avLst/>
          </a:prstGeom>
          <a:solidFill>
            <a:srgbClr val="151D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 name="Graphic 1">
            <a:extLst>
              <a:ext uri="{FF2B5EF4-FFF2-40B4-BE49-F238E27FC236}">
                <a16:creationId xmlns:a16="http://schemas.microsoft.com/office/drawing/2014/main" id="{1EF57A0F-E278-CD58-9703-2C36EBEE4F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3304" y="537277"/>
            <a:ext cx="835752" cy="499786"/>
          </a:xfrm>
          <a:prstGeom prst="rect">
            <a:avLst/>
          </a:prstGeom>
        </p:spPr>
      </p:pic>
      <p:sp>
        <p:nvSpPr>
          <p:cNvPr id="3" name="Text Placeholder 21">
            <a:extLst>
              <a:ext uri="{FF2B5EF4-FFF2-40B4-BE49-F238E27FC236}">
                <a16:creationId xmlns:a16="http://schemas.microsoft.com/office/drawing/2014/main" id="{75964A49-4B15-7572-0B46-92FB64D1679B}"/>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4" name="Text Placeholder 21">
            <a:extLst>
              <a:ext uri="{FF2B5EF4-FFF2-40B4-BE49-F238E27FC236}">
                <a16:creationId xmlns:a16="http://schemas.microsoft.com/office/drawing/2014/main" id="{6CB35DDF-B025-928C-8606-6F4A1B6250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5" name="Text Placeholder 21">
            <a:extLst>
              <a:ext uri="{FF2B5EF4-FFF2-40B4-BE49-F238E27FC236}">
                <a16:creationId xmlns:a16="http://schemas.microsoft.com/office/drawing/2014/main" id="{4A7E3313-4259-1997-ED9D-5C3D97E23092}"/>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6" name="Text Placeholder 21">
            <a:extLst>
              <a:ext uri="{FF2B5EF4-FFF2-40B4-BE49-F238E27FC236}">
                <a16:creationId xmlns:a16="http://schemas.microsoft.com/office/drawing/2014/main" id="{10016296-5F2F-BE48-746B-ACD2B085B0D2}"/>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7" name="Text Placeholder 21">
            <a:extLst>
              <a:ext uri="{FF2B5EF4-FFF2-40B4-BE49-F238E27FC236}">
                <a16:creationId xmlns:a16="http://schemas.microsoft.com/office/drawing/2014/main" id="{A473B96F-ACDC-834E-D803-FE0EDB6F6B42}"/>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8" name="Text Placeholder 21">
            <a:extLst>
              <a:ext uri="{FF2B5EF4-FFF2-40B4-BE49-F238E27FC236}">
                <a16:creationId xmlns:a16="http://schemas.microsoft.com/office/drawing/2014/main" id="{0EBCA48F-8E14-CBBE-B836-B37F2CD05143}"/>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9" name="Text Placeholder 21">
            <a:extLst>
              <a:ext uri="{FF2B5EF4-FFF2-40B4-BE49-F238E27FC236}">
                <a16:creationId xmlns:a16="http://schemas.microsoft.com/office/drawing/2014/main" id="{9FD6071B-2B55-3490-FBFF-04599195AC7D}"/>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10" name="Text Placeholder 21">
            <a:extLst>
              <a:ext uri="{FF2B5EF4-FFF2-40B4-BE49-F238E27FC236}">
                <a16:creationId xmlns:a16="http://schemas.microsoft.com/office/drawing/2014/main" id="{B8330354-A7B3-333A-42F3-C2381A5D603D}"/>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10841741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 y="6428661"/>
            <a:ext cx="388818" cy="232516"/>
          </a:xfrm>
          <a:prstGeom prst="rect">
            <a:avLst/>
          </a:prstGeom>
        </p:spPr>
      </p:pic>
      <p:pic>
        <p:nvPicPr>
          <p:cNvPr id="4" name="Picture 3" descr="A close up of a purple and blue gradient&#10;&#10;AI-generated content may be incorrect.">
            <a:extLst>
              <a:ext uri="{FF2B5EF4-FFF2-40B4-BE49-F238E27FC236}">
                <a16:creationId xmlns:a16="http://schemas.microsoft.com/office/drawing/2014/main" id="{71B910AB-8F37-BE20-F28A-2E2E6BF62B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1" b="4183"/>
          <a:stretch>
            <a:fillRect/>
          </a:stretch>
        </p:blipFill>
        <p:spPr>
          <a:xfrm>
            <a:off x="0" y="0"/>
            <a:ext cx="12192000" cy="6858000"/>
          </a:xfrm>
          <a:prstGeom prst="rect">
            <a:avLst/>
          </a:prstGeom>
        </p:spPr>
      </p:pic>
    </p:spTree>
    <p:extLst>
      <p:ext uri="{BB962C8B-B14F-4D97-AF65-F5344CB8AC3E}">
        <p14:creationId xmlns:p14="http://schemas.microsoft.com/office/powerpoint/2010/main" val="2718332735"/>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3" name="Picture 2" descr="A blue and pink gradient&#10;&#10;AI-generated content may be incorrect.">
            <a:extLst>
              <a:ext uri="{FF2B5EF4-FFF2-40B4-BE49-F238E27FC236}">
                <a16:creationId xmlns:a16="http://schemas.microsoft.com/office/drawing/2014/main" id="{97CB27F8-3A0B-FB32-ED56-4885C07CCC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1820619742"/>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61D26"/>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4FB4B58-2049-3EB6-9DE6-586F41586795}"/>
              </a:ext>
            </a:extLst>
          </p:cNvPr>
          <p:cNvCxnSpPr>
            <a:cxnSpLocks/>
          </p:cNvCxnSpPr>
          <p:nvPr userDrawn="1"/>
        </p:nvCxnSpPr>
        <p:spPr>
          <a:xfrm>
            <a:off x="3443706" y="1349224"/>
            <a:ext cx="0" cy="4546609"/>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5" name="Text Placeholder 21">
            <a:extLst>
              <a:ext uri="{FF2B5EF4-FFF2-40B4-BE49-F238E27FC236}">
                <a16:creationId xmlns:a16="http://schemas.microsoft.com/office/drawing/2014/main" id="{818BB5EC-A618-2D03-DEA5-36873FA1E1F5}"/>
              </a:ext>
            </a:extLst>
          </p:cNvPr>
          <p:cNvSpPr>
            <a:spLocks noGrp="1"/>
          </p:cNvSpPr>
          <p:nvPr>
            <p:ph type="body" sz="quarter" idx="11" hasCustomPrompt="1"/>
          </p:nvPr>
        </p:nvSpPr>
        <p:spPr>
          <a:xfrm>
            <a:off x="481864" y="1422541"/>
            <a:ext cx="2504923" cy="116825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Agenda</a:t>
            </a:r>
          </a:p>
        </p:txBody>
      </p:sp>
      <p:sp>
        <p:nvSpPr>
          <p:cNvPr id="6" name="Text Placeholder 21">
            <a:extLst>
              <a:ext uri="{FF2B5EF4-FFF2-40B4-BE49-F238E27FC236}">
                <a16:creationId xmlns:a16="http://schemas.microsoft.com/office/drawing/2014/main" id="{C2614ABB-5806-776E-27EA-3AA282A6B581}"/>
              </a:ext>
            </a:extLst>
          </p:cNvPr>
          <p:cNvSpPr>
            <a:spLocks noGrp="1"/>
          </p:cNvSpPr>
          <p:nvPr>
            <p:ph type="body" sz="quarter" idx="12" hasCustomPrompt="1"/>
          </p:nvPr>
        </p:nvSpPr>
        <p:spPr>
          <a:xfrm>
            <a:off x="4004447" y="1422541"/>
            <a:ext cx="6178623" cy="4376307"/>
          </a:xfrm>
          <a:prstGeom prst="rect">
            <a:avLst/>
          </a:prstGeom>
        </p:spPr>
        <p:txBody>
          <a:bodyPr/>
          <a:lstStyle>
            <a:lvl1pPr marL="0" marR="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kumimoji="0" lang="en-US" sz="20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Agenda item 1</a:t>
            </a:r>
          </a:p>
          <a:p>
            <a:pPr lvl="0"/>
            <a:r>
              <a:rPr lang="en-US" dirty="0"/>
              <a:t>Agenda item 2</a:t>
            </a:r>
          </a:p>
          <a:p>
            <a:pPr lvl="0"/>
            <a:r>
              <a:rPr lang="en-US" dirty="0"/>
              <a:t>Agenda item 3</a:t>
            </a:r>
          </a:p>
          <a:p>
            <a:pPr lvl="0"/>
            <a:r>
              <a:rPr lang="en-US" dirty="0"/>
              <a:t>Agenda item 4</a:t>
            </a:r>
          </a:p>
          <a:p>
            <a:pPr lvl="0"/>
            <a:r>
              <a:rPr lang="en-US" dirty="0"/>
              <a:t>Agenda item 5</a:t>
            </a:r>
          </a:p>
          <a:p>
            <a:pPr lvl="0"/>
            <a:r>
              <a:rPr lang="en-US" dirty="0"/>
              <a:t>Agenda item 6</a:t>
            </a:r>
          </a:p>
          <a:p>
            <a:pPr lvl="0"/>
            <a:endParaRPr lang="en-US" dirty="0"/>
          </a:p>
        </p:txBody>
      </p:sp>
    </p:spTree>
    <p:extLst>
      <p:ext uri="{BB962C8B-B14F-4D97-AF65-F5344CB8AC3E}">
        <p14:creationId xmlns:p14="http://schemas.microsoft.com/office/powerpoint/2010/main" val="95737669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161D26"/>
        </a:solidFill>
        <a:effectLst/>
      </p:bgPr>
    </p:bg>
    <p:spTree>
      <p:nvGrpSpPr>
        <p:cNvPr id="1" name=""/>
        <p:cNvGrpSpPr/>
        <p:nvPr/>
      </p:nvGrpSpPr>
      <p:grpSpPr>
        <a:xfrm>
          <a:off x="0" y="0"/>
          <a:ext cx="0" cy="0"/>
          <a:chOff x="0" y="0"/>
          <a:chExt cx="0" cy="0"/>
        </a:xfrm>
      </p:grpSpPr>
      <p:sp>
        <p:nvSpPr>
          <p:cNvPr id="7" name="Text Placeholder 21">
            <a:extLst>
              <a:ext uri="{FF2B5EF4-FFF2-40B4-BE49-F238E27FC236}">
                <a16:creationId xmlns:a16="http://schemas.microsoft.com/office/drawing/2014/main" id="{2BC98CF5-E0A8-92D9-AB13-5A5B93AB9706}"/>
              </a:ext>
            </a:extLst>
          </p:cNvPr>
          <p:cNvSpPr>
            <a:spLocks noGrp="1"/>
          </p:cNvSpPr>
          <p:nvPr>
            <p:ph type="body" sz="quarter" idx="11" hasCustomPrompt="1"/>
          </p:nvPr>
        </p:nvSpPr>
        <p:spPr>
          <a:xfrm>
            <a:off x="502225" y="196202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text</a:t>
            </a:r>
          </a:p>
        </p:txBody>
      </p:sp>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3043524"/>
            <a:ext cx="7300863"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Tree>
    <p:extLst>
      <p:ext uri="{BB962C8B-B14F-4D97-AF65-F5344CB8AC3E}">
        <p14:creationId xmlns:p14="http://schemas.microsoft.com/office/powerpoint/2010/main" val="271717029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nd content - 1">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11707" y="1586429"/>
            <a:ext cx="0" cy="4018274"/>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88265"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75635"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5155159" y="2214070"/>
            <a:ext cx="6396066"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75636"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318516816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itle and 3 row content">
    <p:bg>
      <p:bgPr>
        <a:solidFill>
          <a:srgbClr val="161D26"/>
        </a:solidFill>
        <a:effectLst/>
      </p:bgPr>
    </p:bg>
    <p:spTree>
      <p:nvGrpSpPr>
        <p:cNvPr id="1" name=""/>
        <p:cNvGrpSpPr/>
        <p:nvPr/>
      </p:nvGrpSpPr>
      <p:grpSpPr>
        <a:xfrm>
          <a:off x="0" y="0"/>
          <a:ext cx="0" cy="0"/>
          <a:chOff x="0" y="0"/>
          <a:chExt cx="0" cy="0"/>
        </a:xfrm>
      </p:grpSpPr>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19" y="1106577"/>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4782056" y="1106577"/>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1</a:t>
            </a:r>
          </a:p>
        </p:txBody>
      </p:sp>
      <p:cxnSp>
        <p:nvCxnSpPr>
          <p:cNvPr id="16" name="Straight Connector 15">
            <a:extLst>
              <a:ext uri="{FF2B5EF4-FFF2-40B4-BE49-F238E27FC236}">
                <a16:creationId xmlns:a16="http://schemas.microsoft.com/office/drawing/2014/main" id="{F5287881-C57E-D101-1C25-3E0FF8FDC5E7}"/>
              </a:ext>
            </a:extLst>
          </p:cNvPr>
          <p:cNvCxnSpPr>
            <a:cxnSpLocks/>
          </p:cNvCxnSpPr>
          <p:nvPr userDrawn="1"/>
        </p:nvCxnSpPr>
        <p:spPr>
          <a:xfrm>
            <a:off x="4185978" y="1212574"/>
            <a:ext cx="0" cy="4721087"/>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8" name="Text Placeholder 21">
            <a:extLst>
              <a:ext uri="{FF2B5EF4-FFF2-40B4-BE49-F238E27FC236}">
                <a16:creationId xmlns:a16="http://schemas.microsoft.com/office/drawing/2014/main" id="{634A4CAF-90EC-E954-3BFB-6E43FD445519}"/>
              </a:ext>
            </a:extLst>
          </p:cNvPr>
          <p:cNvSpPr>
            <a:spLocks noGrp="1"/>
          </p:cNvSpPr>
          <p:nvPr>
            <p:ph type="body" sz="quarter" idx="13" hasCustomPrompt="1"/>
          </p:nvPr>
        </p:nvSpPr>
        <p:spPr>
          <a:xfrm>
            <a:off x="4782056" y="1700906"/>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19" name="Text Placeholder 21">
            <a:extLst>
              <a:ext uri="{FF2B5EF4-FFF2-40B4-BE49-F238E27FC236}">
                <a16:creationId xmlns:a16="http://schemas.microsoft.com/office/drawing/2014/main" id="{37F65AD8-E4FD-4984-5FBA-EC5F6A685D9A}"/>
              </a:ext>
            </a:extLst>
          </p:cNvPr>
          <p:cNvSpPr>
            <a:spLocks noGrp="1"/>
          </p:cNvSpPr>
          <p:nvPr>
            <p:ph type="body" sz="quarter" idx="14" hasCustomPrompt="1"/>
          </p:nvPr>
        </p:nvSpPr>
        <p:spPr>
          <a:xfrm>
            <a:off x="4782056" y="2890611"/>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2</a:t>
            </a:r>
          </a:p>
        </p:txBody>
      </p:sp>
      <p:sp>
        <p:nvSpPr>
          <p:cNvPr id="20" name="Text Placeholder 21">
            <a:extLst>
              <a:ext uri="{FF2B5EF4-FFF2-40B4-BE49-F238E27FC236}">
                <a16:creationId xmlns:a16="http://schemas.microsoft.com/office/drawing/2014/main" id="{DCE340B5-AF30-C9FD-EA84-87B943FC7B83}"/>
              </a:ext>
            </a:extLst>
          </p:cNvPr>
          <p:cNvSpPr>
            <a:spLocks noGrp="1"/>
          </p:cNvSpPr>
          <p:nvPr>
            <p:ph type="body" sz="quarter" idx="15" hasCustomPrompt="1"/>
          </p:nvPr>
        </p:nvSpPr>
        <p:spPr>
          <a:xfrm>
            <a:off x="4782056" y="3484940"/>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21" name="Text Placeholder 21">
            <a:extLst>
              <a:ext uri="{FF2B5EF4-FFF2-40B4-BE49-F238E27FC236}">
                <a16:creationId xmlns:a16="http://schemas.microsoft.com/office/drawing/2014/main" id="{1344ABFA-783F-F7DE-C825-0026F5EB31A5}"/>
              </a:ext>
            </a:extLst>
          </p:cNvPr>
          <p:cNvSpPr>
            <a:spLocks noGrp="1"/>
          </p:cNvSpPr>
          <p:nvPr>
            <p:ph type="body" sz="quarter" idx="16" hasCustomPrompt="1"/>
          </p:nvPr>
        </p:nvSpPr>
        <p:spPr>
          <a:xfrm>
            <a:off x="4782056" y="4653183"/>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3</a:t>
            </a:r>
          </a:p>
        </p:txBody>
      </p:sp>
      <p:sp>
        <p:nvSpPr>
          <p:cNvPr id="22" name="Text Placeholder 21">
            <a:extLst>
              <a:ext uri="{FF2B5EF4-FFF2-40B4-BE49-F238E27FC236}">
                <a16:creationId xmlns:a16="http://schemas.microsoft.com/office/drawing/2014/main" id="{C3D4EB6E-2D83-811D-C211-5CA9EC0D0890}"/>
              </a:ext>
            </a:extLst>
          </p:cNvPr>
          <p:cNvSpPr>
            <a:spLocks noGrp="1"/>
          </p:cNvSpPr>
          <p:nvPr>
            <p:ph type="body" sz="quarter" idx="17" hasCustomPrompt="1"/>
          </p:nvPr>
        </p:nvSpPr>
        <p:spPr>
          <a:xfrm>
            <a:off x="4782056" y="5247512"/>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Tree>
    <p:extLst>
      <p:ext uri="{BB962C8B-B14F-4D97-AF65-F5344CB8AC3E}">
        <p14:creationId xmlns:p14="http://schemas.microsoft.com/office/powerpoint/2010/main" val="132072778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content - 2">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22692" y="1586429"/>
            <a:ext cx="0" cy="4018274"/>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99250"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20"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86621"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
        <p:nvSpPr>
          <p:cNvPr id="3" name="Text Placeholder 21">
            <a:extLst>
              <a:ext uri="{FF2B5EF4-FFF2-40B4-BE49-F238E27FC236}">
                <a16:creationId xmlns:a16="http://schemas.microsoft.com/office/drawing/2014/main" id="{EFE7A93F-D4FC-8E79-7A97-3BD5405D783D}"/>
              </a:ext>
            </a:extLst>
          </p:cNvPr>
          <p:cNvSpPr>
            <a:spLocks noGrp="1"/>
          </p:cNvSpPr>
          <p:nvPr>
            <p:ph type="body" sz="quarter" idx="12" hasCustomPrompt="1"/>
          </p:nvPr>
        </p:nvSpPr>
        <p:spPr>
          <a:xfrm>
            <a:off x="5166144" y="1726451"/>
            <a:ext cx="6396066" cy="3878252"/>
          </a:xfrm>
          <a:prstGeom prst="rect">
            <a:avLst/>
          </a:prstGeom>
        </p:spPr>
        <p:txBody>
          <a:bodyPr/>
          <a:lstStyle>
            <a:lvl1pPr marL="342900" marR="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kumimoji="0" lang="en-US" sz="2000" b="0" u="none" strike="noStrike" kern="1200" cap="none" spc="0" normalizeH="0" baseline="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342900" marR="0" lvl="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amet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endParaRPr lang="en-US" dirty="0"/>
          </a:p>
        </p:txBody>
      </p:sp>
    </p:spTree>
    <p:extLst>
      <p:ext uri="{BB962C8B-B14F-4D97-AF65-F5344CB8AC3E}">
        <p14:creationId xmlns:p14="http://schemas.microsoft.com/office/powerpoint/2010/main" val="33916264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3 points">
    <p:bg>
      <p:bgPr>
        <a:solidFill>
          <a:srgbClr val="161D26"/>
        </a:solidFill>
        <a:effectLst/>
      </p:bgPr>
    </p:bg>
    <p:spTree>
      <p:nvGrpSpPr>
        <p:cNvPr id="1" name=""/>
        <p:cNvGrpSpPr/>
        <p:nvPr/>
      </p:nvGrpSpPr>
      <p:grpSpPr>
        <a:xfrm>
          <a:off x="0" y="0"/>
          <a:ext cx="0" cy="0"/>
          <a:chOff x="0" y="0"/>
          <a:chExt cx="0" cy="0"/>
        </a:xfrm>
      </p:grpSpPr>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840191" y="1550104"/>
            <a:ext cx="10511618" cy="717713"/>
          </a:xfrm>
          <a:prstGeom prst="rect">
            <a:avLst/>
          </a:prstGeom>
        </p:spPr>
        <p:txBody>
          <a:bodyPr/>
          <a:lstStyle>
            <a:lvl1pPr marL="0" indent="0" algn="ctr">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points content</a:t>
            </a:r>
          </a:p>
        </p:txBody>
      </p:sp>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8401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456567"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8" name="Text Placeholder 21">
            <a:extLst>
              <a:ext uri="{FF2B5EF4-FFF2-40B4-BE49-F238E27FC236}">
                <a16:creationId xmlns:a16="http://schemas.microsoft.com/office/drawing/2014/main" id="{4D93B6E7-8048-C338-5C72-FE30BD6E56A6}"/>
              </a:ext>
            </a:extLst>
          </p:cNvPr>
          <p:cNvSpPr>
            <a:spLocks noGrp="1"/>
          </p:cNvSpPr>
          <p:nvPr>
            <p:ph type="body" sz="quarter" idx="16" hasCustomPrompt="1"/>
          </p:nvPr>
        </p:nvSpPr>
        <p:spPr>
          <a:xfrm>
            <a:off x="80029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839788"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456567"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3">
            <a:extLst>
              <a:ext uri="{FF2B5EF4-FFF2-40B4-BE49-F238E27FC236}">
                <a16:creationId xmlns:a16="http://schemas.microsoft.com/office/drawing/2014/main" id="{D0238D2F-7794-48FD-5C85-A87C72E7AD96}"/>
              </a:ext>
            </a:extLst>
          </p:cNvPr>
          <p:cNvSpPr>
            <a:spLocks noGrp="1"/>
          </p:cNvSpPr>
          <p:nvPr>
            <p:ph type="body" sz="quarter" idx="22" hasCustomPrompt="1"/>
          </p:nvPr>
        </p:nvSpPr>
        <p:spPr>
          <a:xfrm>
            <a:off x="8002991"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180093354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2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67426"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648637"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502225" y="1550104"/>
            <a:ext cx="10511618" cy="717713"/>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67426"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647900"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53524977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itle and 3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76109" y="2788213"/>
            <a:ext cx="2863866"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13296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3" y="1550104"/>
            <a:ext cx="10511618" cy="717713"/>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76110"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132968"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12" name="Text Placeholder 21">
            <a:extLst>
              <a:ext uri="{FF2B5EF4-FFF2-40B4-BE49-F238E27FC236}">
                <a16:creationId xmlns:a16="http://schemas.microsoft.com/office/drawing/2014/main" id="{0011CB6F-3F94-DC6A-29BB-1B7A0F3B8C71}"/>
              </a:ext>
            </a:extLst>
          </p:cNvPr>
          <p:cNvSpPr>
            <a:spLocks noGrp="1"/>
          </p:cNvSpPr>
          <p:nvPr>
            <p:ph type="body" sz="quarter" idx="22" hasCustomPrompt="1"/>
          </p:nvPr>
        </p:nvSpPr>
        <p:spPr>
          <a:xfrm>
            <a:off x="775165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13" name="Text Placeholder 23">
            <a:extLst>
              <a:ext uri="{FF2B5EF4-FFF2-40B4-BE49-F238E27FC236}">
                <a16:creationId xmlns:a16="http://schemas.microsoft.com/office/drawing/2014/main" id="{D42DB03B-CCC9-C3A9-0E68-734ED9FAE2D3}"/>
              </a:ext>
            </a:extLst>
          </p:cNvPr>
          <p:cNvSpPr>
            <a:spLocks noGrp="1"/>
          </p:cNvSpPr>
          <p:nvPr>
            <p:ph type="body" sz="quarter" idx="23" hasCustomPrompt="1"/>
          </p:nvPr>
        </p:nvSpPr>
        <p:spPr>
          <a:xfrm>
            <a:off x="7751657" y="3624191"/>
            <a:ext cx="286386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18447052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Title and 2x2 column">
    <p:bg>
      <p:bgPr>
        <a:solidFill>
          <a:srgbClr val="161D26"/>
        </a:solidFill>
        <a:effectLst/>
      </p:bgPr>
    </p:bg>
    <p:spTree>
      <p:nvGrpSpPr>
        <p:cNvPr id="1" name=""/>
        <p:cNvGrpSpPr/>
        <p:nvPr/>
      </p:nvGrpSpPr>
      <p:grpSpPr>
        <a:xfrm>
          <a:off x="0" y="0"/>
          <a:ext cx="0" cy="0"/>
          <a:chOff x="0" y="0"/>
          <a:chExt cx="0" cy="0"/>
        </a:xfrm>
      </p:grpSpPr>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700356"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83200" y="1550104"/>
            <a:ext cx="3156282" cy="3183749"/>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700358"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2" name="Text Placeholder 21">
            <a:extLst>
              <a:ext uri="{FF2B5EF4-FFF2-40B4-BE49-F238E27FC236}">
                <a16:creationId xmlns:a16="http://schemas.microsoft.com/office/drawing/2014/main" id="{D7738712-33DD-CFDE-10D7-31F3F70DC871}"/>
              </a:ext>
            </a:extLst>
          </p:cNvPr>
          <p:cNvSpPr>
            <a:spLocks noGrp="1"/>
          </p:cNvSpPr>
          <p:nvPr>
            <p:ph type="body" sz="quarter" idx="24" hasCustomPrompt="1"/>
          </p:nvPr>
        </p:nvSpPr>
        <p:spPr>
          <a:xfrm>
            <a:off x="8108574"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23" name="Text Placeholder 23">
            <a:extLst>
              <a:ext uri="{FF2B5EF4-FFF2-40B4-BE49-F238E27FC236}">
                <a16:creationId xmlns:a16="http://schemas.microsoft.com/office/drawing/2014/main" id="{C1F1EE16-B454-545C-69BE-7C3321C83F79}"/>
              </a:ext>
            </a:extLst>
          </p:cNvPr>
          <p:cNvSpPr>
            <a:spLocks noGrp="1"/>
          </p:cNvSpPr>
          <p:nvPr>
            <p:ph type="body" sz="quarter" idx="25" hasCustomPrompt="1"/>
          </p:nvPr>
        </p:nvSpPr>
        <p:spPr>
          <a:xfrm>
            <a:off x="8108576"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1">
            <a:extLst>
              <a:ext uri="{FF2B5EF4-FFF2-40B4-BE49-F238E27FC236}">
                <a16:creationId xmlns:a16="http://schemas.microsoft.com/office/drawing/2014/main" id="{6663C62C-AC24-84F5-051D-738253F7948C}"/>
              </a:ext>
            </a:extLst>
          </p:cNvPr>
          <p:cNvSpPr>
            <a:spLocks noGrp="1"/>
          </p:cNvSpPr>
          <p:nvPr>
            <p:ph type="body" sz="quarter" idx="26" hasCustomPrompt="1"/>
          </p:nvPr>
        </p:nvSpPr>
        <p:spPr>
          <a:xfrm>
            <a:off x="4700356"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7" name="Text Placeholder 23">
            <a:extLst>
              <a:ext uri="{FF2B5EF4-FFF2-40B4-BE49-F238E27FC236}">
                <a16:creationId xmlns:a16="http://schemas.microsoft.com/office/drawing/2014/main" id="{A2C5E56C-1A90-63E7-1531-1E93392952D3}"/>
              </a:ext>
            </a:extLst>
          </p:cNvPr>
          <p:cNvSpPr>
            <a:spLocks noGrp="1"/>
          </p:cNvSpPr>
          <p:nvPr>
            <p:ph type="body" sz="quarter" idx="27" hasCustomPrompt="1"/>
          </p:nvPr>
        </p:nvSpPr>
        <p:spPr>
          <a:xfrm>
            <a:off x="4700358"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8" name="Text Placeholder 21">
            <a:extLst>
              <a:ext uri="{FF2B5EF4-FFF2-40B4-BE49-F238E27FC236}">
                <a16:creationId xmlns:a16="http://schemas.microsoft.com/office/drawing/2014/main" id="{6D94D881-186D-3B8B-5FE6-0629728AFA36}"/>
              </a:ext>
            </a:extLst>
          </p:cNvPr>
          <p:cNvSpPr>
            <a:spLocks noGrp="1"/>
          </p:cNvSpPr>
          <p:nvPr>
            <p:ph type="body" sz="quarter" idx="28" hasCustomPrompt="1"/>
          </p:nvPr>
        </p:nvSpPr>
        <p:spPr>
          <a:xfrm>
            <a:off x="8108574"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29" name="Text Placeholder 23">
            <a:extLst>
              <a:ext uri="{FF2B5EF4-FFF2-40B4-BE49-F238E27FC236}">
                <a16:creationId xmlns:a16="http://schemas.microsoft.com/office/drawing/2014/main" id="{0714E946-886B-5901-56E0-B56EF06122E9}"/>
              </a:ext>
            </a:extLst>
          </p:cNvPr>
          <p:cNvSpPr>
            <a:spLocks noGrp="1"/>
          </p:cNvSpPr>
          <p:nvPr>
            <p:ph type="body" sz="quarter" idx="29" hasCustomPrompt="1"/>
          </p:nvPr>
        </p:nvSpPr>
        <p:spPr>
          <a:xfrm>
            <a:off x="8108576"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335250910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Title and 2x2 column w boxes">
    <p:bg>
      <p:bgPr>
        <a:solidFill>
          <a:srgbClr val="161D26"/>
        </a:solidFill>
        <a:effectLst/>
      </p:bgPr>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0F712FE6-91E4-EF03-76D2-2C281623487C}"/>
              </a:ext>
            </a:extLst>
          </p:cNvPr>
          <p:cNvSpPr/>
          <p:nvPr userDrawn="1"/>
        </p:nvSpPr>
        <p:spPr>
          <a:xfrm>
            <a:off x="4700565"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884862"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5" y="1550104"/>
            <a:ext cx="3156282" cy="3183749"/>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884864"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0" name="Rounded Rectangle 19">
            <a:extLst>
              <a:ext uri="{FF2B5EF4-FFF2-40B4-BE49-F238E27FC236}">
                <a16:creationId xmlns:a16="http://schemas.microsoft.com/office/drawing/2014/main" id="{55EDB056-8738-3DE7-CC6F-29C1DEC53BB9}"/>
              </a:ext>
            </a:extLst>
          </p:cNvPr>
          <p:cNvSpPr/>
          <p:nvPr userDrawn="1"/>
        </p:nvSpPr>
        <p:spPr>
          <a:xfrm>
            <a:off x="4700565"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21" name="Text Placeholder 21">
            <a:extLst>
              <a:ext uri="{FF2B5EF4-FFF2-40B4-BE49-F238E27FC236}">
                <a16:creationId xmlns:a16="http://schemas.microsoft.com/office/drawing/2014/main" id="{999EE95E-4EFC-FB7B-14F9-24CAB4FEEF5E}"/>
              </a:ext>
            </a:extLst>
          </p:cNvPr>
          <p:cNvSpPr>
            <a:spLocks noGrp="1"/>
          </p:cNvSpPr>
          <p:nvPr>
            <p:ph type="body" sz="quarter" idx="22" hasCustomPrompt="1"/>
          </p:nvPr>
        </p:nvSpPr>
        <p:spPr>
          <a:xfrm>
            <a:off x="4884862"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BF0138DD-073B-683F-F960-155017654C2E}"/>
              </a:ext>
            </a:extLst>
          </p:cNvPr>
          <p:cNvSpPr>
            <a:spLocks noGrp="1"/>
          </p:cNvSpPr>
          <p:nvPr>
            <p:ph type="body" sz="quarter" idx="23" hasCustomPrompt="1"/>
          </p:nvPr>
        </p:nvSpPr>
        <p:spPr>
          <a:xfrm>
            <a:off x="4884864"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0" name="Rounded Rectangle 29">
            <a:extLst>
              <a:ext uri="{FF2B5EF4-FFF2-40B4-BE49-F238E27FC236}">
                <a16:creationId xmlns:a16="http://schemas.microsoft.com/office/drawing/2014/main" id="{F35112F6-7394-90C4-A39C-039069DE503C}"/>
              </a:ext>
            </a:extLst>
          </p:cNvPr>
          <p:cNvSpPr/>
          <p:nvPr userDrawn="1"/>
        </p:nvSpPr>
        <p:spPr>
          <a:xfrm>
            <a:off x="7835651"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1" name="Text Placeholder 21">
            <a:extLst>
              <a:ext uri="{FF2B5EF4-FFF2-40B4-BE49-F238E27FC236}">
                <a16:creationId xmlns:a16="http://schemas.microsoft.com/office/drawing/2014/main" id="{C18FBA74-DAAA-E129-8851-6CB983EB9051}"/>
              </a:ext>
            </a:extLst>
          </p:cNvPr>
          <p:cNvSpPr>
            <a:spLocks noGrp="1"/>
          </p:cNvSpPr>
          <p:nvPr>
            <p:ph type="body" sz="quarter" idx="24" hasCustomPrompt="1"/>
          </p:nvPr>
        </p:nvSpPr>
        <p:spPr>
          <a:xfrm>
            <a:off x="8019948"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32" name="Text Placeholder 23">
            <a:extLst>
              <a:ext uri="{FF2B5EF4-FFF2-40B4-BE49-F238E27FC236}">
                <a16:creationId xmlns:a16="http://schemas.microsoft.com/office/drawing/2014/main" id="{C870C8EF-4B14-2D07-7D95-92D913A6076B}"/>
              </a:ext>
            </a:extLst>
          </p:cNvPr>
          <p:cNvSpPr>
            <a:spLocks noGrp="1"/>
          </p:cNvSpPr>
          <p:nvPr>
            <p:ph type="body" sz="quarter" idx="25" hasCustomPrompt="1"/>
          </p:nvPr>
        </p:nvSpPr>
        <p:spPr>
          <a:xfrm>
            <a:off x="8019950"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3" name="Rounded Rectangle 32">
            <a:extLst>
              <a:ext uri="{FF2B5EF4-FFF2-40B4-BE49-F238E27FC236}">
                <a16:creationId xmlns:a16="http://schemas.microsoft.com/office/drawing/2014/main" id="{F011B1B7-5825-9664-35BD-1E73774A280F}"/>
              </a:ext>
            </a:extLst>
          </p:cNvPr>
          <p:cNvSpPr/>
          <p:nvPr userDrawn="1"/>
        </p:nvSpPr>
        <p:spPr>
          <a:xfrm>
            <a:off x="7835651"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4" name="Text Placeholder 21">
            <a:extLst>
              <a:ext uri="{FF2B5EF4-FFF2-40B4-BE49-F238E27FC236}">
                <a16:creationId xmlns:a16="http://schemas.microsoft.com/office/drawing/2014/main" id="{183B6973-2CB8-4B71-D683-BC770EC99463}"/>
              </a:ext>
            </a:extLst>
          </p:cNvPr>
          <p:cNvSpPr>
            <a:spLocks noGrp="1"/>
          </p:cNvSpPr>
          <p:nvPr>
            <p:ph type="body" sz="quarter" idx="26" hasCustomPrompt="1"/>
          </p:nvPr>
        </p:nvSpPr>
        <p:spPr>
          <a:xfrm>
            <a:off x="8019948"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35" name="Text Placeholder 23">
            <a:extLst>
              <a:ext uri="{FF2B5EF4-FFF2-40B4-BE49-F238E27FC236}">
                <a16:creationId xmlns:a16="http://schemas.microsoft.com/office/drawing/2014/main" id="{6E51BEE7-3A11-AEB2-1488-A173CF807879}"/>
              </a:ext>
            </a:extLst>
          </p:cNvPr>
          <p:cNvSpPr>
            <a:spLocks noGrp="1"/>
          </p:cNvSpPr>
          <p:nvPr>
            <p:ph type="body" sz="quarter" idx="27" hasCustomPrompt="1"/>
          </p:nvPr>
        </p:nvSpPr>
        <p:spPr>
          <a:xfrm>
            <a:off x="8019950"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9270691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nd imag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500416" y="1532637"/>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image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48239"/>
            <a:ext cx="10664687" cy="3384550"/>
          </a:xfrm>
          <a:prstGeom prst="roundRect">
            <a:avLst>
              <a:gd name="adj" fmla="val 8562"/>
            </a:avLst>
          </a:prstGeom>
          <a:solidFill>
            <a:schemeClr val="bg2"/>
          </a:solidFill>
        </p:spPr>
        <p:txBody>
          <a:bodyPr/>
          <a:lstStyle/>
          <a:p>
            <a:endParaRPr lang="en-US"/>
          </a:p>
        </p:txBody>
      </p:sp>
    </p:spTree>
    <p:extLst>
      <p:ext uri="{BB962C8B-B14F-4D97-AF65-F5344CB8AC3E}">
        <p14:creationId xmlns:p14="http://schemas.microsoft.com/office/powerpoint/2010/main" val="3232034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Title and cod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486561" y="1124707"/>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code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06675"/>
            <a:ext cx="10664687" cy="3384550"/>
          </a:xfrm>
          <a:prstGeom prst="roundRect">
            <a:avLst>
              <a:gd name="adj" fmla="val 8562"/>
            </a:avLst>
          </a:prstGeom>
          <a:noFill/>
          <a:ln w="19050">
            <a:solidFill>
              <a:schemeClr val="bg2"/>
            </a:solidFill>
          </a:ln>
        </p:spPr>
        <p:txBody>
          <a:bodyPr/>
          <a:lstStyle/>
          <a:p>
            <a:endParaRPr lang="en-US"/>
          </a:p>
        </p:txBody>
      </p:sp>
      <p:sp>
        <p:nvSpPr>
          <p:cNvPr id="5" name="Text Placeholder 21">
            <a:extLst>
              <a:ext uri="{FF2B5EF4-FFF2-40B4-BE49-F238E27FC236}">
                <a16:creationId xmlns:a16="http://schemas.microsoft.com/office/drawing/2014/main" id="{761B93CA-04D6-E74F-91FD-A35FAB4C3701}"/>
              </a:ext>
            </a:extLst>
          </p:cNvPr>
          <p:cNvSpPr>
            <a:spLocks noGrp="1"/>
          </p:cNvSpPr>
          <p:nvPr>
            <p:ph type="body" sz="quarter" idx="10" hasCustomPrompt="1"/>
          </p:nvPr>
        </p:nvSpPr>
        <p:spPr>
          <a:xfrm>
            <a:off x="486561" y="749209"/>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Tree>
    <p:extLst>
      <p:ext uri="{BB962C8B-B14F-4D97-AF65-F5344CB8AC3E}">
        <p14:creationId xmlns:p14="http://schemas.microsoft.com/office/powerpoint/2010/main" val="42288888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5022" y="694380"/>
            <a:ext cx="5346883" cy="549146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486060"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486061"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37546949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content, and image_02">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348893783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content, two columns, and image_">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721360"/>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2458544"/>
            <a:ext cx="5422738" cy="66599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
        <p:nvSpPr>
          <p:cNvPr id="3" name="Text Placeholder 21">
            <a:extLst>
              <a:ext uri="{FF2B5EF4-FFF2-40B4-BE49-F238E27FC236}">
                <a16:creationId xmlns:a16="http://schemas.microsoft.com/office/drawing/2014/main" id="{2149FBC2-7683-A9B2-46C5-5B57FB19189E}"/>
              </a:ext>
            </a:extLst>
          </p:cNvPr>
          <p:cNvSpPr>
            <a:spLocks noGrp="1"/>
          </p:cNvSpPr>
          <p:nvPr>
            <p:ph type="body" sz="quarter" idx="22" hasCustomPrompt="1"/>
          </p:nvPr>
        </p:nvSpPr>
        <p:spPr>
          <a:xfrm>
            <a:off x="5865021"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4" name="Text Placeholder 23">
            <a:extLst>
              <a:ext uri="{FF2B5EF4-FFF2-40B4-BE49-F238E27FC236}">
                <a16:creationId xmlns:a16="http://schemas.microsoft.com/office/drawing/2014/main" id="{17EDA63C-3159-CA34-D4B9-9A79B9E9B3E2}"/>
              </a:ext>
            </a:extLst>
          </p:cNvPr>
          <p:cNvSpPr>
            <a:spLocks noGrp="1"/>
          </p:cNvSpPr>
          <p:nvPr>
            <p:ph type="body" sz="quarter" idx="23" hasCustomPrompt="1"/>
          </p:nvPr>
        </p:nvSpPr>
        <p:spPr>
          <a:xfrm>
            <a:off x="5865023"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5" name="Text Placeholder 21">
            <a:extLst>
              <a:ext uri="{FF2B5EF4-FFF2-40B4-BE49-F238E27FC236}">
                <a16:creationId xmlns:a16="http://schemas.microsoft.com/office/drawing/2014/main" id="{39D65247-30E9-1D1B-9BBF-08C0134797DF}"/>
              </a:ext>
            </a:extLst>
          </p:cNvPr>
          <p:cNvSpPr>
            <a:spLocks noGrp="1"/>
          </p:cNvSpPr>
          <p:nvPr>
            <p:ph type="body" sz="quarter" idx="26" hasCustomPrompt="1"/>
          </p:nvPr>
        </p:nvSpPr>
        <p:spPr>
          <a:xfrm>
            <a:off x="9000107"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6" name="Text Placeholder 23">
            <a:extLst>
              <a:ext uri="{FF2B5EF4-FFF2-40B4-BE49-F238E27FC236}">
                <a16:creationId xmlns:a16="http://schemas.microsoft.com/office/drawing/2014/main" id="{F16989F6-4ED5-C533-8D96-71926EBC6E56}"/>
              </a:ext>
            </a:extLst>
          </p:cNvPr>
          <p:cNvSpPr>
            <a:spLocks noGrp="1"/>
          </p:cNvSpPr>
          <p:nvPr>
            <p:ph type="body" sz="quarter" idx="27" hasCustomPrompt="1"/>
          </p:nvPr>
        </p:nvSpPr>
        <p:spPr>
          <a:xfrm>
            <a:off x="9000109"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60902521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itle, content, and cod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1304" y="694380"/>
            <a:ext cx="5346883" cy="5491468"/>
          </a:xfrm>
          <a:prstGeom prst="roundRect">
            <a:avLst>
              <a:gd name="adj" fmla="val 4675"/>
            </a:avLst>
          </a:prstGeom>
          <a:noFill/>
          <a:ln w="19050">
            <a:solidFill>
              <a:schemeClr val="bg2"/>
            </a:solidFill>
          </a:ln>
        </p:spPr>
        <p:txBody>
          <a:bodyPr/>
          <a:lstStyle/>
          <a:p>
            <a:endParaRPr lang="en-US"/>
          </a:p>
        </p:txBody>
      </p:sp>
      <p:sp>
        <p:nvSpPr>
          <p:cNvPr id="2" name="Text Placeholder 21">
            <a:extLst>
              <a:ext uri="{FF2B5EF4-FFF2-40B4-BE49-F238E27FC236}">
                <a16:creationId xmlns:a16="http://schemas.microsoft.com/office/drawing/2014/main" id="{C2D34918-D686-3120-DEC4-3DC57586D1CD}"/>
              </a:ext>
            </a:extLst>
          </p:cNvPr>
          <p:cNvSpPr>
            <a:spLocks noGrp="1"/>
          </p:cNvSpPr>
          <p:nvPr>
            <p:ph type="body" sz="quarter" idx="10" hasCustomPrompt="1"/>
          </p:nvPr>
        </p:nvSpPr>
        <p:spPr>
          <a:xfrm>
            <a:off x="499248"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3" name="Text Placeholder 21">
            <a:extLst>
              <a:ext uri="{FF2B5EF4-FFF2-40B4-BE49-F238E27FC236}">
                <a16:creationId xmlns:a16="http://schemas.microsoft.com/office/drawing/2014/main" id="{92BE8E6F-2E29-1C28-D47A-4F8DA736641D}"/>
              </a:ext>
            </a:extLst>
          </p:cNvPr>
          <p:cNvSpPr>
            <a:spLocks noGrp="1"/>
          </p:cNvSpPr>
          <p:nvPr>
            <p:ph type="body" sz="quarter" idx="11" hasCustomPrompt="1"/>
          </p:nvPr>
        </p:nvSpPr>
        <p:spPr>
          <a:xfrm>
            <a:off x="486618"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code</a:t>
            </a:r>
          </a:p>
        </p:txBody>
      </p:sp>
      <p:sp>
        <p:nvSpPr>
          <p:cNvPr id="4" name="Text Placeholder 21">
            <a:extLst>
              <a:ext uri="{FF2B5EF4-FFF2-40B4-BE49-F238E27FC236}">
                <a16:creationId xmlns:a16="http://schemas.microsoft.com/office/drawing/2014/main" id="{D327B1D7-50B2-3252-1FA4-35AECAFF00EE}"/>
              </a:ext>
            </a:extLst>
          </p:cNvPr>
          <p:cNvSpPr>
            <a:spLocks noGrp="1"/>
          </p:cNvSpPr>
          <p:nvPr>
            <p:ph type="body" sz="quarter" idx="13" hasCustomPrompt="1"/>
          </p:nvPr>
        </p:nvSpPr>
        <p:spPr>
          <a:xfrm>
            <a:off x="486619"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38766074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128015" y="0"/>
            <a:ext cx="12320016" cy="6858000"/>
          </a:xfrm>
          <a:prstGeom prst="roundRect">
            <a:avLst>
              <a:gd name="adj" fmla="val 0"/>
            </a:avLst>
          </a:prstGeom>
          <a:solidFill>
            <a:schemeClr val="bg2"/>
          </a:solidFill>
        </p:spPr>
        <p:txBody>
          <a:bodyPr/>
          <a:lstStyle/>
          <a:p>
            <a:endParaRPr lang="en-US"/>
          </a:p>
        </p:txBody>
      </p:sp>
    </p:spTree>
    <p:extLst>
      <p:ext uri="{BB962C8B-B14F-4D97-AF65-F5344CB8AC3E}">
        <p14:creationId xmlns:p14="http://schemas.microsoft.com/office/powerpoint/2010/main" val="22526903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161D26"/>
        </a:solidFill>
        <a:effectLst/>
      </p:bgPr>
    </p:bg>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4214D09F-C4A1-6D48-55BF-33FE47B9089D}"/>
              </a:ext>
            </a:extLst>
          </p:cNvPr>
          <p:cNvSpPr>
            <a:spLocks noGrp="1"/>
          </p:cNvSpPr>
          <p:nvPr>
            <p:ph type="body" sz="quarter" idx="11" hasCustomPrompt="1"/>
          </p:nvPr>
        </p:nvSpPr>
        <p:spPr>
          <a:xfrm>
            <a:off x="486566" y="65019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only slide</a:t>
            </a:r>
          </a:p>
        </p:txBody>
      </p:sp>
    </p:spTree>
    <p:extLst>
      <p:ext uri="{BB962C8B-B14F-4D97-AF65-F5344CB8AC3E}">
        <p14:creationId xmlns:p14="http://schemas.microsoft.com/office/powerpoint/2010/main" val="163524896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ession Title - 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8"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3"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3"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396912356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2_Session Title -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437687-5DF0-1D81-925D-844EE787EEB9}"/>
              </a:ext>
            </a:extLst>
          </p:cNvPr>
          <p:cNvSpPr/>
          <p:nvPr userDrawn="1"/>
        </p:nvSpPr>
        <p:spPr>
          <a:xfrm>
            <a:off x="0" y="0"/>
            <a:ext cx="12192000" cy="6858000"/>
          </a:xfrm>
          <a:prstGeom prst="rect">
            <a:avLst/>
          </a:prstGeom>
          <a:solidFill>
            <a:srgbClr val="151D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4"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28659774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6_Thank you &amp; QR code">
    <p:spTree>
      <p:nvGrpSpPr>
        <p:cNvPr id="1" name=""/>
        <p:cNvGrpSpPr/>
        <p:nvPr/>
      </p:nvGrpSpPr>
      <p:grpSpPr>
        <a:xfrm>
          <a:off x="0" y="0"/>
          <a:ext cx="0" cy="0"/>
          <a:chOff x="0" y="0"/>
          <a:chExt cx="0" cy="0"/>
        </a:xfrm>
      </p:grpSpPr>
      <p:pic>
        <p:nvPicPr>
          <p:cNvPr id="10" name="Picture 9" descr="A purple and blue background&#10;&#10;AI-generated content may be incorrect.">
            <a:extLst>
              <a:ext uri="{FF2B5EF4-FFF2-40B4-BE49-F238E27FC236}">
                <a16:creationId xmlns:a16="http://schemas.microsoft.com/office/drawing/2014/main" id="{655FC996-A5B8-5013-E799-734F0CE537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5" name="Rectangle 4">
            <a:extLst>
              <a:ext uri="{FF2B5EF4-FFF2-40B4-BE49-F238E27FC236}">
                <a16:creationId xmlns:a16="http://schemas.microsoft.com/office/drawing/2014/main" id="{6930E374-E43A-7817-56ED-620244F03D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TextBox 5">
            <a:extLst>
              <a:ext uri="{FF2B5EF4-FFF2-40B4-BE49-F238E27FC236}">
                <a16:creationId xmlns:a16="http://schemas.microsoft.com/office/drawing/2014/main" id="{25D28670-6BD7-6EDA-1F7A-A1CDEFB809E2}"/>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60655984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_Thank you">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537277"/>
            <a:ext cx="835752" cy="499786"/>
          </a:xfrm>
          <a:prstGeom prst="rect">
            <a:avLst/>
          </a:prstGeom>
        </p:spPr>
      </p:pic>
      <p:sp>
        <p:nvSpPr>
          <p:cNvPr id="2" name="Text Placeholder 21">
            <a:extLst>
              <a:ext uri="{FF2B5EF4-FFF2-40B4-BE49-F238E27FC236}">
                <a16:creationId xmlns:a16="http://schemas.microsoft.com/office/drawing/2014/main" id="{BD798EA0-85C0-1EE6-826D-0B9CC385B0AD}"/>
              </a:ext>
            </a:extLst>
          </p:cNvPr>
          <p:cNvSpPr>
            <a:spLocks noGrp="1"/>
          </p:cNvSpPr>
          <p:nvPr>
            <p:ph type="body" sz="quarter" idx="11" hasCustomPrompt="1"/>
          </p:nvPr>
        </p:nvSpPr>
        <p:spPr>
          <a:xfrm>
            <a:off x="486616"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CB32FC0C-8C3E-EC9A-E2FA-6EE909E76F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1ED149B1-2D95-35AC-CEBC-88E8E42F7571}"/>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7554150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_Thank you &amp; QR code">
    <p:spTree>
      <p:nvGrpSpPr>
        <p:cNvPr id="1" name=""/>
        <p:cNvGrpSpPr/>
        <p:nvPr/>
      </p:nvGrpSpPr>
      <p:grpSpPr>
        <a:xfrm>
          <a:off x="0" y="0"/>
          <a:ext cx="0" cy="0"/>
          <a:chOff x="0" y="0"/>
          <a:chExt cx="0" cy="0"/>
        </a:xfrm>
      </p:grpSpPr>
      <p:pic>
        <p:nvPicPr>
          <p:cNvPr id="12" name="Picture 11" descr="A purple and blue background&#10;&#10;AI-generated content may be incorrect.">
            <a:extLst>
              <a:ext uri="{FF2B5EF4-FFF2-40B4-BE49-F238E27FC236}">
                <a16:creationId xmlns:a16="http://schemas.microsoft.com/office/drawing/2014/main" id="{56BF139E-A371-BD33-4544-690E251016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BF665193-C876-5B9E-E3ED-F7303F605376}"/>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33AF1947-BEFA-E116-B659-78B6A2F46848}"/>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61725585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_Thank you &amp; QR code">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8" name="Rectangle 7">
            <a:extLst>
              <a:ext uri="{FF2B5EF4-FFF2-40B4-BE49-F238E27FC236}">
                <a16:creationId xmlns:a16="http://schemas.microsoft.com/office/drawing/2014/main" id="{FA0364CA-33E8-6BA8-69BF-4B4F35C5EEB2}"/>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9" name="TextBox 8">
            <a:extLst>
              <a:ext uri="{FF2B5EF4-FFF2-40B4-BE49-F238E27FC236}">
                <a16:creationId xmlns:a16="http://schemas.microsoft.com/office/drawing/2014/main" id="{6A72C134-7120-C362-31B3-9F9E993EE4C4}"/>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374293076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purple and blue gradient&#10;&#10;AI-generated content may be incorrect.">
            <a:extLst>
              <a:ext uri="{FF2B5EF4-FFF2-40B4-BE49-F238E27FC236}">
                <a16:creationId xmlns:a16="http://schemas.microsoft.com/office/drawing/2014/main" id="{EDBFAC01-0FA7-B8F7-7462-2916A3EEE9C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Tree>
    <p:extLst>
      <p:ext uri="{BB962C8B-B14F-4D97-AF65-F5344CB8AC3E}">
        <p14:creationId xmlns:p14="http://schemas.microsoft.com/office/powerpoint/2010/main" val="80782997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3FA8EB-0600-F8CB-1D5D-ADAF85CCDB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28D0138-670A-478D-BCC5-48A85ECF1D46}"/>
              </a:ext>
            </a:extLst>
          </p:cNvPr>
          <p:cNvSpPr>
            <a:spLocks noGrp="1"/>
          </p:cNvSpPr>
          <p:nvPr>
            <p:ph type="title" hasCustomPrompt="1"/>
          </p:nvPr>
        </p:nvSpPr>
        <p:spPr>
          <a:xfrm>
            <a:off x="304800" y="2707821"/>
            <a:ext cx="8191500" cy="1442355"/>
          </a:xfrm>
        </p:spPr>
        <p:txBody>
          <a:bodyPr anchor="ctr"/>
          <a:lstStyle>
            <a:lvl1pPr>
              <a:defRPr sz="4400"/>
            </a:lvl1pPr>
          </a:lstStyle>
          <a:p>
            <a:r>
              <a:rPr lang="en-US" dirty="0"/>
              <a:t>Section divider – </a:t>
            </a:r>
            <a:br>
              <a:rPr lang="en-US" dirty="0"/>
            </a:br>
            <a:r>
              <a:rPr lang="en-US" dirty="0"/>
              <a:t>Enter section name here</a:t>
            </a:r>
          </a:p>
        </p:txBody>
      </p:sp>
      <p:sp>
        <p:nvSpPr>
          <p:cNvPr id="5" name="TextBox 3">
            <a:extLst>
              <a:ext uri="{FF2B5EF4-FFF2-40B4-BE49-F238E27FC236}">
                <a16:creationId xmlns:a16="http://schemas.microsoft.com/office/drawing/2014/main" id="{8346ACD8-81A7-4692-9AFD-C9752EC695DD}"/>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8" name="Picture 7">
            <a:extLst>
              <a:ext uri="{FF2B5EF4-FFF2-40B4-BE49-F238E27FC236}">
                <a16:creationId xmlns:a16="http://schemas.microsoft.com/office/drawing/2014/main" id="{853D8AE1-0FD2-4DEF-8808-670A058C1CE3}"/>
              </a:ext>
            </a:extLst>
          </p:cNvPr>
          <p:cNvPicPr>
            <a:picLocks noChangeAspect="1"/>
          </p:cNvPicPr>
          <p:nvPr userDrawn="1"/>
        </p:nvPicPr>
        <p:blipFill>
          <a:blip r:embed="rId3"/>
          <a:srcRect/>
          <a:stretch/>
        </p:blipFill>
        <p:spPr>
          <a:xfrm>
            <a:off x="292501" y="6428661"/>
            <a:ext cx="388818" cy="219592"/>
          </a:xfrm>
          <a:prstGeom prst="rect">
            <a:avLst/>
          </a:prstGeom>
        </p:spPr>
      </p:pic>
    </p:spTree>
    <p:extLst>
      <p:ext uri="{BB962C8B-B14F-4D97-AF65-F5344CB8AC3E}">
        <p14:creationId xmlns:p14="http://schemas.microsoft.com/office/powerpoint/2010/main" val="4046694943"/>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dirty="0"/>
              <a:t>Title only layout</a:t>
            </a:r>
          </a:p>
        </p:txBody>
      </p:sp>
      <p:pic>
        <p:nvPicPr>
          <p:cNvPr id="5" name="Picture 4">
            <a:extLst>
              <a:ext uri="{FF2B5EF4-FFF2-40B4-BE49-F238E27FC236}">
                <a16:creationId xmlns:a16="http://schemas.microsoft.com/office/drawing/2014/main" id="{402F0F9B-4E5D-4C0C-B506-59FB29965EB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97536" cy="6858000"/>
          </a:xfrm>
          <a:prstGeom prst="rect">
            <a:avLst/>
          </a:prstGeom>
        </p:spPr>
      </p:pic>
    </p:spTree>
    <p:extLst>
      <p:ext uri="{BB962C8B-B14F-4D97-AF65-F5344CB8AC3E}">
        <p14:creationId xmlns:p14="http://schemas.microsoft.com/office/powerpoint/2010/main" val="4066051211"/>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0D7547C9-19DE-47C5-B92E-D961CE0CDE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97536" cy="6858000"/>
          </a:xfrm>
          <a:prstGeom prst="rect">
            <a:avLst/>
          </a:prstGeom>
        </p:spPr>
      </p:pic>
    </p:spTree>
    <p:extLst>
      <p:ext uri="{BB962C8B-B14F-4D97-AF65-F5344CB8AC3E}">
        <p14:creationId xmlns:p14="http://schemas.microsoft.com/office/powerpoint/2010/main" val="3843490042"/>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07008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Walk on">
    <p:spTree>
      <p:nvGrpSpPr>
        <p:cNvPr id="1" name=""/>
        <p:cNvGrpSpPr/>
        <p:nvPr/>
      </p:nvGrpSpPr>
      <p:grpSpPr>
        <a:xfrm>
          <a:off x="0" y="0"/>
          <a:ext cx="0" cy="0"/>
          <a:chOff x="0" y="0"/>
          <a:chExt cx="0" cy="0"/>
        </a:xfrm>
      </p:grpSpPr>
      <p:pic>
        <p:nvPicPr>
          <p:cNvPr id="3" name="Picture 2" descr="A close-up of a colorful background&#10;&#10;AI-generated content may be incorrect.">
            <a:extLst>
              <a:ext uri="{FF2B5EF4-FFF2-40B4-BE49-F238E27FC236}">
                <a16:creationId xmlns:a16="http://schemas.microsoft.com/office/drawing/2014/main" id="{8F0CD83B-FED8-8C19-0DC5-591BFA61F6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12412EBA-77D0-2550-D30E-416009443B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1150" y="3312356"/>
            <a:ext cx="4168175" cy="1344189"/>
          </a:xfrm>
          <a:prstGeom prst="rect">
            <a:avLst/>
          </a:prstGeom>
        </p:spPr>
      </p:pic>
    </p:spTree>
    <p:extLst>
      <p:ext uri="{BB962C8B-B14F-4D97-AF65-F5344CB8AC3E}">
        <p14:creationId xmlns:p14="http://schemas.microsoft.com/office/powerpoint/2010/main" val="2831408292"/>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ssion Title - 1">
    <p:spTree>
      <p:nvGrpSpPr>
        <p:cNvPr id="1" name=""/>
        <p:cNvGrpSpPr/>
        <p:nvPr/>
      </p:nvGrpSpPr>
      <p:grpSpPr>
        <a:xfrm>
          <a:off x="0" y="0"/>
          <a:ext cx="0" cy="0"/>
          <a:chOff x="0" y="0"/>
          <a:chExt cx="0" cy="0"/>
        </a:xfrm>
      </p:grpSpPr>
      <p:pic>
        <p:nvPicPr>
          <p:cNvPr id="3" name="Picture 2" descr="A blurry image of a colorful background&#10;&#10;AI-generated content may be incorrect.">
            <a:extLst>
              <a:ext uri="{FF2B5EF4-FFF2-40B4-BE49-F238E27FC236}">
                <a16:creationId xmlns:a16="http://schemas.microsoft.com/office/drawing/2014/main" id="{7B9D837A-94BA-DED9-AE91-9C0503ABE2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442174607"/>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_Session Title - 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4122375717"/>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ession Title - 2">
    <p:spTree>
      <p:nvGrpSpPr>
        <p:cNvPr id="1" name=""/>
        <p:cNvGrpSpPr/>
        <p:nvPr/>
      </p:nvGrpSpPr>
      <p:grpSpPr>
        <a:xfrm>
          <a:off x="0" y="0"/>
          <a:ext cx="0" cy="0"/>
          <a:chOff x="0" y="0"/>
          <a:chExt cx="0" cy="0"/>
        </a:xfrm>
      </p:grpSpPr>
      <p:pic>
        <p:nvPicPr>
          <p:cNvPr id="2" name="Picture 1" descr="A purple and blue gradient&#10;&#10;AI-generated content may be incorrect.">
            <a:extLst>
              <a:ext uri="{FF2B5EF4-FFF2-40B4-BE49-F238E27FC236}">
                <a16:creationId xmlns:a16="http://schemas.microsoft.com/office/drawing/2014/main" id="{D1BFE156-3870-45A2-6BDF-AB0351C2A3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186155574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ession Title -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688E7E-560D-1F85-60AE-F11B53EB181C}"/>
              </a:ext>
            </a:extLst>
          </p:cNvPr>
          <p:cNvSpPr/>
          <p:nvPr userDrawn="1"/>
        </p:nvSpPr>
        <p:spPr>
          <a:xfrm>
            <a:off x="0" y="0"/>
            <a:ext cx="12192000" cy="6858000"/>
          </a:xfrm>
          <a:prstGeom prst="rect">
            <a:avLst/>
          </a:prstGeom>
          <a:solidFill>
            <a:srgbClr val="151D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 name="Graphic 1">
            <a:extLst>
              <a:ext uri="{FF2B5EF4-FFF2-40B4-BE49-F238E27FC236}">
                <a16:creationId xmlns:a16="http://schemas.microsoft.com/office/drawing/2014/main" id="{1EF57A0F-E278-CD58-9703-2C36EBEE4F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3304" y="537277"/>
            <a:ext cx="835752" cy="499786"/>
          </a:xfrm>
          <a:prstGeom prst="rect">
            <a:avLst/>
          </a:prstGeom>
        </p:spPr>
      </p:pic>
      <p:sp>
        <p:nvSpPr>
          <p:cNvPr id="3" name="Text Placeholder 21">
            <a:extLst>
              <a:ext uri="{FF2B5EF4-FFF2-40B4-BE49-F238E27FC236}">
                <a16:creationId xmlns:a16="http://schemas.microsoft.com/office/drawing/2014/main" id="{75964A49-4B15-7572-0B46-92FB64D1679B}"/>
              </a:ext>
            </a:extLst>
          </p:cNvPr>
          <p:cNvSpPr>
            <a:spLocks noGrp="1"/>
          </p:cNvSpPr>
          <p:nvPr>
            <p:ph type="body" sz="quarter" idx="10" hasCustomPrompt="1"/>
          </p:nvPr>
        </p:nvSpPr>
        <p:spPr>
          <a:xfrm>
            <a:off x="471539" y="2085707"/>
            <a:ext cx="2992437"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4" name="Text Placeholder 21">
            <a:extLst>
              <a:ext uri="{FF2B5EF4-FFF2-40B4-BE49-F238E27FC236}">
                <a16:creationId xmlns:a16="http://schemas.microsoft.com/office/drawing/2014/main" id="{6CB35DDF-B025-928C-8606-6F4A1B6250B6}"/>
              </a:ext>
            </a:extLst>
          </p:cNvPr>
          <p:cNvSpPr>
            <a:spLocks noGrp="1"/>
          </p:cNvSpPr>
          <p:nvPr>
            <p:ph type="body" sz="quarter" idx="11" hasCustomPrompt="1"/>
          </p:nvPr>
        </p:nvSpPr>
        <p:spPr>
          <a:xfrm>
            <a:off x="458909" y="2498555"/>
            <a:ext cx="1051161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5" name="Text Placeholder 21">
            <a:extLst>
              <a:ext uri="{FF2B5EF4-FFF2-40B4-BE49-F238E27FC236}">
                <a16:creationId xmlns:a16="http://schemas.microsoft.com/office/drawing/2014/main" id="{4A7E3313-4259-1997-ED9D-5C3D97E23092}"/>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6" name="Text Placeholder 21">
            <a:extLst>
              <a:ext uri="{FF2B5EF4-FFF2-40B4-BE49-F238E27FC236}">
                <a16:creationId xmlns:a16="http://schemas.microsoft.com/office/drawing/2014/main" id="{10016296-5F2F-BE48-746B-ACD2B085B0D2}"/>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7" name="Text Placeholder 21">
            <a:extLst>
              <a:ext uri="{FF2B5EF4-FFF2-40B4-BE49-F238E27FC236}">
                <a16:creationId xmlns:a16="http://schemas.microsoft.com/office/drawing/2014/main" id="{A473B96F-ACDC-834E-D803-FE0EDB6F6B42}"/>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8" name="Text Placeholder 21">
            <a:extLst>
              <a:ext uri="{FF2B5EF4-FFF2-40B4-BE49-F238E27FC236}">
                <a16:creationId xmlns:a16="http://schemas.microsoft.com/office/drawing/2014/main" id="{0EBCA48F-8E14-CBBE-B836-B37F2CD05143}"/>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9" name="Text Placeholder 21">
            <a:extLst>
              <a:ext uri="{FF2B5EF4-FFF2-40B4-BE49-F238E27FC236}">
                <a16:creationId xmlns:a16="http://schemas.microsoft.com/office/drawing/2014/main" id="{9FD6071B-2B55-3490-FBFF-04599195AC7D}"/>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10" name="Text Placeholder 21">
            <a:extLst>
              <a:ext uri="{FF2B5EF4-FFF2-40B4-BE49-F238E27FC236}">
                <a16:creationId xmlns:a16="http://schemas.microsoft.com/office/drawing/2014/main" id="{B8330354-A7B3-333A-42F3-C2381A5D603D}"/>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31500012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 y="6428661"/>
            <a:ext cx="388818" cy="232516"/>
          </a:xfrm>
          <a:prstGeom prst="rect">
            <a:avLst/>
          </a:prstGeom>
        </p:spPr>
      </p:pic>
      <p:pic>
        <p:nvPicPr>
          <p:cNvPr id="4" name="Picture 3" descr="A close up of a purple and blue gradient&#10;&#10;AI-generated content may be incorrect.">
            <a:extLst>
              <a:ext uri="{FF2B5EF4-FFF2-40B4-BE49-F238E27FC236}">
                <a16:creationId xmlns:a16="http://schemas.microsoft.com/office/drawing/2014/main" id="{71B910AB-8F37-BE20-F28A-2E2E6BF62B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1" b="4183"/>
          <a:stretch>
            <a:fillRect/>
          </a:stretch>
        </p:blipFill>
        <p:spPr>
          <a:xfrm>
            <a:off x="0" y="0"/>
            <a:ext cx="12192000" cy="6858000"/>
          </a:xfrm>
          <a:prstGeom prst="rect">
            <a:avLst/>
          </a:prstGeom>
        </p:spPr>
      </p:pic>
    </p:spTree>
    <p:extLst>
      <p:ext uri="{BB962C8B-B14F-4D97-AF65-F5344CB8AC3E}">
        <p14:creationId xmlns:p14="http://schemas.microsoft.com/office/powerpoint/2010/main" val="1508402389"/>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3" name="Picture 2" descr="A blue and pink gradient&#10;&#10;AI-generated content may be incorrect.">
            <a:extLst>
              <a:ext uri="{FF2B5EF4-FFF2-40B4-BE49-F238E27FC236}">
                <a16:creationId xmlns:a16="http://schemas.microsoft.com/office/drawing/2014/main" id="{97CB27F8-3A0B-FB32-ED56-4885C07CCC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796043401"/>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61D26"/>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4FB4B58-2049-3EB6-9DE6-586F41586795}"/>
              </a:ext>
            </a:extLst>
          </p:cNvPr>
          <p:cNvCxnSpPr>
            <a:cxnSpLocks/>
          </p:cNvCxnSpPr>
          <p:nvPr userDrawn="1"/>
        </p:nvCxnSpPr>
        <p:spPr>
          <a:xfrm>
            <a:off x="3443706" y="1349224"/>
            <a:ext cx="0" cy="4546609"/>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5" name="Text Placeholder 21">
            <a:extLst>
              <a:ext uri="{FF2B5EF4-FFF2-40B4-BE49-F238E27FC236}">
                <a16:creationId xmlns:a16="http://schemas.microsoft.com/office/drawing/2014/main" id="{818BB5EC-A618-2D03-DEA5-36873FA1E1F5}"/>
              </a:ext>
            </a:extLst>
          </p:cNvPr>
          <p:cNvSpPr>
            <a:spLocks noGrp="1"/>
          </p:cNvSpPr>
          <p:nvPr>
            <p:ph type="body" sz="quarter" idx="11" hasCustomPrompt="1"/>
          </p:nvPr>
        </p:nvSpPr>
        <p:spPr>
          <a:xfrm>
            <a:off x="481864" y="1422541"/>
            <a:ext cx="2504923" cy="116825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Agenda</a:t>
            </a:r>
          </a:p>
        </p:txBody>
      </p:sp>
      <p:sp>
        <p:nvSpPr>
          <p:cNvPr id="6" name="Text Placeholder 21">
            <a:extLst>
              <a:ext uri="{FF2B5EF4-FFF2-40B4-BE49-F238E27FC236}">
                <a16:creationId xmlns:a16="http://schemas.microsoft.com/office/drawing/2014/main" id="{C2614ABB-5806-776E-27EA-3AA282A6B581}"/>
              </a:ext>
            </a:extLst>
          </p:cNvPr>
          <p:cNvSpPr>
            <a:spLocks noGrp="1"/>
          </p:cNvSpPr>
          <p:nvPr>
            <p:ph type="body" sz="quarter" idx="12" hasCustomPrompt="1"/>
          </p:nvPr>
        </p:nvSpPr>
        <p:spPr>
          <a:xfrm>
            <a:off x="4004447" y="1422541"/>
            <a:ext cx="6178623" cy="4376307"/>
          </a:xfrm>
          <a:prstGeom prst="rect">
            <a:avLst/>
          </a:prstGeom>
        </p:spPr>
        <p:txBody>
          <a:bodyPr/>
          <a:lstStyle>
            <a:lvl1pPr marL="0" marR="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kumimoji="0" lang="en-US" sz="20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Agenda item 1</a:t>
            </a:r>
          </a:p>
          <a:p>
            <a:pPr lvl="0"/>
            <a:r>
              <a:rPr lang="en-US" dirty="0"/>
              <a:t>Agenda item 2</a:t>
            </a:r>
          </a:p>
          <a:p>
            <a:pPr lvl="0"/>
            <a:r>
              <a:rPr lang="en-US" dirty="0"/>
              <a:t>Agenda item 3</a:t>
            </a:r>
          </a:p>
          <a:p>
            <a:pPr lvl="0"/>
            <a:r>
              <a:rPr lang="en-US" dirty="0"/>
              <a:t>Agenda item 4</a:t>
            </a:r>
          </a:p>
          <a:p>
            <a:pPr lvl="0"/>
            <a:r>
              <a:rPr lang="en-US" dirty="0"/>
              <a:t>Agenda item 5</a:t>
            </a:r>
          </a:p>
          <a:p>
            <a:pPr lvl="0"/>
            <a:r>
              <a:rPr lang="en-US" dirty="0"/>
              <a:t>Agenda item 6</a:t>
            </a:r>
          </a:p>
          <a:p>
            <a:pPr lvl="0"/>
            <a:endParaRPr lang="en-US" dirty="0"/>
          </a:p>
        </p:txBody>
      </p:sp>
    </p:spTree>
    <p:extLst>
      <p:ext uri="{BB962C8B-B14F-4D97-AF65-F5344CB8AC3E}">
        <p14:creationId xmlns:p14="http://schemas.microsoft.com/office/powerpoint/2010/main" val="318920586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161D26"/>
        </a:solidFill>
        <a:effectLst/>
      </p:bgPr>
    </p:bg>
    <p:spTree>
      <p:nvGrpSpPr>
        <p:cNvPr id="1" name=""/>
        <p:cNvGrpSpPr/>
        <p:nvPr/>
      </p:nvGrpSpPr>
      <p:grpSpPr>
        <a:xfrm>
          <a:off x="0" y="0"/>
          <a:ext cx="0" cy="0"/>
          <a:chOff x="0" y="0"/>
          <a:chExt cx="0" cy="0"/>
        </a:xfrm>
      </p:grpSpPr>
      <p:sp>
        <p:nvSpPr>
          <p:cNvPr id="7" name="Text Placeholder 21">
            <a:extLst>
              <a:ext uri="{FF2B5EF4-FFF2-40B4-BE49-F238E27FC236}">
                <a16:creationId xmlns:a16="http://schemas.microsoft.com/office/drawing/2014/main" id="{2BC98CF5-E0A8-92D9-AB13-5A5B93AB9706}"/>
              </a:ext>
            </a:extLst>
          </p:cNvPr>
          <p:cNvSpPr>
            <a:spLocks noGrp="1"/>
          </p:cNvSpPr>
          <p:nvPr>
            <p:ph type="body" sz="quarter" idx="11" hasCustomPrompt="1"/>
          </p:nvPr>
        </p:nvSpPr>
        <p:spPr>
          <a:xfrm>
            <a:off x="502225" y="196202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text</a:t>
            </a:r>
          </a:p>
        </p:txBody>
      </p:sp>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3043524"/>
            <a:ext cx="7300863"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Tree>
    <p:extLst>
      <p:ext uri="{BB962C8B-B14F-4D97-AF65-F5344CB8AC3E}">
        <p14:creationId xmlns:p14="http://schemas.microsoft.com/office/powerpoint/2010/main" val="193711286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 1">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11707" y="1586429"/>
            <a:ext cx="0" cy="4018274"/>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88265"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75635"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5155159" y="2214070"/>
            <a:ext cx="6396066"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75636"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75180194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Title and 3 row content">
    <p:bg>
      <p:bgPr>
        <a:solidFill>
          <a:srgbClr val="161D26"/>
        </a:solidFill>
        <a:effectLst/>
      </p:bgPr>
    </p:bg>
    <p:spTree>
      <p:nvGrpSpPr>
        <p:cNvPr id="1" name=""/>
        <p:cNvGrpSpPr/>
        <p:nvPr/>
      </p:nvGrpSpPr>
      <p:grpSpPr>
        <a:xfrm>
          <a:off x="0" y="0"/>
          <a:ext cx="0" cy="0"/>
          <a:chOff x="0" y="0"/>
          <a:chExt cx="0" cy="0"/>
        </a:xfrm>
      </p:grpSpPr>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19" y="1106577"/>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4782056" y="1106577"/>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1</a:t>
            </a:r>
          </a:p>
        </p:txBody>
      </p:sp>
      <p:cxnSp>
        <p:nvCxnSpPr>
          <p:cNvPr id="16" name="Straight Connector 15">
            <a:extLst>
              <a:ext uri="{FF2B5EF4-FFF2-40B4-BE49-F238E27FC236}">
                <a16:creationId xmlns:a16="http://schemas.microsoft.com/office/drawing/2014/main" id="{F5287881-C57E-D101-1C25-3E0FF8FDC5E7}"/>
              </a:ext>
            </a:extLst>
          </p:cNvPr>
          <p:cNvCxnSpPr>
            <a:cxnSpLocks/>
          </p:cNvCxnSpPr>
          <p:nvPr userDrawn="1"/>
        </p:nvCxnSpPr>
        <p:spPr>
          <a:xfrm>
            <a:off x="4185978" y="1212574"/>
            <a:ext cx="0" cy="4721087"/>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8" name="Text Placeholder 21">
            <a:extLst>
              <a:ext uri="{FF2B5EF4-FFF2-40B4-BE49-F238E27FC236}">
                <a16:creationId xmlns:a16="http://schemas.microsoft.com/office/drawing/2014/main" id="{634A4CAF-90EC-E954-3BFB-6E43FD445519}"/>
              </a:ext>
            </a:extLst>
          </p:cNvPr>
          <p:cNvSpPr>
            <a:spLocks noGrp="1"/>
          </p:cNvSpPr>
          <p:nvPr>
            <p:ph type="body" sz="quarter" idx="13" hasCustomPrompt="1"/>
          </p:nvPr>
        </p:nvSpPr>
        <p:spPr>
          <a:xfrm>
            <a:off x="4782056" y="1700906"/>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19" name="Text Placeholder 21">
            <a:extLst>
              <a:ext uri="{FF2B5EF4-FFF2-40B4-BE49-F238E27FC236}">
                <a16:creationId xmlns:a16="http://schemas.microsoft.com/office/drawing/2014/main" id="{37F65AD8-E4FD-4984-5FBA-EC5F6A685D9A}"/>
              </a:ext>
            </a:extLst>
          </p:cNvPr>
          <p:cNvSpPr>
            <a:spLocks noGrp="1"/>
          </p:cNvSpPr>
          <p:nvPr>
            <p:ph type="body" sz="quarter" idx="14" hasCustomPrompt="1"/>
          </p:nvPr>
        </p:nvSpPr>
        <p:spPr>
          <a:xfrm>
            <a:off x="4782056" y="2890611"/>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2</a:t>
            </a:r>
          </a:p>
        </p:txBody>
      </p:sp>
      <p:sp>
        <p:nvSpPr>
          <p:cNvPr id="20" name="Text Placeholder 21">
            <a:extLst>
              <a:ext uri="{FF2B5EF4-FFF2-40B4-BE49-F238E27FC236}">
                <a16:creationId xmlns:a16="http://schemas.microsoft.com/office/drawing/2014/main" id="{DCE340B5-AF30-C9FD-EA84-87B943FC7B83}"/>
              </a:ext>
            </a:extLst>
          </p:cNvPr>
          <p:cNvSpPr>
            <a:spLocks noGrp="1"/>
          </p:cNvSpPr>
          <p:nvPr>
            <p:ph type="body" sz="quarter" idx="15" hasCustomPrompt="1"/>
          </p:nvPr>
        </p:nvSpPr>
        <p:spPr>
          <a:xfrm>
            <a:off x="4782056" y="3484940"/>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21" name="Text Placeholder 21">
            <a:extLst>
              <a:ext uri="{FF2B5EF4-FFF2-40B4-BE49-F238E27FC236}">
                <a16:creationId xmlns:a16="http://schemas.microsoft.com/office/drawing/2014/main" id="{1344ABFA-783F-F7DE-C825-0026F5EB31A5}"/>
              </a:ext>
            </a:extLst>
          </p:cNvPr>
          <p:cNvSpPr>
            <a:spLocks noGrp="1"/>
          </p:cNvSpPr>
          <p:nvPr>
            <p:ph type="body" sz="quarter" idx="16" hasCustomPrompt="1"/>
          </p:nvPr>
        </p:nvSpPr>
        <p:spPr>
          <a:xfrm>
            <a:off x="4782056" y="4653183"/>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3</a:t>
            </a:r>
          </a:p>
        </p:txBody>
      </p:sp>
      <p:sp>
        <p:nvSpPr>
          <p:cNvPr id="22" name="Text Placeholder 21">
            <a:extLst>
              <a:ext uri="{FF2B5EF4-FFF2-40B4-BE49-F238E27FC236}">
                <a16:creationId xmlns:a16="http://schemas.microsoft.com/office/drawing/2014/main" id="{C3D4EB6E-2D83-811D-C211-5CA9EC0D0890}"/>
              </a:ext>
            </a:extLst>
          </p:cNvPr>
          <p:cNvSpPr>
            <a:spLocks noGrp="1"/>
          </p:cNvSpPr>
          <p:nvPr>
            <p:ph type="body" sz="quarter" idx="17" hasCustomPrompt="1"/>
          </p:nvPr>
        </p:nvSpPr>
        <p:spPr>
          <a:xfrm>
            <a:off x="4782056" y="5247512"/>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Tree>
    <p:extLst>
      <p:ext uri="{BB962C8B-B14F-4D97-AF65-F5344CB8AC3E}">
        <p14:creationId xmlns:p14="http://schemas.microsoft.com/office/powerpoint/2010/main" val="227105676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and content - 2">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22692" y="1586429"/>
            <a:ext cx="0" cy="4018274"/>
          </a:xfrm>
          <a:prstGeom prst="line">
            <a:avLst/>
          </a:prstGeom>
          <a:ln w="2540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99250"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20"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86621"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
        <p:nvSpPr>
          <p:cNvPr id="3" name="Text Placeholder 21">
            <a:extLst>
              <a:ext uri="{FF2B5EF4-FFF2-40B4-BE49-F238E27FC236}">
                <a16:creationId xmlns:a16="http://schemas.microsoft.com/office/drawing/2014/main" id="{EFE7A93F-D4FC-8E79-7A97-3BD5405D783D}"/>
              </a:ext>
            </a:extLst>
          </p:cNvPr>
          <p:cNvSpPr>
            <a:spLocks noGrp="1"/>
          </p:cNvSpPr>
          <p:nvPr>
            <p:ph type="body" sz="quarter" idx="12" hasCustomPrompt="1"/>
          </p:nvPr>
        </p:nvSpPr>
        <p:spPr>
          <a:xfrm>
            <a:off x="5166144" y="1726451"/>
            <a:ext cx="6396066" cy="3878252"/>
          </a:xfrm>
          <a:prstGeom prst="rect">
            <a:avLst/>
          </a:prstGeom>
        </p:spPr>
        <p:txBody>
          <a:bodyPr/>
          <a:lstStyle>
            <a:lvl1pPr marL="342900" marR="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kumimoji="0" lang="en-US" sz="2000" b="0" u="none" strike="noStrike" kern="1200" cap="none" spc="0" normalizeH="0" baseline="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342900" marR="0" lvl="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amet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endParaRPr lang="en-US" dirty="0"/>
          </a:p>
        </p:txBody>
      </p:sp>
    </p:spTree>
    <p:extLst>
      <p:ext uri="{BB962C8B-B14F-4D97-AF65-F5344CB8AC3E}">
        <p14:creationId xmlns:p14="http://schemas.microsoft.com/office/powerpoint/2010/main" val="350079322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and 3 points">
    <p:bg>
      <p:bgPr>
        <a:solidFill>
          <a:srgbClr val="161D26"/>
        </a:solidFill>
        <a:effectLst/>
      </p:bgPr>
    </p:bg>
    <p:spTree>
      <p:nvGrpSpPr>
        <p:cNvPr id="1" name=""/>
        <p:cNvGrpSpPr/>
        <p:nvPr/>
      </p:nvGrpSpPr>
      <p:grpSpPr>
        <a:xfrm>
          <a:off x="0" y="0"/>
          <a:ext cx="0" cy="0"/>
          <a:chOff x="0" y="0"/>
          <a:chExt cx="0" cy="0"/>
        </a:xfrm>
      </p:grpSpPr>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840191" y="1550104"/>
            <a:ext cx="10511618" cy="717713"/>
          </a:xfrm>
          <a:prstGeom prst="rect">
            <a:avLst/>
          </a:prstGeom>
        </p:spPr>
        <p:txBody>
          <a:bodyPr/>
          <a:lstStyle>
            <a:lvl1pPr marL="0" indent="0" algn="ctr">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points content</a:t>
            </a:r>
          </a:p>
        </p:txBody>
      </p:sp>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8401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456567"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8" name="Text Placeholder 21">
            <a:extLst>
              <a:ext uri="{FF2B5EF4-FFF2-40B4-BE49-F238E27FC236}">
                <a16:creationId xmlns:a16="http://schemas.microsoft.com/office/drawing/2014/main" id="{4D93B6E7-8048-C338-5C72-FE30BD6E56A6}"/>
              </a:ext>
            </a:extLst>
          </p:cNvPr>
          <p:cNvSpPr>
            <a:spLocks noGrp="1"/>
          </p:cNvSpPr>
          <p:nvPr>
            <p:ph type="body" sz="quarter" idx="16" hasCustomPrompt="1"/>
          </p:nvPr>
        </p:nvSpPr>
        <p:spPr>
          <a:xfrm>
            <a:off x="80029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839788"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456567"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3">
            <a:extLst>
              <a:ext uri="{FF2B5EF4-FFF2-40B4-BE49-F238E27FC236}">
                <a16:creationId xmlns:a16="http://schemas.microsoft.com/office/drawing/2014/main" id="{D0238D2F-7794-48FD-5C85-A87C72E7AD96}"/>
              </a:ext>
            </a:extLst>
          </p:cNvPr>
          <p:cNvSpPr>
            <a:spLocks noGrp="1"/>
          </p:cNvSpPr>
          <p:nvPr>
            <p:ph type="body" sz="quarter" idx="22" hasCustomPrompt="1"/>
          </p:nvPr>
        </p:nvSpPr>
        <p:spPr>
          <a:xfrm>
            <a:off x="8002991" y="3624191"/>
            <a:ext cx="3336925" cy="1109662"/>
          </a:xfrm>
          <a:prstGeom prst="rect">
            <a:avLst/>
          </a:prstGeom>
        </p:spPr>
        <p:txBody>
          <a:bodyPr/>
          <a:lstStyle>
            <a:lvl1pPr marL="0" indent="0" algn="ctr">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425188686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and 2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67426"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648637"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502225" y="1550104"/>
            <a:ext cx="10511618" cy="717713"/>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67426"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647900" y="3624191"/>
            <a:ext cx="3336925"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45864518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Title and 3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76109" y="2788213"/>
            <a:ext cx="2863866"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13296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3" y="1550104"/>
            <a:ext cx="10511618" cy="717713"/>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76110"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132968" y="3624191"/>
            <a:ext cx="2863866"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12" name="Text Placeholder 21">
            <a:extLst>
              <a:ext uri="{FF2B5EF4-FFF2-40B4-BE49-F238E27FC236}">
                <a16:creationId xmlns:a16="http://schemas.microsoft.com/office/drawing/2014/main" id="{0011CB6F-3F94-DC6A-29BB-1B7A0F3B8C71}"/>
              </a:ext>
            </a:extLst>
          </p:cNvPr>
          <p:cNvSpPr>
            <a:spLocks noGrp="1"/>
          </p:cNvSpPr>
          <p:nvPr>
            <p:ph type="body" sz="quarter" idx="22" hasCustomPrompt="1"/>
          </p:nvPr>
        </p:nvSpPr>
        <p:spPr>
          <a:xfrm>
            <a:off x="775165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13" name="Text Placeholder 23">
            <a:extLst>
              <a:ext uri="{FF2B5EF4-FFF2-40B4-BE49-F238E27FC236}">
                <a16:creationId xmlns:a16="http://schemas.microsoft.com/office/drawing/2014/main" id="{D42DB03B-CCC9-C3A9-0E68-734ED9FAE2D3}"/>
              </a:ext>
            </a:extLst>
          </p:cNvPr>
          <p:cNvSpPr>
            <a:spLocks noGrp="1"/>
          </p:cNvSpPr>
          <p:nvPr>
            <p:ph type="body" sz="quarter" idx="23" hasCustomPrompt="1"/>
          </p:nvPr>
        </p:nvSpPr>
        <p:spPr>
          <a:xfrm>
            <a:off x="7751657" y="3624191"/>
            <a:ext cx="286386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379320931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and 2x2 column">
    <p:bg>
      <p:bgPr>
        <a:solidFill>
          <a:srgbClr val="161D26"/>
        </a:solidFill>
        <a:effectLst/>
      </p:bgPr>
    </p:bg>
    <p:spTree>
      <p:nvGrpSpPr>
        <p:cNvPr id="1" name=""/>
        <p:cNvGrpSpPr/>
        <p:nvPr/>
      </p:nvGrpSpPr>
      <p:grpSpPr>
        <a:xfrm>
          <a:off x="0" y="0"/>
          <a:ext cx="0" cy="0"/>
          <a:chOff x="0" y="0"/>
          <a:chExt cx="0" cy="0"/>
        </a:xfrm>
      </p:grpSpPr>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700356"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83200" y="1550104"/>
            <a:ext cx="3156282" cy="3183749"/>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700358"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2" name="Text Placeholder 21">
            <a:extLst>
              <a:ext uri="{FF2B5EF4-FFF2-40B4-BE49-F238E27FC236}">
                <a16:creationId xmlns:a16="http://schemas.microsoft.com/office/drawing/2014/main" id="{D7738712-33DD-CFDE-10D7-31F3F70DC871}"/>
              </a:ext>
            </a:extLst>
          </p:cNvPr>
          <p:cNvSpPr>
            <a:spLocks noGrp="1"/>
          </p:cNvSpPr>
          <p:nvPr>
            <p:ph type="body" sz="quarter" idx="24" hasCustomPrompt="1"/>
          </p:nvPr>
        </p:nvSpPr>
        <p:spPr>
          <a:xfrm>
            <a:off x="8108574"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23" name="Text Placeholder 23">
            <a:extLst>
              <a:ext uri="{FF2B5EF4-FFF2-40B4-BE49-F238E27FC236}">
                <a16:creationId xmlns:a16="http://schemas.microsoft.com/office/drawing/2014/main" id="{C1F1EE16-B454-545C-69BE-7C3321C83F79}"/>
              </a:ext>
            </a:extLst>
          </p:cNvPr>
          <p:cNvSpPr>
            <a:spLocks noGrp="1"/>
          </p:cNvSpPr>
          <p:nvPr>
            <p:ph type="body" sz="quarter" idx="25" hasCustomPrompt="1"/>
          </p:nvPr>
        </p:nvSpPr>
        <p:spPr>
          <a:xfrm>
            <a:off x="8108576" y="2233382"/>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1">
            <a:extLst>
              <a:ext uri="{FF2B5EF4-FFF2-40B4-BE49-F238E27FC236}">
                <a16:creationId xmlns:a16="http://schemas.microsoft.com/office/drawing/2014/main" id="{6663C62C-AC24-84F5-051D-738253F7948C}"/>
              </a:ext>
            </a:extLst>
          </p:cNvPr>
          <p:cNvSpPr>
            <a:spLocks noGrp="1"/>
          </p:cNvSpPr>
          <p:nvPr>
            <p:ph type="body" sz="quarter" idx="26" hasCustomPrompt="1"/>
          </p:nvPr>
        </p:nvSpPr>
        <p:spPr>
          <a:xfrm>
            <a:off x="4700356"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7" name="Text Placeholder 23">
            <a:extLst>
              <a:ext uri="{FF2B5EF4-FFF2-40B4-BE49-F238E27FC236}">
                <a16:creationId xmlns:a16="http://schemas.microsoft.com/office/drawing/2014/main" id="{A2C5E56C-1A90-63E7-1531-1E93392952D3}"/>
              </a:ext>
            </a:extLst>
          </p:cNvPr>
          <p:cNvSpPr>
            <a:spLocks noGrp="1"/>
          </p:cNvSpPr>
          <p:nvPr>
            <p:ph type="body" sz="quarter" idx="27" hasCustomPrompt="1"/>
          </p:nvPr>
        </p:nvSpPr>
        <p:spPr>
          <a:xfrm>
            <a:off x="4700358"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8" name="Text Placeholder 21">
            <a:extLst>
              <a:ext uri="{FF2B5EF4-FFF2-40B4-BE49-F238E27FC236}">
                <a16:creationId xmlns:a16="http://schemas.microsoft.com/office/drawing/2014/main" id="{6D94D881-186D-3B8B-5FE6-0629728AFA36}"/>
              </a:ext>
            </a:extLst>
          </p:cNvPr>
          <p:cNvSpPr>
            <a:spLocks noGrp="1"/>
          </p:cNvSpPr>
          <p:nvPr>
            <p:ph type="body" sz="quarter" idx="28" hasCustomPrompt="1"/>
          </p:nvPr>
        </p:nvSpPr>
        <p:spPr>
          <a:xfrm>
            <a:off x="8108574"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29" name="Text Placeholder 23">
            <a:extLst>
              <a:ext uri="{FF2B5EF4-FFF2-40B4-BE49-F238E27FC236}">
                <a16:creationId xmlns:a16="http://schemas.microsoft.com/office/drawing/2014/main" id="{0714E946-886B-5901-56E0-B56EF06122E9}"/>
              </a:ext>
            </a:extLst>
          </p:cNvPr>
          <p:cNvSpPr>
            <a:spLocks noGrp="1"/>
          </p:cNvSpPr>
          <p:nvPr>
            <p:ph type="body" sz="quarter" idx="29" hasCustomPrompt="1"/>
          </p:nvPr>
        </p:nvSpPr>
        <p:spPr>
          <a:xfrm>
            <a:off x="8108576" y="4608446"/>
            <a:ext cx="2610703" cy="1109662"/>
          </a:xfrm>
          <a:prstGeom prst="rect">
            <a:avLst/>
          </a:prstGeom>
        </p:spPr>
        <p:txBody>
          <a:bodyPr/>
          <a:lstStyle>
            <a:lvl1pPr marL="0" indent="0" algn="l">
              <a:lnSpc>
                <a:spcPts val="2100"/>
              </a:lnSpc>
              <a:buNone/>
              <a:defRPr sz="16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90814883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2_Title and 2x2 column w boxes">
    <p:bg>
      <p:bgPr>
        <a:solidFill>
          <a:srgbClr val="161D26"/>
        </a:solidFill>
        <a:effectLst/>
      </p:bgPr>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0F712FE6-91E4-EF03-76D2-2C281623487C}"/>
              </a:ext>
            </a:extLst>
          </p:cNvPr>
          <p:cNvSpPr/>
          <p:nvPr userDrawn="1"/>
        </p:nvSpPr>
        <p:spPr>
          <a:xfrm>
            <a:off x="4700565"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884862"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5" y="1550104"/>
            <a:ext cx="3156282" cy="3183749"/>
          </a:xfrm>
          <a:prstGeom prst="rect">
            <a:avLst/>
          </a:prstGeom>
        </p:spPr>
        <p:txBody>
          <a:bodyPr/>
          <a:lstStyle>
            <a:lvl1pPr marL="0" indent="0" algn="l">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884864"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0" name="Rounded Rectangle 19">
            <a:extLst>
              <a:ext uri="{FF2B5EF4-FFF2-40B4-BE49-F238E27FC236}">
                <a16:creationId xmlns:a16="http://schemas.microsoft.com/office/drawing/2014/main" id="{55EDB056-8738-3DE7-CC6F-29C1DEC53BB9}"/>
              </a:ext>
            </a:extLst>
          </p:cNvPr>
          <p:cNvSpPr/>
          <p:nvPr userDrawn="1"/>
        </p:nvSpPr>
        <p:spPr>
          <a:xfrm>
            <a:off x="4700565"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21" name="Text Placeholder 21">
            <a:extLst>
              <a:ext uri="{FF2B5EF4-FFF2-40B4-BE49-F238E27FC236}">
                <a16:creationId xmlns:a16="http://schemas.microsoft.com/office/drawing/2014/main" id="{999EE95E-4EFC-FB7B-14F9-24CAB4FEEF5E}"/>
              </a:ext>
            </a:extLst>
          </p:cNvPr>
          <p:cNvSpPr>
            <a:spLocks noGrp="1"/>
          </p:cNvSpPr>
          <p:nvPr>
            <p:ph type="body" sz="quarter" idx="22" hasCustomPrompt="1"/>
          </p:nvPr>
        </p:nvSpPr>
        <p:spPr>
          <a:xfrm>
            <a:off x="4884862"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BF0138DD-073B-683F-F960-155017654C2E}"/>
              </a:ext>
            </a:extLst>
          </p:cNvPr>
          <p:cNvSpPr>
            <a:spLocks noGrp="1"/>
          </p:cNvSpPr>
          <p:nvPr>
            <p:ph type="body" sz="quarter" idx="23" hasCustomPrompt="1"/>
          </p:nvPr>
        </p:nvSpPr>
        <p:spPr>
          <a:xfrm>
            <a:off x="4884864"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0" name="Rounded Rectangle 29">
            <a:extLst>
              <a:ext uri="{FF2B5EF4-FFF2-40B4-BE49-F238E27FC236}">
                <a16:creationId xmlns:a16="http://schemas.microsoft.com/office/drawing/2014/main" id="{F35112F6-7394-90C4-A39C-039069DE503C}"/>
              </a:ext>
            </a:extLst>
          </p:cNvPr>
          <p:cNvSpPr/>
          <p:nvPr userDrawn="1"/>
        </p:nvSpPr>
        <p:spPr>
          <a:xfrm>
            <a:off x="7835651"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1" name="Text Placeholder 21">
            <a:extLst>
              <a:ext uri="{FF2B5EF4-FFF2-40B4-BE49-F238E27FC236}">
                <a16:creationId xmlns:a16="http://schemas.microsoft.com/office/drawing/2014/main" id="{C18FBA74-DAAA-E129-8851-6CB983EB9051}"/>
              </a:ext>
            </a:extLst>
          </p:cNvPr>
          <p:cNvSpPr>
            <a:spLocks noGrp="1"/>
          </p:cNvSpPr>
          <p:nvPr>
            <p:ph type="body" sz="quarter" idx="24" hasCustomPrompt="1"/>
          </p:nvPr>
        </p:nvSpPr>
        <p:spPr>
          <a:xfrm>
            <a:off x="8019948"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32" name="Text Placeholder 23">
            <a:extLst>
              <a:ext uri="{FF2B5EF4-FFF2-40B4-BE49-F238E27FC236}">
                <a16:creationId xmlns:a16="http://schemas.microsoft.com/office/drawing/2014/main" id="{C870C8EF-4B14-2D07-7D95-92D913A6076B}"/>
              </a:ext>
            </a:extLst>
          </p:cNvPr>
          <p:cNvSpPr>
            <a:spLocks noGrp="1"/>
          </p:cNvSpPr>
          <p:nvPr>
            <p:ph type="body" sz="quarter" idx="25" hasCustomPrompt="1"/>
          </p:nvPr>
        </p:nvSpPr>
        <p:spPr>
          <a:xfrm>
            <a:off x="8019950" y="2114629"/>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3" name="Rounded Rectangle 32">
            <a:extLst>
              <a:ext uri="{FF2B5EF4-FFF2-40B4-BE49-F238E27FC236}">
                <a16:creationId xmlns:a16="http://schemas.microsoft.com/office/drawing/2014/main" id="{F011B1B7-5825-9664-35BD-1E73774A280F}"/>
              </a:ext>
            </a:extLst>
          </p:cNvPr>
          <p:cNvSpPr/>
          <p:nvPr userDrawn="1"/>
        </p:nvSpPr>
        <p:spPr>
          <a:xfrm>
            <a:off x="7835651"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4" name="Text Placeholder 21">
            <a:extLst>
              <a:ext uri="{FF2B5EF4-FFF2-40B4-BE49-F238E27FC236}">
                <a16:creationId xmlns:a16="http://schemas.microsoft.com/office/drawing/2014/main" id="{183B6973-2CB8-4B71-D683-BC770EC99463}"/>
              </a:ext>
            </a:extLst>
          </p:cNvPr>
          <p:cNvSpPr>
            <a:spLocks noGrp="1"/>
          </p:cNvSpPr>
          <p:nvPr>
            <p:ph type="body" sz="quarter" idx="26" hasCustomPrompt="1"/>
          </p:nvPr>
        </p:nvSpPr>
        <p:spPr>
          <a:xfrm>
            <a:off x="8019948"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35" name="Text Placeholder 23">
            <a:extLst>
              <a:ext uri="{FF2B5EF4-FFF2-40B4-BE49-F238E27FC236}">
                <a16:creationId xmlns:a16="http://schemas.microsoft.com/office/drawing/2014/main" id="{6E51BEE7-3A11-AEB2-1488-A173CF807879}"/>
              </a:ext>
            </a:extLst>
          </p:cNvPr>
          <p:cNvSpPr>
            <a:spLocks noGrp="1"/>
          </p:cNvSpPr>
          <p:nvPr>
            <p:ph type="body" sz="quarter" idx="27" hasCustomPrompt="1"/>
          </p:nvPr>
        </p:nvSpPr>
        <p:spPr>
          <a:xfrm>
            <a:off x="8019950" y="471532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409730552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nd imag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500416" y="1532637"/>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image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48239"/>
            <a:ext cx="10664687" cy="3384550"/>
          </a:xfrm>
          <a:prstGeom prst="roundRect">
            <a:avLst>
              <a:gd name="adj" fmla="val 8562"/>
            </a:avLst>
          </a:prstGeom>
          <a:solidFill>
            <a:schemeClr val="bg2"/>
          </a:solidFill>
        </p:spPr>
        <p:txBody>
          <a:bodyPr/>
          <a:lstStyle/>
          <a:p>
            <a:endParaRPr lang="en-US"/>
          </a:p>
        </p:txBody>
      </p:sp>
    </p:spTree>
    <p:extLst>
      <p:ext uri="{BB962C8B-B14F-4D97-AF65-F5344CB8AC3E}">
        <p14:creationId xmlns:p14="http://schemas.microsoft.com/office/powerpoint/2010/main" val="242161243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and cod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486561" y="1124707"/>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code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763656" y="2606675"/>
            <a:ext cx="10664687" cy="3384550"/>
          </a:xfrm>
          <a:prstGeom prst="roundRect">
            <a:avLst>
              <a:gd name="adj" fmla="val 8562"/>
            </a:avLst>
          </a:prstGeom>
          <a:noFill/>
          <a:ln w="19050">
            <a:solidFill>
              <a:schemeClr val="bg2"/>
            </a:solidFill>
          </a:ln>
        </p:spPr>
        <p:txBody>
          <a:bodyPr/>
          <a:lstStyle/>
          <a:p>
            <a:endParaRPr lang="en-US"/>
          </a:p>
        </p:txBody>
      </p:sp>
      <p:sp>
        <p:nvSpPr>
          <p:cNvPr id="5" name="Text Placeholder 21">
            <a:extLst>
              <a:ext uri="{FF2B5EF4-FFF2-40B4-BE49-F238E27FC236}">
                <a16:creationId xmlns:a16="http://schemas.microsoft.com/office/drawing/2014/main" id="{761B93CA-04D6-E74F-91FD-A35FAB4C3701}"/>
              </a:ext>
            </a:extLst>
          </p:cNvPr>
          <p:cNvSpPr>
            <a:spLocks noGrp="1"/>
          </p:cNvSpPr>
          <p:nvPr>
            <p:ph type="body" sz="quarter" idx="10" hasCustomPrompt="1"/>
          </p:nvPr>
        </p:nvSpPr>
        <p:spPr>
          <a:xfrm>
            <a:off x="486561" y="749209"/>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Tree>
    <p:extLst>
      <p:ext uri="{BB962C8B-B14F-4D97-AF65-F5344CB8AC3E}">
        <p14:creationId xmlns:p14="http://schemas.microsoft.com/office/powerpoint/2010/main" val="117912083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5022" y="694380"/>
            <a:ext cx="5346883" cy="549146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486060"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486061"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285948866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content, and image_02">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1520848"/>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65986096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content, two columns, and image_">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721360"/>
            <a:ext cx="3890148"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2458544"/>
            <a:ext cx="5422738" cy="66599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
        <p:nvSpPr>
          <p:cNvPr id="3" name="Text Placeholder 21">
            <a:extLst>
              <a:ext uri="{FF2B5EF4-FFF2-40B4-BE49-F238E27FC236}">
                <a16:creationId xmlns:a16="http://schemas.microsoft.com/office/drawing/2014/main" id="{2149FBC2-7683-A9B2-46C5-5B57FB19189E}"/>
              </a:ext>
            </a:extLst>
          </p:cNvPr>
          <p:cNvSpPr>
            <a:spLocks noGrp="1"/>
          </p:cNvSpPr>
          <p:nvPr>
            <p:ph type="body" sz="quarter" idx="22" hasCustomPrompt="1"/>
          </p:nvPr>
        </p:nvSpPr>
        <p:spPr>
          <a:xfrm>
            <a:off x="5865021"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4" name="Text Placeholder 23">
            <a:extLst>
              <a:ext uri="{FF2B5EF4-FFF2-40B4-BE49-F238E27FC236}">
                <a16:creationId xmlns:a16="http://schemas.microsoft.com/office/drawing/2014/main" id="{17EDA63C-3159-CA34-D4B9-9A79B9E9B3E2}"/>
              </a:ext>
            </a:extLst>
          </p:cNvPr>
          <p:cNvSpPr>
            <a:spLocks noGrp="1"/>
          </p:cNvSpPr>
          <p:nvPr>
            <p:ph type="body" sz="quarter" idx="23" hasCustomPrompt="1"/>
          </p:nvPr>
        </p:nvSpPr>
        <p:spPr>
          <a:xfrm>
            <a:off x="5865023"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5" name="Text Placeholder 21">
            <a:extLst>
              <a:ext uri="{FF2B5EF4-FFF2-40B4-BE49-F238E27FC236}">
                <a16:creationId xmlns:a16="http://schemas.microsoft.com/office/drawing/2014/main" id="{39D65247-30E9-1D1B-9BBF-08C0134797DF}"/>
              </a:ext>
            </a:extLst>
          </p:cNvPr>
          <p:cNvSpPr>
            <a:spLocks noGrp="1"/>
          </p:cNvSpPr>
          <p:nvPr>
            <p:ph type="body" sz="quarter" idx="26" hasCustomPrompt="1"/>
          </p:nvPr>
        </p:nvSpPr>
        <p:spPr>
          <a:xfrm>
            <a:off x="9000107"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6" name="Text Placeholder 23">
            <a:extLst>
              <a:ext uri="{FF2B5EF4-FFF2-40B4-BE49-F238E27FC236}">
                <a16:creationId xmlns:a16="http://schemas.microsoft.com/office/drawing/2014/main" id="{F16989F6-4ED5-C533-8D96-71926EBC6E56}"/>
              </a:ext>
            </a:extLst>
          </p:cNvPr>
          <p:cNvSpPr>
            <a:spLocks noGrp="1"/>
          </p:cNvSpPr>
          <p:nvPr>
            <p:ph type="body" sz="quarter" idx="27" hasCustomPrompt="1"/>
          </p:nvPr>
        </p:nvSpPr>
        <p:spPr>
          <a:xfrm>
            <a:off x="9000109" y="4422445"/>
            <a:ext cx="2440229" cy="1109662"/>
          </a:xfrm>
          <a:prstGeom prst="rect">
            <a:avLst/>
          </a:prstGeom>
        </p:spPr>
        <p:txBody>
          <a:bodyPr/>
          <a:lstStyle>
            <a:lvl1pPr marL="0" indent="0" algn="l">
              <a:lnSpc>
                <a:spcPts val="1800"/>
              </a:lnSpc>
              <a:buNone/>
              <a:defRPr sz="14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142186794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le, content, and cod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1304" y="694380"/>
            <a:ext cx="5346883" cy="5491468"/>
          </a:xfrm>
          <a:prstGeom prst="roundRect">
            <a:avLst>
              <a:gd name="adj" fmla="val 4675"/>
            </a:avLst>
          </a:prstGeom>
          <a:noFill/>
          <a:ln w="19050">
            <a:solidFill>
              <a:schemeClr val="bg2"/>
            </a:solidFill>
          </a:ln>
        </p:spPr>
        <p:txBody>
          <a:bodyPr/>
          <a:lstStyle/>
          <a:p>
            <a:endParaRPr lang="en-US"/>
          </a:p>
        </p:txBody>
      </p:sp>
      <p:sp>
        <p:nvSpPr>
          <p:cNvPr id="2" name="Text Placeholder 21">
            <a:extLst>
              <a:ext uri="{FF2B5EF4-FFF2-40B4-BE49-F238E27FC236}">
                <a16:creationId xmlns:a16="http://schemas.microsoft.com/office/drawing/2014/main" id="{C2D34918-D686-3120-DEC4-3DC57586D1CD}"/>
              </a:ext>
            </a:extLst>
          </p:cNvPr>
          <p:cNvSpPr>
            <a:spLocks noGrp="1"/>
          </p:cNvSpPr>
          <p:nvPr>
            <p:ph type="body" sz="quarter" idx="10" hasCustomPrompt="1"/>
          </p:nvPr>
        </p:nvSpPr>
        <p:spPr>
          <a:xfrm>
            <a:off x="499248" y="1726451"/>
            <a:ext cx="3578552" cy="235131"/>
          </a:xfrm>
          <a:prstGeom prst="rect">
            <a:avLst/>
          </a:prstGeom>
        </p:spPr>
        <p:txBody>
          <a:bodyPr/>
          <a:lstStyle>
            <a:lvl1pPr marL="0" indent="0">
              <a:buNone/>
              <a:defRPr kumimoji="0" lang="en-US" sz="1200" b="0" i="0" u="none" strike="noStrike" kern="1200" cap="all" spc="300" normalizeH="0" baseline="0" dirty="0" smtClean="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3" name="Text Placeholder 21">
            <a:extLst>
              <a:ext uri="{FF2B5EF4-FFF2-40B4-BE49-F238E27FC236}">
                <a16:creationId xmlns:a16="http://schemas.microsoft.com/office/drawing/2014/main" id="{92BE8E6F-2E29-1C28-D47A-4F8DA736641D}"/>
              </a:ext>
            </a:extLst>
          </p:cNvPr>
          <p:cNvSpPr>
            <a:spLocks noGrp="1"/>
          </p:cNvSpPr>
          <p:nvPr>
            <p:ph type="body" sz="quarter" idx="11" hasCustomPrompt="1"/>
          </p:nvPr>
        </p:nvSpPr>
        <p:spPr>
          <a:xfrm>
            <a:off x="486618" y="2139299"/>
            <a:ext cx="3578552" cy="1393191"/>
          </a:xfrm>
          <a:prstGeom prst="rect">
            <a:avLst/>
          </a:prstGeom>
        </p:spPr>
        <p:txBody>
          <a:bodyPr/>
          <a:lstStyle>
            <a:lvl1pPr marL="0" indent="0">
              <a:buNone/>
              <a:defRPr kumimoji="0" lang="en-US" sz="44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code</a:t>
            </a:r>
          </a:p>
        </p:txBody>
      </p:sp>
      <p:sp>
        <p:nvSpPr>
          <p:cNvPr id="4" name="Text Placeholder 21">
            <a:extLst>
              <a:ext uri="{FF2B5EF4-FFF2-40B4-BE49-F238E27FC236}">
                <a16:creationId xmlns:a16="http://schemas.microsoft.com/office/drawing/2014/main" id="{D327B1D7-50B2-3252-1FA4-35AECAFF00EE}"/>
              </a:ext>
            </a:extLst>
          </p:cNvPr>
          <p:cNvSpPr>
            <a:spLocks noGrp="1"/>
          </p:cNvSpPr>
          <p:nvPr>
            <p:ph type="body" sz="quarter" idx="13" hasCustomPrompt="1"/>
          </p:nvPr>
        </p:nvSpPr>
        <p:spPr>
          <a:xfrm>
            <a:off x="486619"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210856218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128015" y="0"/>
            <a:ext cx="12320016" cy="6858000"/>
          </a:xfrm>
          <a:prstGeom prst="roundRect">
            <a:avLst>
              <a:gd name="adj" fmla="val 0"/>
            </a:avLst>
          </a:prstGeom>
          <a:solidFill>
            <a:schemeClr val="bg2"/>
          </a:solidFill>
        </p:spPr>
        <p:txBody>
          <a:bodyPr/>
          <a:lstStyle/>
          <a:p>
            <a:endParaRPr lang="en-US"/>
          </a:p>
        </p:txBody>
      </p:sp>
    </p:spTree>
    <p:extLst>
      <p:ext uri="{BB962C8B-B14F-4D97-AF65-F5344CB8AC3E}">
        <p14:creationId xmlns:p14="http://schemas.microsoft.com/office/powerpoint/2010/main" val="298397117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161D26"/>
        </a:solidFill>
        <a:effectLst/>
      </p:bgPr>
    </p:bg>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4214D09F-C4A1-6D48-55BF-33FE47B9089D}"/>
              </a:ext>
            </a:extLst>
          </p:cNvPr>
          <p:cNvSpPr>
            <a:spLocks noGrp="1"/>
          </p:cNvSpPr>
          <p:nvPr>
            <p:ph type="body" sz="quarter" idx="11" hasCustomPrompt="1"/>
          </p:nvPr>
        </p:nvSpPr>
        <p:spPr>
          <a:xfrm>
            <a:off x="486566" y="65019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only slide</a:t>
            </a:r>
          </a:p>
        </p:txBody>
      </p:sp>
    </p:spTree>
    <p:extLst>
      <p:ext uri="{BB962C8B-B14F-4D97-AF65-F5344CB8AC3E}">
        <p14:creationId xmlns:p14="http://schemas.microsoft.com/office/powerpoint/2010/main" val="395409684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Session Title - 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8"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3"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3"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131402919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2_Session Title -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437687-5DF0-1D81-925D-844EE787EEB9}"/>
              </a:ext>
            </a:extLst>
          </p:cNvPr>
          <p:cNvSpPr/>
          <p:nvPr userDrawn="1"/>
        </p:nvSpPr>
        <p:spPr>
          <a:xfrm>
            <a:off x="0" y="0"/>
            <a:ext cx="12192000" cy="6858000"/>
          </a:xfrm>
          <a:prstGeom prst="rect">
            <a:avLst/>
          </a:prstGeom>
          <a:solidFill>
            <a:srgbClr val="151D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4"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308988957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6_Thank you &amp; QR code">
    <p:spTree>
      <p:nvGrpSpPr>
        <p:cNvPr id="1" name=""/>
        <p:cNvGrpSpPr/>
        <p:nvPr/>
      </p:nvGrpSpPr>
      <p:grpSpPr>
        <a:xfrm>
          <a:off x="0" y="0"/>
          <a:ext cx="0" cy="0"/>
          <a:chOff x="0" y="0"/>
          <a:chExt cx="0" cy="0"/>
        </a:xfrm>
      </p:grpSpPr>
      <p:pic>
        <p:nvPicPr>
          <p:cNvPr id="10" name="Picture 9" descr="A purple and blue background&#10;&#10;AI-generated content may be incorrect.">
            <a:extLst>
              <a:ext uri="{FF2B5EF4-FFF2-40B4-BE49-F238E27FC236}">
                <a16:creationId xmlns:a16="http://schemas.microsoft.com/office/drawing/2014/main" id="{655FC996-A5B8-5013-E799-734F0CE537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5" name="Rectangle 4">
            <a:extLst>
              <a:ext uri="{FF2B5EF4-FFF2-40B4-BE49-F238E27FC236}">
                <a16:creationId xmlns:a16="http://schemas.microsoft.com/office/drawing/2014/main" id="{6930E374-E43A-7817-56ED-620244F03D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TextBox 5">
            <a:extLst>
              <a:ext uri="{FF2B5EF4-FFF2-40B4-BE49-F238E27FC236}">
                <a16:creationId xmlns:a16="http://schemas.microsoft.com/office/drawing/2014/main" id="{25D28670-6BD7-6EDA-1F7A-A1CDEFB809E2}"/>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03367802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3_Thank you">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537277"/>
            <a:ext cx="835752" cy="499786"/>
          </a:xfrm>
          <a:prstGeom prst="rect">
            <a:avLst/>
          </a:prstGeom>
        </p:spPr>
      </p:pic>
      <p:sp>
        <p:nvSpPr>
          <p:cNvPr id="2" name="Text Placeholder 21">
            <a:extLst>
              <a:ext uri="{FF2B5EF4-FFF2-40B4-BE49-F238E27FC236}">
                <a16:creationId xmlns:a16="http://schemas.microsoft.com/office/drawing/2014/main" id="{BD798EA0-85C0-1EE6-826D-0B9CC385B0AD}"/>
              </a:ext>
            </a:extLst>
          </p:cNvPr>
          <p:cNvSpPr>
            <a:spLocks noGrp="1"/>
          </p:cNvSpPr>
          <p:nvPr>
            <p:ph type="body" sz="quarter" idx="11" hasCustomPrompt="1"/>
          </p:nvPr>
        </p:nvSpPr>
        <p:spPr>
          <a:xfrm>
            <a:off x="486616"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CB32FC0C-8C3E-EC9A-E2FA-6EE909E76F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1ED149B1-2D95-35AC-CEBC-88E8E42F7571}"/>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54743673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5_Thank you &amp; QR code">
    <p:spTree>
      <p:nvGrpSpPr>
        <p:cNvPr id="1" name=""/>
        <p:cNvGrpSpPr/>
        <p:nvPr/>
      </p:nvGrpSpPr>
      <p:grpSpPr>
        <a:xfrm>
          <a:off x="0" y="0"/>
          <a:ext cx="0" cy="0"/>
          <a:chOff x="0" y="0"/>
          <a:chExt cx="0" cy="0"/>
        </a:xfrm>
      </p:grpSpPr>
      <p:pic>
        <p:nvPicPr>
          <p:cNvPr id="12" name="Picture 11" descr="A purple and blue background&#10;&#10;AI-generated content may be incorrect.">
            <a:extLst>
              <a:ext uri="{FF2B5EF4-FFF2-40B4-BE49-F238E27FC236}">
                <a16:creationId xmlns:a16="http://schemas.microsoft.com/office/drawing/2014/main" id="{56BF139E-A371-BD33-4544-690E251016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BF665193-C876-5B9E-E3ED-F7303F605376}"/>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33AF1947-BEFA-E116-B659-78B6A2F46848}"/>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14768307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4_Thank you &amp; QR code">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8" name="Rectangle 7">
            <a:extLst>
              <a:ext uri="{FF2B5EF4-FFF2-40B4-BE49-F238E27FC236}">
                <a16:creationId xmlns:a16="http://schemas.microsoft.com/office/drawing/2014/main" id="{FA0364CA-33E8-6BA8-69BF-4B4F35C5EEB2}"/>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9" name="TextBox 8">
            <a:extLst>
              <a:ext uri="{FF2B5EF4-FFF2-40B4-BE49-F238E27FC236}">
                <a16:creationId xmlns:a16="http://schemas.microsoft.com/office/drawing/2014/main" id="{6A72C134-7120-C362-31B3-9F9E993EE4C4}"/>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283550873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3" name="Picture 2" descr="A purple and blue gradient&#10;&#10;AI-generated content may be incorrect.">
            <a:extLst>
              <a:ext uri="{FF2B5EF4-FFF2-40B4-BE49-F238E27FC236}">
                <a16:creationId xmlns:a16="http://schemas.microsoft.com/office/drawing/2014/main" id="{EDBFAC01-0FA7-B8F7-7462-2916A3EEE9C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Tree>
    <p:extLst>
      <p:ext uri="{BB962C8B-B14F-4D97-AF65-F5344CB8AC3E}">
        <p14:creationId xmlns:p14="http://schemas.microsoft.com/office/powerpoint/2010/main" val="175631364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60293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Only">
  <p:cSld name="Title Only with 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b="0"/>
            </a:lvl1pPr>
          </a:lstStyle>
          <a:p>
            <a:r>
              <a:rPr lang="en-US" dirty="0"/>
              <a:t>Title only layout with art</a:t>
            </a:r>
          </a:p>
        </p:txBody>
      </p:sp>
    </p:spTree>
    <p:extLst>
      <p:ext uri="{BB962C8B-B14F-4D97-AF65-F5344CB8AC3E}">
        <p14:creationId xmlns:p14="http://schemas.microsoft.com/office/powerpoint/2010/main" val="2168631980"/>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161D26"/>
        </a:solidFill>
        <a:effectLst/>
      </p:bgPr>
    </p:bg>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4214D09F-C4A1-6D48-55BF-33FE47B9089D}"/>
              </a:ext>
            </a:extLst>
          </p:cNvPr>
          <p:cNvSpPr>
            <a:spLocks noGrp="1"/>
          </p:cNvSpPr>
          <p:nvPr>
            <p:ph type="body" sz="quarter" idx="11" hasCustomPrompt="1"/>
          </p:nvPr>
        </p:nvSpPr>
        <p:spPr>
          <a:xfrm>
            <a:off x="486566" y="650191"/>
            <a:ext cx="10664687" cy="688619"/>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only slide</a:t>
            </a:r>
          </a:p>
        </p:txBody>
      </p:sp>
    </p:spTree>
    <p:extLst>
      <p:ext uri="{BB962C8B-B14F-4D97-AF65-F5344CB8AC3E}">
        <p14:creationId xmlns:p14="http://schemas.microsoft.com/office/powerpoint/2010/main" val="39385143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Walk on">
    <p:spTree>
      <p:nvGrpSpPr>
        <p:cNvPr id="1" name=""/>
        <p:cNvGrpSpPr/>
        <p:nvPr/>
      </p:nvGrpSpPr>
      <p:grpSpPr>
        <a:xfrm>
          <a:off x="0" y="0"/>
          <a:ext cx="0" cy="0"/>
          <a:chOff x="0" y="0"/>
          <a:chExt cx="0" cy="0"/>
        </a:xfrm>
      </p:grpSpPr>
      <p:pic>
        <p:nvPicPr>
          <p:cNvPr id="3" name="Picture 2" descr="A close-up of a colorful background&#10;&#10;AI-generated content may be incorrect.">
            <a:extLst>
              <a:ext uri="{FF2B5EF4-FFF2-40B4-BE49-F238E27FC236}">
                <a16:creationId xmlns:a16="http://schemas.microsoft.com/office/drawing/2014/main" id="{8F0CD83B-FED8-8C19-0DC5-591BFA61F6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12412EBA-77D0-2550-D30E-416009443B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1150" y="3312356"/>
            <a:ext cx="4168175" cy="1344189"/>
          </a:xfrm>
          <a:prstGeom prst="rect">
            <a:avLst/>
          </a:prstGeom>
        </p:spPr>
      </p:pic>
    </p:spTree>
    <p:extLst>
      <p:ext uri="{BB962C8B-B14F-4D97-AF65-F5344CB8AC3E}">
        <p14:creationId xmlns:p14="http://schemas.microsoft.com/office/powerpoint/2010/main" val="2484709919"/>
      </p:ext>
    </p:extLst>
  </p:cSld>
  <p:clrMapOvr>
    <a:masterClrMapping/>
  </p:clrMapOvr>
  <p:transition>
    <p:fade/>
  </p:transition>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ssion Title - 1">
    <p:spTree>
      <p:nvGrpSpPr>
        <p:cNvPr id="1" name=""/>
        <p:cNvGrpSpPr/>
        <p:nvPr/>
      </p:nvGrpSpPr>
      <p:grpSpPr>
        <a:xfrm>
          <a:off x="0" y="0"/>
          <a:ext cx="0" cy="0"/>
          <a:chOff x="0" y="0"/>
          <a:chExt cx="0" cy="0"/>
        </a:xfrm>
      </p:grpSpPr>
      <p:pic>
        <p:nvPicPr>
          <p:cNvPr id="3" name="Picture 2" descr="A blurry image of a colorful background&#10;&#10;AI-generated content may be incorrect.">
            <a:extLst>
              <a:ext uri="{FF2B5EF4-FFF2-40B4-BE49-F238E27FC236}">
                <a16:creationId xmlns:a16="http://schemas.microsoft.com/office/drawing/2014/main" id="{7B9D837A-94BA-DED9-AE91-9C0503ABE2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646331"/>
          </a:xfrm>
          <a:prstGeom prst="rect">
            <a:avLst/>
          </a:prstGeom>
        </p:spPr>
        <p:txBody>
          <a:bodyPr/>
          <a:lstStyle>
            <a:lvl1pPr marL="0" indent="0">
              <a:buNone/>
              <a:defRPr kumimoji="0" lang="en-US" sz="4000" b="0" i="0" u="none" strike="noStrike" kern="1200" cap="none" spc="0" normalizeH="0" baseline="0" dirty="0">
                <a:ln>
                  <a:noFill/>
                </a:ln>
                <a:solidFill>
                  <a:schemeClr val="tx1"/>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610180717"/>
      </p:ext>
    </p:extLst>
  </p:cSld>
  <p:clrMapOvr>
    <a:masterClrMapping/>
  </p:clrMapOvr>
  <p:transition>
    <p:fade/>
  </p:transition>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ssion Title - 4">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646331"/>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934734594"/>
      </p:ext>
    </p:extLst>
  </p:cSld>
  <p:clrMapOvr>
    <a:masterClrMapping/>
  </p:clrMapOvr>
  <p:transition>
    <p:fade/>
  </p:transition>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ession Title - 2">
    <p:spTree>
      <p:nvGrpSpPr>
        <p:cNvPr id="1" name=""/>
        <p:cNvGrpSpPr/>
        <p:nvPr/>
      </p:nvGrpSpPr>
      <p:grpSpPr>
        <a:xfrm>
          <a:off x="0" y="0"/>
          <a:ext cx="0" cy="0"/>
          <a:chOff x="0" y="0"/>
          <a:chExt cx="0" cy="0"/>
        </a:xfrm>
      </p:grpSpPr>
      <p:pic>
        <p:nvPicPr>
          <p:cNvPr id="2" name="Picture 1" descr="A purple and blue gradient&#10;&#10;AI-generated content may be incorrect.">
            <a:extLst>
              <a:ext uri="{FF2B5EF4-FFF2-40B4-BE49-F238E27FC236}">
                <a16:creationId xmlns:a16="http://schemas.microsoft.com/office/drawing/2014/main" id="{D1BFE156-3870-45A2-6BDF-AB0351C2A3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304" y="537277"/>
            <a:ext cx="835752" cy="499786"/>
          </a:xfrm>
          <a:prstGeom prst="rect">
            <a:avLst/>
          </a:prstGeom>
        </p:spPr>
      </p:pic>
      <p:sp>
        <p:nvSpPr>
          <p:cNvPr id="22" name="Text Placeholder 21">
            <a:extLst>
              <a:ext uri="{FF2B5EF4-FFF2-40B4-BE49-F238E27FC236}">
                <a16:creationId xmlns:a16="http://schemas.microsoft.com/office/drawing/2014/main" id="{10306F47-F75A-E094-F378-8596F58755E6}"/>
              </a:ext>
            </a:extLst>
          </p:cNvPr>
          <p:cNvSpPr>
            <a:spLocks noGrp="1"/>
          </p:cNvSpPr>
          <p:nvPr>
            <p:ph type="body" sz="quarter" idx="10" hasCustomPrompt="1"/>
          </p:nvPr>
        </p:nvSpPr>
        <p:spPr>
          <a:xfrm>
            <a:off x="471539" y="2085707"/>
            <a:ext cx="2992437"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58909" y="2498555"/>
            <a:ext cx="10511618" cy="646331"/>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27" name="Text Placeholder 21">
            <a:extLst>
              <a:ext uri="{FF2B5EF4-FFF2-40B4-BE49-F238E27FC236}">
                <a16:creationId xmlns:a16="http://schemas.microsoft.com/office/drawing/2014/main" id="{7A89BAA2-6FD5-5D3C-33E2-A316081914D8}"/>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28" name="Text Placeholder 21">
            <a:extLst>
              <a:ext uri="{FF2B5EF4-FFF2-40B4-BE49-F238E27FC236}">
                <a16:creationId xmlns:a16="http://schemas.microsoft.com/office/drawing/2014/main" id="{8F8058FB-7DE1-1E26-AD33-0976C7D37F54}"/>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29" name="Text Placeholder 21">
            <a:extLst>
              <a:ext uri="{FF2B5EF4-FFF2-40B4-BE49-F238E27FC236}">
                <a16:creationId xmlns:a16="http://schemas.microsoft.com/office/drawing/2014/main" id="{B73CDB15-D753-86B4-5B7E-F5E99542714B}"/>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30" name="Text Placeholder 21">
            <a:extLst>
              <a:ext uri="{FF2B5EF4-FFF2-40B4-BE49-F238E27FC236}">
                <a16:creationId xmlns:a16="http://schemas.microsoft.com/office/drawing/2014/main" id="{7AA478AA-C773-D6F5-0AF5-1B34A47E5437}"/>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31" name="Text Placeholder 21">
            <a:extLst>
              <a:ext uri="{FF2B5EF4-FFF2-40B4-BE49-F238E27FC236}">
                <a16:creationId xmlns:a16="http://schemas.microsoft.com/office/drawing/2014/main" id="{8A30556E-3620-AA19-5CC6-8D66FC591AE7}"/>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3683818876"/>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ession Title -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688E7E-560D-1F85-60AE-F11B53EB181C}"/>
              </a:ext>
            </a:extLst>
          </p:cNvPr>
          <p:cNvSpPr/>
          <p:nvPr userDrawn="1"/>
        </p:nvSpPr>
        <p:spPr>
          <a:xfrm>
            <a:off x="0" y="0"/>
            <a:ext cx="12192000" cy="6858000"/>
          </a:xfrm>
          <a:prstGeom prst="rect">
            <a:avLst/>
          </a:prstGeom>
          <a:solidFill>
            <a:srgbClr val="151D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 name="Graphic 1">
            <a:extLst>
              <a:ext uri="{FF2B5EF4-FFF2-40B4-BE49-F238E27FC236}">
                <a16:creationId xmlns:a16="http://schemas.microsoft.com/office/drawing/2014/main" id="{1EF57A0F-E278-CD58-9703-2C36EBEE4F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3304" y="537277"/>
            <a:ext cx="835752" cy="499786"/>
          </a:xfrm>
          <a:prstGeom prst="rect">
            <a:avLst/>
          </a:prstGeom>
        </p:spPr>
      </p:pic>
      <p:sp>
        <p:nvSpPr>
          <p:cNvPr id="3" name="Text Placeholder 21">
            <a:extLst>
              <a:ext uri="{FF2B5EF4-FFF2-40B4-BE49-F238E27FC236}">
                <a16:creationId xmlns:a16="http://schemas.microsoft.com/office/drawing/2014/main" id="{75964A49-4B15-7572-0B46-92FB64D1679B}"/>
              </a:ext>
            </a:extLst>
          </p:cNvPr>
          <p:cNvSpPr>
            <a:spLocks noGrp="1"/>
          </p:cNvSpPr>
          <p:nvPr>
            <p:ph type="body" sz="quarter" idx="10" hasCustomPrompt="1"/>
          </p:nvPr>
        </p:nvSpPr>
        <p:spPr>
          <a:xfrm>
            <a:off x="471539" y="2085707"/>
            <a:ext cx="2992437"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a:t>
            </a:r>
          </a:p>
        </p:txBody>
      </p:sp>
      <p:sp>
        <p:nvSpPr>
          <p:cNvPr id="4" name="Text Placeholder 21">
            <a:extLst>
              <a:ext uri="{FF2B5EF4-FFF2-40B4-BE49-F238E27FC236}">
                <a16:creationId xmlns:a16="http://schemas.microsoft.com/office/drawing/2014/main" id="{6CB35DDF-B025-928C-8606-6F4A1B6250B6}"/>
              </a:ext>
            </a:extLst>
          </p:cNvPr>
          <p:cNvSpPr>
            <a:spLocks noGrp="1"/>
          </p:cNvSpPr>
          <p:nvPr>
            <p:ph type="body" sz="quarter" idx="11" hasCustomPrompt="1"/>
          </p:nvPr>
        </p:nvSpPr>
        <p:spPr>
          <a:xfrm>
            <a:off x="458909" y="2498555"/>
            <a:ext cx="10511618" cy="646331"/>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Enter session title </a:t>
            </a:r>
          </a:p>
        </p:txBody>
      </p:sp>
      <p:sp>
        <p:nvSpPr>
          <p:cNvPr id="5" name="Text Placeholder 21">
            <a:extLst>
              <a:ext uri="{FF2B5EF4-FFF2-40B4-BE49-F238E27FC236}">
                <a16:creationId xmlns:a16="http://schemas.microsoft.com/office/drawing/2014/main" id="{4A7E3313-4259-1997-ED9D-5C3D97E23092}"/>
              </a:ext>
            </a:extLst>
          </p:cNvPr>
          <p:cNvSpPr>
            <a:spLocks noGrp="1"/>
          </p:cNvSpPr>
          <p:nvPr>
            <p:ph type="body" sz="quarter" idx="12" hasCustomPrompt="1"/>
          </p:nvPr>
        </p:nvSpPr>
        <p:spPr>
          <a:xfrm>
            <a:off x="4715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1 name</a:t>
            </a:r>
          </a:p>
        </p:txBody>
      </p:sp>
      <p:sp>
        <p:nvSpPr>
          <p:cNvPr id="6" name="Text Placeholder 21">
            <a:extLst>
              <a:ext uri="{FF2B5EF4-FFF2-40B4-BE49-F238E27FC236}">
                <a16:creationId xmlns:a16="http://schemas.microsoft.com/office/drawing/2014/main" id="{10016296-5F2F-BE48-746B-ACD2B085B0D2}"/>
              </a:ext>
            </a:extLst>
          </p:cNvPr>
          <p:cNvSpPr>
            <a:spLocks noGrp="1"/>
          </p:cNvSpPr>
          <p:nvPr>
            <p:ph type="body" sz="quarter" idx="13" hasCustomPrompt="1"/>
          </p:nvPr>
        </p:nvSpPr>
        <p:spPr>
          <a:xfrm>
            <a:off x="4715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7" name="Text Placeholder 21">
            <a:extLst>
              <a:ext uri="{FF2B5EF4-FFF2-40B4-BE49-F238E27FC236}">
                <a16:creationId xmlns:a16="http://schemas.microsoft.com/office/drawing/2014/main" id="{A473B96F-ACDC-834E-D803-FE0EDB6F6B42}"/>
              </a:ext>
            </a:extLst>
          </p:cNvPr>
          <p:cNvSpPr>
            <a:spLocks noGrp="1"/>
          </p:cNvSpPr>
          <p:nvPr>
            <p:ph type="body" sz="quarter" idx="14" hasCustomPrompt="1"/>
          </p:nvPr>
        </p:nvSpPr>
        <p:spPr>
          <a:xfrm>
            <a:off x="4087915"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2 name</a:t>
            </a:r>
          </a:p>
        </p:txBody>
      </p:sp>
      <p:sp>
        <p:nvSpPr>
          <p:cNvPr id="8" name="Text Placeholder 21">
            <a:extLst>
              <a:ext uri="{FF2B5EF4-FFF2-40B4-BE49-F238E27FC236}">
                <a16:creationId xmlns:a16="http://schemas.microsoft.com/office/drawing/2014/main" id="{0EBCA48F-8E14-CBBE-B836-B37F2CD05143}"/>
              </a:ext>
            </a:extLst>
          </p:cNvPr>
          <p:cNvSpPr>
            <a:spLocks noGrp="1"/>
          </p:cNvSpPr>
          <p:nvPr>
            <p:ph type="body" sz="quarter" idx="15" hasCustomPrompt="1"/>
          </p:nvPr>
        </p:nvSpPr>
        <p:spPr>
          <a:xfrm>
            <a:off x="4087915"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
        <p:nvSpPr>
          <p:cNvPr id="9" name="Text Placeholder 21">
            <a:extLst>
              <a:ext uri="{FF2B5EF4-FFF2-40B4-BE49-F238E27FC236}">
                <a16:creationId xmlns:a16="http://schemas.microsoft.com/office/drawing/2014/main" id="{9FD6071B-2B55-3490-FBFF-04599195AC7D}"/>
              </a:ext>
            </a:extLst>
          </p:cNvPr>
          <p:cNvSpPr>
            <a:spLocks noGrp="1"/>
          </p:cNvSpPr>
          <p:nvPr>
            <p:ph type="body" sz="quarter" idx="16" hasCustomPrompt="1"/>
          </p:nvPr>
        </p:nvSpPr>
        <p:spPr>
          <a:xfrm>
            <a:off x="7634339" y="4199409"/>
            <a:ext cx="3336188" cy="411161"/>
          </a:xfrm>
          <a:prstGeom prst="rect">
            <a:avLst/>
          </a:prstGeom>
        </p:spPr>
        <p:txBody>
          <a:bodyPr/>
          <a:lstStyle>
            <a:lvl1pPr marL="0" indent="0">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Speaker 3 name</a:t>
            </a:r>
          </a:p>
        </p:txBody>
      </p:sp>
      <p:sp>
        <p:nvSpPr>
          <p:cNvPr id="10" name="Text Placeholder 21">
            <a:extLst>
              <a:ext uri="{FF2B5EF4-FFF2-40B4-BE49-F238E27FC236}">
                <a16:creationId xmlns:a16="http://schemas.microsoft.com/office/drawing/2014/main" id="{B8330354-A7B3-333A-42F3-C2381A5D603D}"/>
              </a:ext>
            </a:extLst>
          </p:cNvPr>
          <p:cNvSpPr>
            <a:spLocks noGrp="1"/>
          </p:cNvSpPr>
          <p:nvPr>
            <p:ph type="body" sz="quarter" idx="17" hasCustomPrompt="1"/>
          </p:nvPr>
        </p:nvSpPr>
        <p:spPr>
          <a:xfrm>
            <a:off x="7634339" y="4627756"/>
            <a:ext cx="3336188" cy="1163444"/>
          </a:xfrm>
          <a:prstGeom prst="rect">
            <a:avLst/>
          </a:prstGeom>
        </p:spPr>
        <p:txBody>
          <a:bodyPr/>
          <a:lstStyle>
            <a:lvl1pPr marL="0" indent="0">
              <a:buNone/>
              <a:defRPr kumimoji="0" lang="en-US" sz="1200" b="0" i="0" u="none" strike="noStrike" kern="1200" cap="none" spc="0" normalizeH="0" baseline="0" dirty="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(pronouns)</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Job Title</a:t>
            </a:r>
          </a:p>
          <a:p>
            <a:pPr marL="0" marR="0" lvl="0" indent="0" algn="l" defTabSz="914400" rtl="0" eaLnBrk="1" fontAlgn="auto" latinLnBrk="0" hangingPunct="1">
              <a:lnSpc>
                <a:spcPts val="2100"/>
              </a:lnSpc>
              <a:spcBef>
                <a:spcPts val="0"/>
              </a:spcBef>
              <a:spcAft>
                <a:spcPts val="300"/>
              </a:spcAft>
              <a:buClr>
                <a:srgbClr val="FFFFFF"/>
              </a:buClr>
              <a:buSzPct val="90000"/>
              <a:buFont typeface="Amazon Ember Display" panose="020F0603020204020204" pitchFamily="34" charset="0"/>
              <a:buNone/>
              <a:tabLst/>
              <a:defRPr/>
            </a:pPr>
            <a:r>
              <a:rPr lang="en-US" dirty="0"/>
              <a:t>Company</a:t>
            </a:r>
          </a:p>
        </p:txBody>
      </p:sp>
    </p:spTree>
    <p:extLst>
      <p:ext uri="{BB962C8B-B14F-4D97-AF65-F5344CB8AC3E}">
        <p14:creationId xmlns:p14="http://schemas.microsoft.com/office/powerpoint/2010/main" val="83167694"/>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divider_1">
    <p:spTree>
      <p:nvGrpSpPr>
        <p:cNvPr id="1" name=""/>
        <p:cNvGrpSpPr/>
        <p:nvPr/>
      </p:nvGrpSpPr>
      <p:grpSpPr>
        <a:xfrm>
          <a:off x="0" y="0"/>
          <a:ext cx="0" cy="0"/>
          <a:chOff x="0" y="0"/>
          <a:chExt cx="0" cy="0"/>
        </a:xfrm>
      </p:grpSpPr>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1757786"/>
          </a:xfrm>
          <a:prstGeom prst="rect">
            <a:avLst/>
          </a:prstGeom>
        </p:spPr>
        <p:txBody>
          <a:bodyPr/>
          <a:lstStyle>
            <a:lvl1pPr marL="0" indent="0">
              <a:buNone/>
              <a:defRPr kumimoji="0" lang="en-US" sz="44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
        <p:nvSpPr>
          <p:cNvPr id="5" name="TextBox 3">
            <a:extLst>
              <a:ext uri="{FF2B5EF4-FFF2-40B4-BE49-F238E27FC236}">
                <a16:creationId xmlns:a16="http://schemas.microsoft.com/office/drawing/2014/main" id="{E68BA0C7-B18D-263C-C3CF-48AF849BFA7F}"/>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7" name="Graphic 6">
            <a:extLst>
              <a:ext uri="{FF2B5EF4-FFF2-40B4-BE49-F238E27FC236}">
                <a16:creationId xmlns:a16="http://schemas.microsoft.com/office/drawing/2014/main" id="{4822714A-D6D9-6D1D-6CC8-C5C662DCC0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 y="6428661"/>
            <a:ext cx="388818" cy="232516"/>
          </a:xfrm>
          <a:prstGeom prst="rect">
            <a:avLst/>
          </a:prstGeom>
        </p:spPr>
      </p:pic>
      <p:pic>
        <p:nvPicPr>
          <p:cNvPr id="4" name="Picture 3" descr="A close up of a purple and blue gradient&#10;&#10;AI-generated content may be incorrect.">
            <a:extLst>
              <a:ext uri="{FF2B5EF4-FFF2-40B4-BE49-F238E27FC236}">
                <a16:creationId xmlns:a16="http://schemas.microsoft.com/office/drawing/2014/main" id="{71B910AB-8F37-BE20-F28A-2E2E6BF62B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1" b="4183"/>
          <a:stretch>
            <a:fillRect/>
          </a:stretch>
        </p:blipFill>
        <p:spPr>
          <a:xfrm>
            <a:off x="0" y="0"/>
            <a:ext cx="12192000" cy="6858000"/>
          </a:xfrm>
          <a:prstGeom prst="rect">
            <a:avLst/>
          </a:prstGeom>
        </p:spPr>
      </p:pic>
      <p:sp>
        <p:nvSpPr>
          <p:cNvPr id="2" name="Text Placeholder 21">
            <a:extLst>
              <a:ext uri="{FF2B5EF4-FFF2-40B4-BE49-F238E27FC236}">
                <a16:creationId xmlns:a16="http://schemas.microsoft.com/office/drawing/2014/main" id="{EAA335ED-EA4D-31DE-BEF3-D982B7654225}"/>
              </a:ext>
            </a:extLst>
          </p:cNvPr>
          <p:cNvSpPr>
            <a:spLocks noGrp="1"/>
          </p:cNvSpPr>
          <p:nvPr>
            <p:ph type="body" sz="quarter" idx="12" hasCustomPrompt="1"/>
          </p:nvPr>
        </p:nvSpPr>
        <p:spPr>
          <a:xfrm>
            <a:off x="471500" y="2761554"/>
            <a:ext cx="6720456"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Tree>
    <p:extLst>
      <p:ext uri="{BB962C8B-B14F-4D97-AF65-F5344CB8AC3E}">
        <p14:creationId xmlns:p14="http://schemas.microsoft.com/office/powerpoint/2010/main" val="4239190062"/>
      </p:ext>
    </p:extLst>
  </p:cSld>
  <p:clrMapOvr>
    <a:masterClrMapping/>
  </p:clrMapOvr>
  <p:transition>
    <p:fade/>
  </p:transition>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Section divider_2">
    <p:spTree>
      <p:nvGrpSpPr>
        <p:cNvPr id="1" name=""/>
        <p:cNvGrpSpPr/>
        <p:nvPr/>
      </p:nvGrpSpPr>
      <p:grpSpPr>
        <a:xfrm>
          <a:off x="0" y="0"/>
          <a:ext cx="0" cy="0"/>
          <a:chOff x="0" y="0"/>
          <a:chExt cx="0" cy="0"/>
        </a:xfrm>
      </p:grpSpPr>
      <p:pic>
        <p:nvPicPr>
          <p:cNvPr id="3" name="Picture 2" descr="A blue and pink gradient&#10;&#10;AI-generated content may be incorrect.">
            <a:extLst>
              <a:ext uri="{FF2B5EF4-FFF2-40B4-BE49-F238E27FC236}">
                <a16:creationId xmlns:a16="http://schemas.microsoft.com/office/drawing/2014/main" id="{97CB27F8-3A0B-FB32-ED56-4885C07CCC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
        <p:nvSpPr>
          <p:cNvPr id="6" name="Text Placeholder 21">
            <a:extLst>
              <a:ext uri="{FF2B5EF4-FFF2-40B4-BE49-F238E27FC236}">
                <a16:creationId xmlns:a16="http://schemas.microsoft.com/office/drawing/2014/main" id="{BEE5A1A4-5BF3-7678-58BF-DBEF8F0E0269}"/>
              </a:ext>
            </a:extLst>
          </p:cNvPr>
          <p:cNvSpPr>
            <a:spLocks noGrp="1"/>
          </p:cNvSpPr>
          <p:nvPr>
            <p:ph type="body" sz="quarter" idx="11" hasCustomPrompt="1"/>
          </p:nvPr>
        </p:nvSpPr>
        <p:spPr>
          <a:xfrm>
            <a:off x="471500" y="2761554"/>
            <a:ext cx="6720456"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Tree>
    <p:extLst>
      <p:ext uri="{BB962C8B-B14F-4D97-AF65-F5344CB8AC3E}">
        <p14:creationId xmlns:p14="http://schemas.microsoft.com/office/powerpoint/2010/main" val="1549562513"/>
      </p:ext>
    </p:extLst>
  </p:cSld>
  <p:clrMapOvr>
    <a:masterClrMapping/>
  </p:clrMapOvr>
  <p:transition>
    <p:fade/>
  </p:transition>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Section divider_3">
    <p:spTree>
      <p:nvGrpSpPr>
        <p:cNvPr id="1" name=""/>
        <p:cNvGrpSpPr/>
        <p:nvPr/>
      </p:nvGrpSpPr>
      <p:grpSpPr>
        <a:xfrm>
          <a:off x="0" y="0"/>
          <a:ext cx="0" cy="0"/>
          <a:chOff x="0" y="0"/>
          <a:chExt cx="0" cy="0"/>
        </a:xfrm>
      </p:grpSpPr>
      <p:pic>
        <p:nvPicPr>
          <p:cNvPr id="3" name="Picture 2" descr="A purple and blue gradient&#10;&#10;AI-generated content may be incorrect.">
            <a:extLst>
              <a:ext uri="{FF2B5EF4-FFF2-40B4-BE49-F238E27FC236}">
                <a16:creationId xmlns:a16="http://schemas.microsoft.com/office/drawing/2014/main" id="{EDBFAC01-0FA7-B8F7-7462-2916A3EEE9C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1"/>
          <a:stretch>
            <a:fillRect/>
          </a:stretch>
        </p:blipFill>
        <p:spPr>
          <a:xfrm>
            <a:off x="0" y="0"/>
            <a:ext cx="12192000" cy="6858000"/>
          </a:xfrm>
          <a:prstGeom prst="rect">
            <a:avLst/>
          </a:prstGeom>
        </p:spPr>
      </p:pic>
      <p:sp>
        <p:nvSpPr>
          <p:cNvPr id="2" name="Text Placeholder 21">
            <a:extLst>
              <a:ext uri="{FF2B5EF4-FFF2-40B4-BE49-F238E27FC236}">
                <a16:creationId xmlns:a16="http://schemas.microsoft.com/office/drawing/2014/main" id="{D70723D7-96EC-9977-1291-D74C58F70EF8}"/>
              </a:ext>
            </a:extLst>
          </p:cNvPr>
          <p:cNvSpPr>
            <a:spLocks noGrp="1"/>
          </p:cNvSpPr>
          <p:nvPr>
            <p:ph type="body" sz="quarter" idx="11" hasCustomPrompt="1"/>
          </p:nvPr>
        </p:nvSpPr>
        <p:spPr>
          <a:xfrm>
            <a:off x="471500" y="2761554"/>
            <a:ext cx="6720456"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Section divider</a:t>
            </a:r>
          </a:p>
        </p:txBody>
      </p:sp>
    </p:spTree>
    <p:extLst>
      <p:ext uri="{BB962C8B-B14F-4D97-AF65-F5344CB8AC3E}">
        <p14:creationId xmlns:p14="http://schemas.microsoft.com/office/powerpoint/2010/main" val="2884181518"/>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61D26"/>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4FB4B58-2049-3EB6-9DE6-586F41586795}"/>
              </a:ext>
            </a:extLst>
          </p:cNvPr>
          <p:cNvCxnSpPr>
            <a:cxnSpLocks/>
          </p:cNvCxnSpPr>
          <p:nvPr userDrawn="1"/>
        </p:nvCxnSpPr>
        <p:spPr>
          <a:xfrm>
            <a:off x="3443706" y="1349224"/>
            <a:ext cx="0" cy="4546609"/>
          </a:xfrm>
          <a:prstGeom prst="line">
            <a:avLst/>
          </a:prstGeom>
          <a:ln w="1905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5" name="Text Placeholder 21">
            <a:extLst>
              <a:ext uri="{FF2B5EF4-FFF2-40B4-BE49-F238E27FC236}">
                <a16:creationId xmlns:a16="http://schemas.microsoft.com/office/drawing/2014/main" id="{818BB5EC-A618-2D03-DEA5-36873FA1E1F5}"/>
              </a:ext>
            </a:extLst>
          </p:cNvPr>
          <p:cNvSpPr>
            <a:spLocks noGrp="1"/>
          </p:cNvSpPr>
          <p:nvPr>
            <p:ph type="body" sz="quarter" idx="11" hasCustomPrompt="1"/>
          </p:nvPr>
        </p:nvSpPr>
        <p:spPr>
          <a:xfrm>
            <a:off x="481864" y="1422541"/>
            <a:ext cx="2504923"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Agenda</a:t>
            </a:r>
          </a:p>
        </p:txBody>
      </p:sp>
      <p:sp>
        <p:nvSpPr>
          <p:cNvPr id="6" name="Text Placeholder 21">
            <a:extLst>
              <a:ext uri="{FF2B5EF4-FFF2-40B4-BE49-F238E27FC236}">
                <a16:creationId xmlns:a16="http://schemas.microsoft.com/office/drawing/2014/main" id="{C2614ABB-5806-776E-27EA-3AA282A6B581}"/>
              </a:ext>
            </a:extLst>
          </p:cNvPr>
          <p:cNvSpPr>
            <a:spLocks noGrp="1"/>
          </p:cNvSpPr>
          <p:nvPr>
            <p:ph type="body" sz="quarter" idx="12" hasCustomPrompt="1"/>
          </p:nvPr>
        </p:nvSpPr>
        <p:spPr>
          <a:xfrm>
            <a:off x="4004447" y="1422541"/>
            <a:ext cx="6178623" cy="4376307"/>
          </a:xfrm>
          <a:prstGeom prst="rect">
            <a:avLst/>
          </a:prstGeom>
        </p:spPr>
        <p:txBody>
          <a:bodyPr/>
          <a:lstStyle>
            <a:lvl1pPr marL="0" marR="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kumimoji="0" lang="en-US" sz="20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Agenda item 1</a:t>
            </a:r>
          </a:p>
          <a:p>
            <a:pPr lvl="0"/>
            <a:r>
              <a:rPr lang="en-US" dirty="0"/>
              <a:t>Agenda item 2</a:t>
            </a:r>
          </a:p>
          <a:p>
            <a:pPr lvl="0"/>
            <a:r>
              <a:rPr lang="en-US" dirty="0"/>
              <a:t>Agenda item 3</a:t>
            </a:r>
          </a:p>
          <a:p>
            <a:pPr lvl="0"/>
            <a:r>
              <a:rPr lang="en-US" dirty="0"/>
              <a:t>Agenda item 4</a:t>
            </a:r>
          </a:p>
          <a:p>
            <a:pPr lvl="0"/>
            <a:r>
              <a:rPr lang="en-US" dirty="0"/>
              <a:t>Agenda item 5</a:t>
            </a:r>
          </a:p>
          <a:p>
            <a:pPr lvl="0"/>
            <a:r>
              <a:rPr lang="en-US" dirty="0"/>
              <a:t>Agenda item 6</a:t>
            </a:r>
          </a:p>
          <a:p>
            <a:pPr lvl="0"/>
            <a:endParaRPr lang="en-US" dirty="0"/>
          </a:p>
        </p:txBody>
      </p:sp>
    </p:spTree>
    <p:extLst>
      <p:ext uri="{BB962C8B-B14F-4D97-AF65-F5344CB8AC3E}">
        <p14:creationId xmlns:p14="http://schemas.microsoft.com/office/powerpoint/2010/main" val="2423347416"/>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rgbClr val="161D26"/>
        </a:solidFill>
        <a:effectLst/>
      </p:bgPr>
    </p:bg>
    <p:spTree>
      <p:nvGrpSpPr>
        <p:cNvPr id="1" name=""/>
        <p:cNvGrpSpPr/>
        <p:nvPr/>
      </p:nvGrpSpPr>
      <p:grpSpPr>
        <a:xfrm>
          <a:off x="0" y="0"/>
          <a:ext cx="0" cy="0"/>
          <a:chOff x="0" y="0"/>
          <a:chExt cx="0" cy="0"/>
        </a:xfrm>
      </p:grpSpPr>
      <p:sp>
        <p:nvSpPr>
          <p:cNvPr id="7" name="Text Placeholder 21">
            <a:extLst>
              <a:ext uri="{FF2B5EF4-FFF2-40B4-BE49-F238E27FC236}">
                <a16:creationId xmlns:a16="http://schemas.microsoft.com/office/drawing/2014/main" id="{2BC98CF5-E0A8-92D9-AB13-5A5B93AB9706}"/>
              </a:ext>
            </a:extLst>
          </p:cNvPr>
          <p:cNvSpPr>
            <a:spLocks noGrp="1"/>
          </p:cNvSpPr>
          <p:nvPr>
            <p:ph type="body" sz="quarter" idx="11" hasCustomPrompt="1"/>
          </p:nvPr>
        </p:nvSpPr>
        <p:spPr>
          <a:xfrm>
            <a:off x="502225" y="1962021"/>
            <a:ext cx="10664687"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text</a:t>
            </a:r>
          </a:p>
        </p:txBody>
      </p:sp>
      <p:sp>
        <p:nvSpPr>
          <p:cNvPr id="8" name="Text Placeholder 21">
            <a:extLst>
              <a:ext uri="{FF2B5EF4-FFF2-40B4-BE49-F238E27FC236}">
                <a16:creationId xmlns:a16="http://schemas.microsoft.com/office/drawing/2014/main" id="{F9C0FDF2-B677-C833-09BE-BC11C062CBE2}"/>
              </a:ext>
            </a:extLst>
          </p:cNvPr>
          <p:cNvSpPr>
            <a:spLocks noGrp="1"/>
          </p:cNvSpPr>
          <p:nvPr>
            <p:ph type="body" sz="quarter" idx="12" hasCustomPrompt="1"/>
          </p:nvPr>
        </p:nvSpPr>
        <p:spPr>
          <a:xfrm>
            <a:off x="502225" y="3043524"/>
            <a:ext cx="7300863"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Tree>
    <p:extLst>
      <p:ext uri="{BB962C8B-B14F-4D97-AF65-F5344CB8AC3E}">
        <p14:creationId xmlns:p14="http://schemas.microsoft.com/office/powerpoint/2010/main" val="3387591925"/>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Title and content - 1">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11707" y="1586429"/>
            <a:ext cx="0" cy="4018274"/>
          </a:xfrm>
          <a:prstGeom prst="line">
            <a:avLst/>
          </a:prstGeom>
          <a:ln w="1905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88265" y="1726451"/>
            <a:ext cx="3578552"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75635" y="2139299"/>
            <a:ext cx="3578552" cy="1200329"/>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5155159" y="2214070"/>
            <a:ext cx="6396066" cy="26368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a:t>
            </a:r>
            <a:r>
              <a:rPr lang="en-US" dirty="0" err="1"/>
              <a:t>vulputate</a:t>
            </a:r>
            <a:r>
              <a:rPr lang="en-US" dirty="0"/>
              <a:t> </a:t>
            </a:r>
            <a:r>
              <a:rPr lang="en-US" dirty="0" err="1"/>
              <a:t>elit</a:t>
            </a:r>
            <a:r>
              <a:rPr lang="en-US" dirty="0"/>
              <a:t> </a:t>
            </a:r>
            <a:r>
              <a:rPr lang="en-US" dirty="0" err="1"/>
              <a:t>eu</a:t>
            </a:r>
            <a:r>
              <a:rPr lang="en-US" dirty="0"/>
              <a:t> ligula </a:t>
            </a:r>
            <a:r>
              <a:rPr lang="en-US" dirty="0" err="1"/>
              <a:t>ultrices</a:t>
            </a:r>
            <a:r>
              <a:rPr lang="en-US" dirty="0"/>
              <a:t>, non </a:t>
            </a:r>
            <a:r>
              <a:rPr lang="en-US" dirty="0" err="1"/>
              <a:t>ullamcorper</a:t>
            </a:r>
            <a:r>
              <a:rPr lang="en-US" dirty="0"/>
              <a:t> </a:t>
            </a:r>
            <a:r>
              <a:rPr lang="en-US" dirty="0" err="1"/>
              <a:t>arcu</a:t>
            </a:r>
            <a:r>
              <a:rPr lang="en-US" dirty="0"/>
              <a:t> </a:t>
            </a:r>
            <a:r>
              <a:rPr lang="en-US" dirty="0" err="1"/>
              <a:t>mattis</a:t>
            </a:r>
            <a:r>
              <a:rPr lang="en-US" dirty="0"/>
              <a:t>. In non </a:t>
            </a:r>
            <a:r>
              <a:rPr lang="en-US" dirty="0" err="1"/>
              <a:t>nisl</a:t>
            </a:r>
            <a:r>
              <a:rPr lang="en-US" dirty="0"/>
              <a:t> a </a:t>
            </a:r>
            <a:r>
              <a:rPr lang="en-US" dirty="0" err="1"/>
              <a:t>elit</a:t>
            </a:r>
            <a:r>
              <a:rPr lang="en-US" dirty="0"/>
              <a:t> </a:t>
            </a:r>
            <a:r>
              <a:rPr lang="en-US" dirty="0" err="1"/>
              <a:t>dapibus</a:t>
            </a:r>
            <a:r>
              <a:rPr lang="en-US" dirty="0"/>
              <a:t> dictum ac vitae </a:t>
            </a:r>
            <a:r>
              <a:rPr lang="en-US" dirty="0" err="1"/>
              <a:t>mauris</a:t>
            </a:r>
            <a:r>
              <a:rPr lang="en-US" dirty="0"/>
              <a:t>. </a:t>
            </a:r>
            <a:r>
              <a:rPr lang="en-US" dirty="0" err="1"/>
              <a:t>Praesent</a:t>
            </a:r>
            <a:r>
              <a:rPr lang="en-US" dirty="0"/>
              <a:t> </a:t>
            </a:r>
            <a:r>
              <a:rPr lang="en-US" dirty="0" err="1"/>
              <a:t>consequat</a:t>
            </a:r>
            <a:r>
              <a:rPr lang="en-US" dirty="0"/>
              <a:t> </a:t>
            </a:r>
            <a:r>
              <a:rPr lang="en-US" dirty="0" err="1"/>
              <a:t>metus</a:t>
            </a:r>
            <a:r>
              <a:rPr lang="en-US" dirty="0"/>
              <a:t> id </a:t>
            </a:r>
            <a:r>
              <a:rPr lang="en-US" dirty="0" err="1"/>
              <a:t>imperdiet</a:t>
            </a:r>
            <a:r>
              <a:rPr lang="en-US" dirty="0"/>
              <a:t> semper. In </a:t>
            </a:r>
            <a:r>
              <a:rPr lang="en-US" dirty="0" err="1"/>
              <a:t>hendrerit</a:t>
            </a:r>
            <a:r>
              <a:rPr lang="en-US" dirty="0"/>
              <a:t> </a:t>
            </a:r>
            <a:r>
              <a:rPr lang="en-US" dirty="0" err="1"/>
              <a:t>neque</a:t>
            </a:r>
            <a:r>
              <a:rPr lang="en-US" dirty="0"/>
              <a:t> </a:t>
            </a:r>
            <a:r>
              <a:rPr lang="en-US" dirty="0" err="1"/>
              <a:t>est</a:t>
            </a:r>
            <a:r>
              <a:rPr lang="en-US" dirty="0"/>
              <a:t>, at </a:t>
            </a:r>
            <a:r>
              <a:rPr lang="en-US" dirty="0" err="1"/>
              <a:t>mollis</a:t>
            </a:r>
            <a:r>
              <a:rPr lang="en-US" dirty="0"/>
              <a:t> nisi lacinia non. </a:t>
            </a:r>
            <a:r>
              <a:rPr lang="en-US" dirty="0" err="1"/>
              <a:t>Fusce</a:t>
            </a:r>
            <a:r>
              <a:rPr lang="en-US" dirty="0"/>
              <a:t> auctor </a:t>
            </a:r>
            <a:r>
              <a:rPr lang="en-US" dirty="0" err="1"/>
              <a:t>interdum</a:t>
            </a:r>
            <a:r>
              <a:rPr lang="en-US" dirty="0"/>
              <a:t> </a:t>
            </a:r>
            <a:r>
              <a:rPr lang="en-US" dirty="0" err="1"/>
              <a:t>facilisis</a:t>
            </a:r>
            <a:r>
              <a:rPr lang="en-US" dirty="0"/>
              <a:t>. </a:t>
            </a:r>
          </a:p>
          <a:p>
            <a:pPr lvl="0"/>
            <a:endParaRPr lang="en-US" dirty="0"/>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75636"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2451981905"/>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2_Title and 3 row content">
    <p:bg>
      <p:bgPr>
        <a:solidFill>
          <a:srgbClr val="161D26"/>
        </a:solidFill>
        <a:effectLst/>
      </p:bgPr>
    </p:bg>
    <p:spTree>
      <p:nvGrpSpPr>
        <p:cNvPr id="1" name=""/>
        <p:cNvGrpSpPr/>
        <p:nvPr/>
      </p:nvGrpSpPr>
      <p:grpSpPr>
        <a:xfrm>
          <a:off x="0" y="0"/>
          <a:ext cx="0" cy="0"/>
          <a:chOff x="0" y="0"/>
          <a:chExt cx="0" cy="0"/>
        </a:xfrm>
      </p:grpSpPr>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19" y="1106577"/>
            <a:ext cx="3578552" cy="1200329"/>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5" name="Text Placeholder 21">
            <a:extLst>
              <a:ext uri="{FF2B5EF4-FFF2-40B4-BE49-F238E27FC236}">
                <a16:creationId xmlns:a16="http://schemas.microsoft.com/office/drawing/2014/main" id="{00635684-1542-DAB7-1D30-9EBD6E21C739}"/>
              </a:ext>
            </a:extLst>
          </p:cNvPr>
          <p:cNvSpPr>
            <a:spLocks noGrp="1"/>
          </p:cNvSpPr>
          <p:nvPr>
            <p:ph type="body" sz="quarter" idx="12" hasCustomPrompt="1"/>
          </p:nvPr>
        </p:nvSpPr>
        <p:spPr>
          <a:xfrm>
            <a:off x="4782056" y="1106577"/>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1</a:t>
            </a:r>
          </a:p>
        </p:txBody>
      </p:sp>
      <p:cxnSp>
        <p:nvCxnSpPr>
          <p:cNvPr id="16" name="Straight Connector 15">
            <a:extLst>
              <a:ext uri="{FF2B5EF4-FFF2-40B4-BE49-F238E27FC236}">
                <a16:creationId xmlns:a16="http://schemas.microsoft.com/office/drawing/2014/main" id="{F5287881-C57E-D101-1C25-3E0FF8FDC5E7}"/>
              </a:ext>
            </a:extLst>
          </p:cNvPr>
          <p:cNvCxnSpPr>
            <a:cxnSpLocks/>
          </p:cNvCxnSpPr>
          <p:nvPr userDrawn="1"/>
        </p:nvCxnSpPr>
        <p:spPr>
          <a:xfrm>
            <a:off x="4185978" y="1212574"/>
            <a:ext cx="0" cy="4721087"/>
          </a:xfrm>
          <a:prstGeom prst="line">
            <a:avLst/>
          </a:prstGeom>
          <a:ln w="1905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8" name="Text Placeholder 21">
            <a:extLst>
              <a:ext uri="{FF2B5EF4-FFF2-40B4-BE49-F238E27FC236}">
                <a16:creationId xmlns:a16="http://schemas.microsoft.com/office/drawing/2014/main" id="{634A4CAF-90EC-E954-3BFB-6E43FD445519}"/>
              </a:ext>
            </a:extLst>
          </p:cNvPr>
          <p:cNvSpPr>
            <a:spLocks noGrp="1"/>
          </p:cNvSpPr>
          <p:nvPr>
            <p:ph type="body" sz="quarter" idx="13" hasCustomPrompt="1"/>
          </p:nvPr>
        </p:nvSpPr>
        <p:spPr>
          <a:xfrm>
            <a:off x="4782056" y="1700906"/>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19" name="Text Placeholder 21">
            <a:extLst>
              <a:ext uri="{FF2B5EF4-FFF2-40B4-BE49-F238E27FC236}">
                <a16:creationId xmlns:a16="http://schemas.microsoft.com/office/drawing/2014/main" id="{37F65AD8-E4FD-4984-5FBA-EC5F6A685D9A}"/>
              </a:ext>
            </a:extLst>
          </p:cNvPr>
          <p:cNvSpPr>
            <a:spLocks noGrp="1"/>
          </p:cNvSpPr>
          <p:nvPr>
            <p:ph type="body" sz="quarter" idx="14" hasCustomPrompt="1"/>
          </p:nvPr>
        </p:nvSpPr>
        <p:spPr>
          <a:xfrm>
            <a:off x="4782056" y="2890611"/>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2</a:t>
            </a:r>
          </a:p>
        </p:txBody>
      </p:sp>
      <p:sp>
        <p:nvSpPr>
          <p:cNvPr id="20" name="Text Placeholder 21">
            <a:extLst>
              <a:ext uri="{FF2B5EF4-FFF2-40B4-BE49-F238E27FC236}">
                <a16:creationId xmlns:a16="http://schemas.microsoft.com/office/drawing/2014/main" id="{DCE340B5-AF30-C9FD-EA84-87B943FC7B83}"/>
              </a:ext>
            </a:extLst>
          </p:cNvPr>
          <p:cNvSpPr>
            <a:spLocks noGrp="1"/>
          </p:cNvSpPr>
          <p:nvPr>
            <p:ph type="body" sz="quarter" idx="15" hasCustomPrompt="1"/>
          </p:nvPr>
        </p:nvSpPr>
        <p:spPr>
          <a:xfrm>
            <a:off x="4782056" y="3484940"/>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
        <p:nvSpPr>
          <p:cNvPr id="21" name="Text Placeholder 21">
            <a:extLst>
              <a:ext uri="{FF2B5EF4-FFF2-40B4-BE49-F238E27FC236}">
                <a16:creationId xmlns:a16="http://schemas.microsoft.com/office/drawing/2014/main" id="{1344ABFA-783F-F7DE-C825-0026F5EB31A5}"/>
              </a:ext>
            </a:extLst>
          </p:cNvPr>
          <p:cNvSpPr>
            <a:spLocks noGrp="1"/>
          </p:cNvSpPr>
          <p:nvPr>
            <p:ph type="body" sz="quarter" idx="16" hasCustomPrompt="1"/>
          </p:nvPr>
        </p:nvSpPr>
        <p:spPr>
          <a:xfrm>
            <a:off x="4782056" y="4653183"/>
            <a:ext cx="6396066" cy="42473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2000" b="0" u="none" strike="noStrike" kern="1200" cap="none" spc="0" normalizeH="0" baseline="0" dirty="0" smtClean="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Subtitle 3</a:t>
            </a:r>
          </a:p>
        </p:txBody>
      </p:sp>
      <p:sp>
        <p:nvSpPr>
          <p:cNvPr id="22" name="Text Placeholder 21">
            <a:extLst>
              <a:ext uri="{FF2B5EF4-FFF2-40B4-BE49-F238E27FC236}">
                <a16:creationId xmlns:a16="http://schemas.microsoft.com/office/drawing/2014/main" id="{C3D4EB6E-2D83-811D-C211-5CA9EC0D0890}"/>
              </a:ext>
            </a:extLst>
          </p:cNvPr>
          <p:cNvSpPr>
            <a:spLocks noGrp="1"/>
          </p:cNvSpPr>
          <p:nvPr>
            <p:ph type="body" sz="quarter" idx="17" hasCustomPrompt="1"/>
          </p:nvPr>
        </p:nvSpPr>
        <p:spPr>
          <a:xfrm>
            <a:off x="4782056" y="5247512"/>
            <a:ext cx="6396066" cy="686149"/>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600" b="0" i="0" u="none" strike="noStrike" kern="1200" cap="none" spc="0" normalizeH="0" baseline="0" noProof="0" dirty="0" smtClean="0">
                <a:ln>
                  <a:noFill/>
                </a:ln>
                <a:solidFill>
                  <a:srgbClr val="FFFFFF"/>
                </a:solidFill>
                <a:effectLst/>
                <a:uLnTx/>
                <a:uFillTx/>
                <a:latin typeface="Amazon Ember Display"/>
                <a:ea typeface="+mn-ea"/>
                <a:cs typeface="+mn-cs"/>
              </a:defRPr>
            </a:lvl1pPr>
          </a:lstStyle>
          <a:p>
            <a:pPr marL="0" marR="0" lvl="0" indent="0" algn="l" defTabSz="914400" rtl="0" eaLnBrk="1" fontAlgn="auto" latinLnBrk="0" hangingPunct="1">
              <a:lnSpc>
                <a:spcPts val="2350"/>
              </a:lnSpc>
              <a:spcBef>
                <a:spcPts val="0"/>
              </a:spcBef>
              <a:spcAft>
                <a:spcPts val="300"/>
              </a:spcAft>
              <a:buClr>
                <a:srgbClr val="FFFFFF"/>
              </a:buClr>
              <a:buSzPct val="90000"/>
              <a:buFont typeface="Amazon Ember Display" panose="020F0603020204020204" pitchFamily="34" charset="0"/>
              <a:buNone/>
              <a:tabLst/>
              <a:defRPr/>
            </a:pPr>
            <a:r>
              <a:rPr kumimoji="0" lang="en-US" b="0" i="0" u="none" strike="noStrike" kern="1200" cap="none" spc="0" normalizeH="0" baseline="0" noProof="0" dirty="0">
                <a:ln>
                  <a:noFill/>
                </a:ln>
                <a:solidFill>
                  <a:srgbClr val="FFFFFF"/>
                </a:solidFill>
                <a:effectLst/>
                <a:uLnTx/>
                <a:uFillTx/>
                <a:latin typeface="Amazon Ember Display"/>
                <a:ea typeface="+mn-ea"/>
                <a:cs typeface="+mn-cs"/>
              </a:rPr>
              <a:t>Lorem ipsum dolor sit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amet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consectetur</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adipiscing</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elit</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Fusce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posuere</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magna sed pulvinar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ultricies</a:t>
            </a:r>
            <a:r>
              <a:rPr kumimoji="0" lang="en-US" b="0" i="0" u="none" strike="noStrike" kern="1200" cap="none" spc="0" normalizeH="0" baseline="0" noProof="0" dirty="0">
                <a:ln>
                  <a:noFill/>
                </a:ln>
                <a:solidFill>
                  <a:srgbClr val="FFFFFF"/>
                </a:solidFill>
                <a:effectLst/>
                <a:uLnTx/>
                <a:uFillTx/>
                <a:latin typeface="Amazon Ember Display"/>
                <a:ea typeface="+mn-ea"/>
                <a:cs typeface="+mn-cs"/>
              </a:rPr>
              <a:t>, </a:t>
            </a:r>
            <a:r>
              <a:rPr kumimoji="0" lang="en-US" b="0" i="0" u="none" strike="noStrike" kern="1200" cap="none" spc="0" normalizeH="0" baseline="0" noProof="0" dirty="0" err="1">
                <a:ln>
                  <a:noFill/>
                </a:ln>
                <a:solidFill>
                  <a:srgbClr val="FFFFFF"/>
                </a:solidFill>
                <a:effectLst/>
                <a:uLnTx/>
                <a:uFillTx/>
                <a:latin typeface="Amazon Ember Display"/>
                <a:ea typeface="+mn-ea"/>
                <a:cs typeface="+mn-cs"/>
              </a:rPr>
              <a:t>purus</a:t>
            </a:r>
            <a:endParaRPr kumimoji="0" lang="en-US" b="0" i="0" u="none" strike="noStrike" kern="1200" cap="none" spc="0" normalizeH="0" baseline="0" noProof="0" dirty="0">
              <a:ln>
                <a:noFill/>
              </a:ln>
              <a:solidFill>
                <a:srgbClr val="FFFFFF"/>
              </a:solidFill>
              <a:effectLst/>
              <a:uLnTx/>
              <a:uFillTx/>
              <a:latin typeface="Amazon Ember Display"/>
              <a:ea typeface="+mn-ea"/>
              <a:cs typeface="+mn-cs"/>
            </a:endParaRPr>
          </a:p>
          <a:p>
            <a:pPr lvl="0"/>
            <a:endParaRPr lang="en-US" dirty="0"/>
          </a:p>
        </p:txBody>
      </p:sp>
    </p:spTree>
    <p:extLst>
      <p:ext uri="{BB962C8B-B14F-4D97-AF65-F5344CB8AC3E}">
        <p14:creationId xmlns:p14="http://schemas.microsoft.com/office/powerpoint/2010/main" val="1848777316"/>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1_Title and content - 2">
    <p:bg>
      <p:bgPr>
        <a:solidFill>
          <a:srgbClr val="161D26"/>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0129311-284C-BB10-2501-4D3B32E9BD43}"/>
              </a:ext>
            </a:extLst>
          </p:cNvPr>
          <p:cNvCxnSpPr>
            <a:cxnSpLocks/>
          </p:cNvCxnSpPr>
          <p:nvPr userDrawn="1"/>
        </p:nvCxnSpPr>
        <p:spPr>
          <a:xfrm>
            <a:off x="4722692" y="1586429"/>
            <a:ext cx="0" cy="4018274"/>
          </a:xfrm>
          <a:prstGeom prst="line">
            <a:avLst/>
          </a:prstGeom>
          <a:ln w="19050">
            <a:gradFill>
              <a:gsLst>
                <a:gs pos="0">
                  <a:schemeClr val="accent1"/>
                </a:gs>
                <a:gs pos="21000">
                  <a:schemeClr val="accent2"/>
                </a:gs>
                <a:gs pos="100000">
                  <a:schemeClr val="accent6"/>
                </a:gs>
                <a:gs pos="85000">
                  <a:schemeClr val="accent5"/>
                </a:gs>
                <a:gs pos="64000">
                  <a:schemeClr val="accent3"/>
                </a:gs>
                <a:gs pos="40000">
                  <a:schemeClr val="accent4"/>
                </a:gs>
              </a:gsLst>
              <a:lin ang="5400000" scaled="1"/>
            </a:gradFill>
          </a:ln>
        </p:spPr>
        <p:style>
          <a:lnRef idx="2">
            <a:schemeClr val="accent1"/>
          </a:lnRef>
          <a:fillRef idx="0">
            <a:schemeClr val="accent1"/>
          </a:fillRef>
          <a:effectRef idx="1">
            <a:schemeClr val="accent1"/>
          </a:effectRef>
          <a:fontRef idx="minor">
            <a:schemeClr val="tx1"/>
          </a:fontRef>
        </p:style>
      </p:cxnSp>
      <p:sp>
        <p:nvSpPr>
          <p:cNvPr id="12" name="Text Placeholder 21">
            <a:extLst>
              <a:ext uri="{FF2B5EF4-FFF2-40B4-BE49-F238E27FC236}">
                <a16:creationId xmlns:a16="http://schemas.microsoft.com/office/drawing/2014/main" id="{4B4DF2EA-2CAE-A536-0033-834BA198C0EB}"/>
              </a:ext>
            </a:extLst>
          </p:cNvPr>
          <p:cNvSpPr>
            <a:spLocks noGrp="1"/>
          </p:cNvSpPr>
          <p:nvPr>
            <p:ph type="body" sz="quarter" idx="10" hasCustomPrompt="1"/>
          </p:nvPr>
        </p:nvSpPr>
        <p:spPr>
          <a:xfrm>
            <a:off x="499250" y="1726451"/>
            <a:ext cx="3578552"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13" name="Text Placeholder 21">
            <a:extLst>
              <a:ext uri="{FF2B5EF4-FFF2-40B4-BE49-F238E27FC236}">
                <a16:creationId xmlns:a16="http://schemas.microsoft.com/office/drawing/2014/main" id="{19DC9A2F-2098-0380-142B-3DFE54C52C85}"/>
              </a:ext>
            </a:extLst>
          </p:cNvPr>
          <p:cNvSpPr>
            <a:spLocks noGrp="1"/>
          </p:cNvSpPr>
          <p:nvPr>
            <p:ph type="body" sz="quarter" idx="11" hasCustomPrompt="1"/>
          </p:nvPr>
        </p:nvSpPr>
        <p:spPr>
          <a:xfrm>
            <a:off x="486620" y="2139299"/>
            <a:ext cx="3578552" cy="1200329"/>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content</a:t>
            </a:r>
          </a:p>
        </p:txBody>
      </p:sp>
      <p:sp>
        <p:nvSpPr>
          <p:cNvPr id="17" name="Text Placeholder 21">
            <a:extLst>
              <a:ext uri="{FF2B5EF4-FFF2-40B4-BE49-F238E27FC236}">
                <a16:creationId xmlns:a16="http://schemas.microsoft.com/office/drawing/2014/main" id="{D597510A-5687-FD07-A6CE-2C3408DF2C5F}"/>
              </a:ext>
            </a:extLst>
          </p:cNvPr>
          <p:cNvSpPr>
            <a:spLocks noGrp="1"/>
          </p:cNvSpPr>
          <p:nvPr>
            <p:ph type="body" sz="quarter" idx="13" hasCustomPrompt="1"/>
          </p:nvPr>
        </p:nvSpPr>
        <p:spPr>
          <a:xfrm>
            <a:off x="486621"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
        <p:nvSpPr>
          <p:cNvPr id="3" name="Text Placeholder 21">
            <a:extLst>
              <a:ext uri="{FF2B5EF4-FFF2-40B4-BE49-F238E27FC236}">
                <a16:creationId xmlns:a16="http://schemas.microsoft.com/office/drawing/2014/main" id="{EFE7A93F-D4FC-8E79-7A97-3BD5405D783D}"/>
              </a:ext>
            </a:extLst>
          </p:cNvPr>
          <p:cNvSpPr>
            <a:spLocks noGrp="1"/>
          </p:cNvSpPr>
          <p:nvPr>
            <p:ph type="body" sz="quarter" idx="12" hasCustomPrompt="1"/>
          </p:nvPr>
        </p:nvSpPr>
        <p:spPr>
          <a:xfrm>
            <a:off x="5166144" y="1726451"/>
            <a:ext cx="6396066" cy="3878252"/>
          </a:xfrm>
          <a:prstGeom prst="rect">
            <a:avLst/>
          </a:prstGeom>
        </p:spPr>
        <p:txBody>
          <a:bodyPr/>
          <a:lstStyle>
            <a:lvl1pPr marL="342900" marR="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kumimoji="0" lang="en-US" sz="2000" b="0" u="none" strike="noStrike" kern="1200" cap="none" spc="0" normalizeH="0" baseline="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342900" marR="0" lvl="0" indent="-342900" algn="l" defTabSz="914400" rtl="0" eaLnBrk="1" fontAlgn="auto" latinLnBrk="0" hangingPunct="1">
              <a:lnSpc>
                <a:spcPts val="2600"/>
              </a:lnSpc>
              <a:spcBef>
                <a:spcPct val="0"/>
              </a:spcBef>
              <a:spcAft>
                <a:spcPts val="2600"/>
              </a:spcAft>
              <a:buClrTx/>
              <a:buSzTx/>
              <a:buFont typeface="Arial" panose="020B0604020202020204" pitchFamily="34" charset="0"/>
              <a:buChar char="•"/>
              <a:tabLst/>
              <a:defRPr/>
            </a:pP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amet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elit</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2000" b="0" u="none" strike="noStrike" kern="1200" cap="none" spc="0" normalizeH="0" baseline="0" noProof="0" dirty="0" err="1">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kumimoji="0" lang="en-US" sz="2000" b="0" u="none" strike="noStrike" kern="1200" cap="none" spc="0" normalizeH="0" baseline="0" noProof="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a:t>
            </a:r>
            <a:endPar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marL="342900" indent="-342900">
              <a:lnSpc>
                <a:spcPts val="2600"/>
              </a:lnSpc>
              <a:spcAft>
                <a:spcPts val="2600"/>
              </a:spcAft>
              <a:buFont typeface="Arial" panose="020B0604020202020204" pitchFamily="34" charset="0"/>
              <a:buChar char="•"/>
              <a:defRPr/>
            </a:pP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Lorem ipsum dolor sit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amet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consectetur</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adipiscing</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elit</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Pellentesque</a:t>
            </a:r>
            <a:r>
              <a:rPr lang="en-US" sz="2000" b="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en-US" sz="2000" b="0" dirty="0" err="1">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vulputate</a:t>
            </a:r>
            <a:endParaRPr lang="en-US" dirty="0"/>
          </a:p>
        </p:txBody>
      </p:sp>
    </p:spTree>
    <p:extLst>
      <p:ext uri="{BB962C8B-B14F-4D97-AF65-F5344CB8AC3E}">
        <p14:creationId xmlns:p14="http://schemas.microsoft.com/office/powerpoint/2010/main" val="4022644915"/>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and 3 points">
    <p:bg>
      <p:bgPr>
        <a:solidFill>
          <a:srgbClr val="161D26"/>
        </a:solidFill>
        <a:effectLst/>
      </p:bgPr>
    </p:bg>
    <p:spTree>
      <p:nvGrpSpPr>
        <p:cNvPr id="1" name=""/>
        <p:cNvGrpSpPr/>
        <p:nvPr/>
      </p:nvGrpSpPr>
      <p:grpSpPr>
        <a:xfrm>
          <a:off x="0" y="0"/>
          <a:ext cx="0" cy="0"/>
          <a:chOff x="0" y="0"/>
          <a:chExt cx="0" cy="0"/>
        </a:xfrm>
      </p:grpSpPr>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840191" y="1550104"/>
            <a:ext cx="10511618" cy="646331"/>
          </a:xfrm>
          <a:prstGeom prst="rect">
            <a:avLst/>
          </a:prstGeom>
        </p:spPr>
        <p:txBody>
          <a:bodyPr/>
          <a:lstStyle>
            <a:lvl1pPr marL="0" indent="0" algn="ctr">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points content</a:t>
            </a:r>
          </a:p>
        </p:txBody>
      </p:sp>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8401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456567"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8" name="Text Placeholder 21">
            <a:extLst>
              <a:ext uri="{FF2B5EF4-FFF2-40B4-BE49-F238E27FC236}">
                <a16:creationId xmlns:a16="http://schemas.microsoft.com/office/drawing/2014/main" id="{4D93B6E7-8048-C338-5C72-FE30BD6E56A6}"/>
              </a:ext>
            </a:extLst>
          </p:cNvPr>
          <p:cNvSpPr>
            <a:spLocks noGrp="1"/>
          </p:cNvSpPr>
          <p:nvPr>
            <p:ph type="body" sz="quarter" idx="16" hasCustomPrompt="1"/>
          </p:nvPr>
        </p:nvSpPr>
        <p:spPr>
          <a:xfrm>
            <a:off x="8002991" y="3017839"/>
            <a:ext cx="3336188" cy="411161"/>
          </a:xfrm>
          <a:prstGeom prst="rect">
            <a:avLst/>
          </a:prstGeom>
        </p:spPr>
        <p:txBody>
          <a:bodyPr/>
          <a:lstStyle>
            <a:lvl1pPr marL="0" indent="0" algn="ctr">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839788" y="3624191"/>
            <a:ext cx="3336925" cy="888128"/>
          </a:xfrm>
          <a:prstGeom prst="rect">
            <a:avLst/>
          </a:prstGeom>
        </p:spPr>
        <p:txBody>
          <a:bodyPr/>
          <a:lstStyle>
            <a:lvl1pPr marL="0" indent="0" algn="ctr">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456567" y="3624191"/>
            <a:ext cx="3336925" cy="888128"/>
          </a:xfrm>
          <a:prstGeom prst="rect">
            <a:avLst/>
          </a:prstGeom>
        </p:spPr>
        <p:txBody>
          <a:bodyPr/>
          <a:lstStyle>
            <a:lvl1pPr marL="0" indent="0" algn="ctr">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3">
            <a:extLst>
              <a:ext uri="{FF2B5EF4-FFF2-40B4-BE49-F238E27FC236}">
                <a16:creationId xmlns:a16="http://schemas.microsoft.com/office/drawing/2014/main" id="{D0238D2F-7794-48FD-5C85-A87C72E7AD96}"/>
              </a:ext>
            </a:extLst>
          </p:cNvPr>
          <p:cNvSpPr>
            <a:spLocks noGrp="1"/>
          </p:cNvSpPr>
          <p:nvPr>
            <p:ph type="body" sz="quarter" idx="22" hasCustomPrompt="1"/>
          </p:nvPr>
        </p:nvSpPr>
        <p:spPr>
          <a:xfrm>
            <a:off x="8002991" y="3624191"/>
            <a:ext cx="3336925" cy="888128"/>
          </a:xfrm>
          <a:prstGeom prst="rect">
            <a:avLst/>
          </a:prstGeom>
        </p:spPr>
        <p:txBody>
          <a:bodyPr/>
          <a:lstStyle>
            <a:lvl1pPr marL="0" indent="0" algn="ctr">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070284784"/>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and 2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67426"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648637" y="2788213"/>
            <a:ext cx="3336188"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502225" y="1550104"/>
            <a:ext cx="10511618" cy="646331"/>
          </a:xfrm>
          <a:prstGeom prst="rect">
            <a:avLst/>
          </a:prstGeom>
        </p:spPr>
        <p:txBody>
          <a:bodyPr/>
          <a:lstStyle>
            <a:lvl1pPr marL="0" indent="0" algn="l">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67426" y="3624191"/>
            <a:ext cx="3336925"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647900" y="3624191"/>
            <a:ext cx="3336925"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201916151"/>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Title and 3 column">
    <p:bg>
      <p:bgPr>
        <a:solidFill>
          <a:srgbClr val="161D26"/>
        </a:solidFill>
        <a:effectLst/>
      </p:bgPr>
    </p:bg>
    <p:spTree>
      <p:nvGrpSpPr>
        <p:cNvPr id="1" name=""/>
        <p:cNvGrpSpPr/>
        <p:nvPr/>
      </p:nvGrpSpPr>
      <p:grpSpPr>
        <a:xfrm>
          <a:off x="0" y="0"/>
          <a:ext cx="0" cy="0"/>
          <a:chOff x="0" y="0"/>
          <a:chExt cx="0" cy="0"/>
        </a:xfrm>
      </p:grpSpPr>
      <p:sp>
        <p:nvSpPr>
          <p:cNvPr id="15" name="Text Placeholder 21">
            <a:extLst>
              <a:ext uri="{FF2B5EF4-FFF2-40B4-BE49-F238E27FC236}">
                <a16:creationId xmlns:a16="http://schemas.microsoft.com/office/drawing/2014/main" id="{FDA123FF-B7BF-8287-C298-B0F58E4C5344}"/>
              </a:ext>
            </a:extLst>
          </p:cNvPr>
          <p:cNvSpPr>
            <a:spLocks noGrp="1"/>
          </p:cNvSpPr>
          <p:nvPr>
            <p:ph type="body" sz="quarter" idx="12" hasCustomPrompt="1"/>
          </p:nvPr>
        </p:nvSpPr>
        <p:spPr>
          <a:xfrm>
            <a:off x="476109" y="2788213"/>
            <a:ext cx="2863866"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13296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3" y="1550104"/>
            <a:ext cx="10511618" cy="646331"/>
          </a:xfrm>
          <a:prstGeom prst="rect">
            <a:avLst/>
          </a:prstGeom>
        </p:spPr>
        <p:txBody>
          <a:bodyPr/>
          <a:lstStyle>
            <a:lvl1pPr marL="0" indent="0" algn="l">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3 column content</a:t>
            </a:r>
          </a:p>
        </p:txBody>
      </p:sp>
      <p:sp>
        <p:nvSpPr>
          <p:cNvPr id="24" name="Text Placeholder 23">
            <a:extLst>
              <a:ext uri="{FF2B5EF4-FFF2-40B4-BE49-F238E27FC236}">
                <a16:creationId xmlns:a16="http://schemas.microsoft.com/office/drawing/2014/main" id="{1D1E8BD7-FDA5-BFE8-0AAA-D8B5085A1DAB}"/>
              </a:ext>
            </a:extLst>
          </p:cNvPr>
          <p:cNvSpPr>
            <a:spLocks noGrp="1"/>
          </p:cNvSpPr>
          <p:nvPr>
            <p:ph type="body" sz="quarter" idx="20" hasCustomPrompt="1"/>
          </p:nvPr>
        </p:nvSpPr>
        <p:spPr>
          <a:xfrm>
            <a:off x="476110" y="3624191"/>
            <a:ext cx="2863866"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132968" y="3624191"/>
            <a:ext cx="2863866"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12" name="Text Placeholder 21">
            <a:extLst>
              <a:ext uri="{FF2B5EF4-FFF2-40B4-BE49-F238E27FC236}">
                <a16:creationId xmlns:a16="http://schemas.microsoft.com/office/drawing/2014/main" id="{0011CB6F-3F94-DC6A-29BB-1B7A0F3B8C71}"/>
              </a:ext>
            </a:extLst>
          </p:cNvPr>
          <p:cNvSpPr>
            <a:spLocks noGrp="1"/>
          </p:cNvSpPr>
          <p:nvPr>
            <p:ph type="body" sz="quarter" idx="22" hasCustomPrompt="1"/>
          </p:nvPr>
        </p:nvSpPr>
        <p:spPr>
          <a:xfrm>
            <a:off x="7751656" y="2788213"/>
            <a:ext cx="2863865"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13" name="Text Placeholder 23">
            <a:extLst>
              <a:ext uri="{FF2B5EF4-FFF2-40B4-BE49-F238E27FC236}">
                <a16:creationId xmlns:a16="http://schemas.microsoft.com/office/drawing/2014/main" id="{D42DB03B-CCC9-C3A9-0E68-734ED9FAE2D3}"/>
              </a:ext>
            </a:extLst>
          </p:cNvPr>
          <p:cNvSpPr>
            <a:spLocks noGrp="1"/>
          </p:cNvSpPr>
          <p:nvPr>
            <p:ph type="body" sz="quarter" idx="23" hasCustomPrompt="1"/>
          </p:nvPr>
        </p:nvSpPr>
        <p:spPr>
          <a:xfrm>
            <a:off x="7751657" y="3624191"/>
            <a:ext cx="2863863"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35866407"/>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Title and 2x2 column">
    <p:bg>
      <p:bgPr>
        <a:solidFill>
          <a:srgbClr val="161D26"/>
        </a:solidFill>
        <a:effectLst/>
      </p:bgPr>
    </p:bg>
    <p:spTree>
      <p:nvGrpSpPr>
        <p:cNvPr id="1" name=""/>
        <p:cNvGrpSpPr/>
        <p:nvPr/>
      </p:nvGrpSpPr>
      <p:grpSpPr>
        <a:xfrm>
          <a:off x="0" y="0"/>
          <a:ext cx="0" cy="0"/>
          <a:chOff x="0" y="0"/>
          <a:chExt cx="0" cy="0"/>
        </a:xfrm>
      </p:grpSpPr>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700356"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83200" y="1550104"/>
            <a:ext cx="3156282" cy="1754326"/>
          </a:xfrm>
          <a:prstGeom prst="rect">
            <a:avLst/>
          </a:prstGeom>
        </p:spPr>
        <p:txBody>
          <a:bodyPr/>
          <a:lstStyle>
            <a:lvl1pPr marL="0" indent="0" algn="l">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700358" y="2233382"/>
            <a:ext cx="2610703"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2" name="Text Placeholder 21">
            <a:extLst>
              <a:ext uri="{FF2B5EF4-FFF2-40B4-BE49-F238E27FC236}">
                <a16:creationId xmlns:a16="http://schemas.microsoft.com/office/drawing/2014/main" id="{D7738712-33DD-CFDE-10D7-31F3F70DC871}"/>
              </a:ext>
            </a:extLst>
          </p:cNvPr>
          <p:cNvSpPr>
            <a:spLocks noGrp="1"/>
          </p:cNvSpPr>
          <p:nvPr>
            <p:ph type="body" sz="quarter" idx="24" hasCustomPrompt="1"/>
          </p:nvPr>
        </p:nvSpPr>
        <p:spPr>
          <a:xfrm>
            <a:off x="8108574" y="1544404"/>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23" name="Text Placeholder 23">
            <a:extLst>
              <a:ext uri="{FF2B5EF4-FFF2-40B4-BE49-F238E27FC236}">
                <a16:creationId xmlns:a16="http://schemas.microsoft.com/office/drawing/2014/main" id="{C1F1EE16-B454-545C-69BE-7C3321C83F79}"/>
              </a:ext>
            </a:extLst>
          </p:cNvPr>
          <p:cNvSpPr>
            <a:spLocks noGrp="1"/>
          </p:cNvSpPr>
          <p:nvPr>
            <p:ph type="body" sz="quarter" idx="25" hasCustomPrompt="1"/>
          </p:nvPr>
        </p:nvSpPr>
        <p:spPr>
          <a:xfrm>
            <a:off x="8108576" y="2233382"/>
            <a:ext cx="2610703"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6" name="Text Placeholder 21">
            <a:extLst>
              <a:ext uri="{FF2B5EF4-FFF2-40B4-BE49-F238E27FC236}">
                <a16:creationId xmlns:a16="http://schemas.microsoft.com/office/drawing/2014/main" id="{6663C62C-AC24-84F5-051D-738253F7948C}"/>
              </a:ext>
            </a:extLst>
          </p:cNvPr>
          <p:cNvSpPr>
            <a:spLocks noGrp="1"/>
          </p:cNvSpPr>
          <p:nvPr>
            <p:ph type="body" sz="quarter" idx="26" hasCustomPrompt="1"/>
          </p:nvPr>
        </p:nvSpPr>
        <p:spPr>
          <a:xfrm>
            <a:off x="4700356"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7" name="Text Placeholder 23">
            <a:extLst>
              <a:ext uri="{FF2B5EF4-FFF2-40B4-BE49-F238E27FC236}">
                <a16:creationId xmlns:a16="http://schemas.microsoft.com/office/drawing/2014/main" id="{A2C5E56C-1A90-63E7-1531-1E93392952D3}"/>
              </a:ext>
            </a:extLst>
          </p:cNvPr>
          <p:cNvSpPr>
            <a:spLocks noGrp="1"/>
          </p:cNvSpPr>
          <p:nvPr>
            <p:ph type="body" sz="quarter" idx="27" hasCustomPrompt="1"/>
          </p:nvPr>
        </p:nvSpPr>
        <p:spPr>
          <a:xfrm>
            <a:off x="4700358" y="4608446"/>
            <a:ext cx="2610703"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8" name="Text Placeholder 21">
            <a:extLst>
              <a:ext uri="{FF2B5EF4-FFF2-40B4-BE49-F238E27FC236}">
                <a16:creationId xmlns:a16="http://schemas.microsoft.com/office/drawing/2014/main" id="{6D94D881-186D-3B8B-5FE6-0629728AFA36}"/>
              </a:ext>
            </a:extLst>
          </p:cNvPr>
          <p:cNvSpPr>
            <a:spLocks noGrp="1"/>
          </p:cNvSpPr>
          <p:nvPr>
            <p:ph type="body" sz="quarter" idx="28" hasCustomPrompt="1"/>
          </p:nvPr>
        </p:nvSpPr>
        <p:spPr>
          <a:xfrm>
            <a:off x="8108574" y="3919468"/>
            <a:ext cx="2829067"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29" name="Text Placeholder 23">
            <a:extLst>
              <a:ext uri="{FF2B5EF4-FFF2-40B4-BE49-F238E27FC236}">
                <a16:creationId xmlns:a16="http://schemas.microsoft.com/office/drawing/2014/main" id="{0714E946-886B-5901-56E0-B56EF06122E9}"/>
              </a:ext>
            </a:extLst>
          </p:cNvPr>
          <p:cNvSpPr>
            <a:spLocks noGrp="1"/>
          </p:cNvSpPr>
          <p:nvPr>
            <p:ph type="body" sz="quarter" idx="29" hasCustomPrompt="1"/>
          </p:nvPr>
        </p:nvSpPr>
        <p:spPr>
          <a:xfrm>
            <a:off x="8108576" y="4608446"/>
            <a:ext cx="2610703" cy="888128"/>
          </a:xfrm>
          <a:prstGeom prst="rect">
            <a:avLst/>
          </a:prstGeom>
        </p:spPr>
        <p:txBody>
          <a:bodyPr/>
          <a:lstStyle>
            <a:lvl1pPr marL="0" indent="0" algn="l">
              <a:lnSpc>
                <a:spcPts val="2100"/>
              </a:lnSpc>
              <a:buNone/>
              <a:defRPr sz="16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4063496123"/>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Title and 2x2 column w boxes">
    <p:bg>
      <p:bgPr>
        <a:solidFill>
          <a:srgbClr val="161D26"/>
        </a:solidFill>
        <a:effectLst/>
      </p:bgPr>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0F712FE6-91E4-EF03-76D2-2C281623487C}"/>
              </a:ext>
            </a:extLst>
          </p:cNvPr>
          <p:cNvSpPr/>
          <p:nvPr userDrawn="1"/>
        </p:nvSpPr>
        <p:spPr>
          <a:xfrm>
            <a:off x="4700565"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16" name="Text Placeholder 21">
            <a:extLst>
              <a:ext uri="{FF2B5EF4-FFF2-40B4-BE49-F238E27FC236}">
                <a16:creationId xmlns:a16="http://schemas.microsoft.com/office/drawing/2014/main" id="{8F054AD4-E8B8-C6E8-AF64-EA0068273D21}"/>
              </a:ext>
            </a:extLst>
          </p:cNvPr>
          <p:cNvSpPr>
            <a:spLocks noGrp="1"/>
          </p:cNvSpPr>
          <p:nvPr>
            <p:ph type="body" sz="quarter" idx="14" hasCustomPrompt="1"/>
          </p:nvPr>
        </p:nvSpPr>
        <p:spPr>
          <a:xfrm>
            <a:off x="4884862"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14" name="Text Placeholder 21">
            <a:extLst>
              <a:ext uri="{FF2B5EF4-FFF2-40B4-BE49-F238E27FC236}">
                <a16:creationId xmlns:a16="http://schemas.microsoft.com/office/drawing/2014/main" id="{08DFED41-DE9E-7735-ACB3-316677974BD0}"/>
              </a:ext>
            </a:extLst>
          </p:cNvPr>
          <p:cNvSpPr>
            <a:spLocks noGrp="1"/>
          </p:cNvSpPr>
          <p:nvPr>
            <p:ph type="body" sz="quarter" idx="11" hasCustomPrompt="1"/>
          </p:nvPr>
        </p:nvSpPr>
        <p:spPr>
          <a:xfrm>
            <a:off x="497055" y="1550104"/>
            <a:ext cx="3156282" cy="1754326"/>
          </a:xfrm>
          <a:prstGeom prst="rect">
            <a:avLst/>
          </a:prstGeom>
        </p:spPr>
        <p:txBody>
          <a:bodyPr/>
          <a:lstStyle>
            <a:lvl1pPr marL="0" indent="0" algn="l">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2x2 column content</a:t>
            </a:r>
          </a:p>
        </p:txBody>
      </p:sp>
      <p:sp>
        <p:nvSpPr>
          <p:cNvPr id="25" name="Text Placeholder 23">
            <a:extLst>
              <a:ext uri="{FF2B5EF4-FFF2-40B4-BE49-F238E27FC236}">
                <a16:creationId xmlns:a16="http://schemas.microsoft.com/office/drawing/2014/main" id="{32866AF3-B857-7756-F3EC-1194EDCF8795}"/>
              </a:ext>
            </a:extLst>
          </p:cNvPr>
          <p:cNvSpPr>
            <a:spLocks noGrp="1"/>
          </p:cNvSpPr>
          <p:nvPr>
            <p:ph type="body" sz="quarter" idx="21" hasCustomPrompt="1"/>
          </p:nvPr>
        </p:nvSpPr>
        <p:spPr>
          <a:xfrm>
            <a:off x="4884864" y="2114629"/>
            <a:ext cx="2440229" cy="775405"/>
          </a:xfrm>
          <a:prstGeom prst="rect">
            <a:avLst/>
          </a:prstGeom>
        </p:spPr>
        <p:txBody>
          <a:bodyPr/>
          <a:lstStyle>
            <a:lvl1pPr marL="0" indent="0" algn="l">
              <a:lnSpc>
                <a:spcPts val="1800"/>
              </a:lnSpc>
              <a:buNone/>
              <a:defRPr sz="14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20" name="Rounded Rectangle 19">
            <a:extLst>
              <a:ext uri="{FF2B5EF4-FFF2-40B4-BE49-F238E27FC236}">
                <a16:creationId xmlns:a16="http://schemas.microsoft.com/office/drawing/2014/main" id="{55EDB056-8738-3DE7-CC6F-29C1DEC53BB9}"/>
              </a:ext>
            </a:extLst>
          </p:cNvPr>
          <p:cNvSpPr/>
          <p:nvPr userDrawn="1"/>
        </p:nvSpPr>
        <p:spPr>
          <a:xfrm>
            <a:off x="4700565"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chemeClr val="tx1"/>
              </a:solidFill>
              <a:latin typeface="Amazon Ember Display"/>
            </a:endParaRPr>
          </a:p>
          <a:p>
            <a:endParaRPr lang="en-US" sz="1400" dirty="0">
              <a:solidFill>
                <a:schemeClr val="tx1"/>
              </a:solidFill>
              <a:latin typeface="Amazon Ember Display"/>
            </a:endParaRPr>
          </a:p>
          <a:p>
            <a:endParaRPr lang="en-US" sz="1400" dirty="0">
              <a:solidFill>
                <a:schemeClr val="tx1"/>
              </a:solidFill>
              <a:latin typeface="Amazon Ember Display"/>
            </a:endParaRPr>
          </a:p>
        </p:txBody>
      </p:sp>
      <p:sp>
        <p:nvSpPr>
          <p:cNvPr id="21" name="Text Placeholder 21">
            <a:extLst>
              <a:ext uri="{FF2B5EF4-FFF2-40B4-BE49-F238E27FC236}">
                <a16:creationId xmlns:a16="http://schemas.microsoft.com/office/drawing/2014/main" id="{999EE95E-4EFC-FB7B-14F9-24CAB4FEEF5E}"/>
              </a:ext>
            </a:extLst>
          </p:cNvPr>
          <p:cNvSpPr>
            <a:spLocks noGrp="1"/>
          </p:cNvSpPr>
          <p:nvPr>
            <p:ph type="body" sz="quarter" idx="22" hasCustomPrompt="1"/>
          </p:nvPr>
        </p:nvSpPr>
        <p:spPr>
          <a:xfrm>
            <a:off x="4884862"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3</a:t>
            </a:r>
          </a:p>
        </p:txBody>
      </p:sp>
      <p:sp>
        <p:nvSpPr>
          <p:cNvPr id="24" name="Text Placeholder 23">
            <a:extLst>
              <a:ext uri="{FF2B5EF4-FFF2-40B4-BE49-F238E27FC236}">
                <a16:creationId xmlns:a16="http://schemas.microsoft.com/office/drawing/2014/main" id="{BF0138DD-073B-683F-F960-155017654C2E}"/>
              </a:ext>
            </a:extLst>
          </p:cNvPr>
          <p:cNvSpPr>
            <a:spLocks noGrp="1"/>
          </p:cNvSpPr>
          <p:nvPr>
            <p:ph type="body" sz="quarter" idx="23" hasCustomPrompt="1"/>
          </p:nvPr>
        </p:nvSpPr>
        <p:spPr>
          <a:xfrm>
            <a:off x="4884864" y="4715325"/>
            <a:ext cx="2440229" cy="775405"/>
          </a:xfrm>
          <a:prstGeom prst="rect">
            <a:avLst/>
          </a:prstGeom>
        </p:spPr>
        <p:txBody>
          <a:bodyPr/>
          <a:lstStyle>
            <a:lvl1pPr marL="0" indent="0" algn="l">
              <a:lnSpc>
                <a:spcPts val="1800"/>
              </a:lnSpc>
              <a:buNone/>
              <a:defRPr sz="14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0" name="Rounded Rectangle 29">
            <a:extLst>
              <a:ext uri="{FF2B5EF4-FFF2-40B4-BE49-F238E27FC236}">
                <a16:creationId xmlns:a16="http://schemas.microsoft.com/office/drawing/2014/main" id="{F35112F6-7394-90C4-A39C-039069DE503C}"/>
              </a:ext>
            </a:extLst>
          </p:cNvPr>
          <p:cNvSpPr/>
          <p:nvPr userDrawn="1"/>
        </p:nvSpPr>
        <p:spPr>
          <a:xfrm>
            <a:off x="7835651" y="1128216"/>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1" name="Text Placeholder 21">
            <a:extLst>
              <a:ext uri="{FF2B5EF4-FFF2-40B4-BE49-F238E27FC236}">
                <a16:creationId xmlns:a16="http://schemas.microsoft.com/office/drawing/2014/main" id="{C18FBA74-DAAA-E129-8851-6CB983EB9051}"/>
              </a:ext>
            </a:extLst>
          </p:cNvPr>
          <p:cNvSpPr>
            <a:spLocks noGrp="1"/>
          </p:cNvSpPr>
          <p:nvPr>
            <p:ph type="body" sz="quarter" idx="24" hasCustomPrompt="1"/>
          </p:nvPr>
        </p:nvSpPr>
        <p:spPr>
          <a:xfrm>
            <a:off x="8019948" y="1425651"/>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32" name="Text Placeholder 23">
            <a:extLst>
              <a:ext uri="{FF2B5EF4-FFF2-40B4-BE49-F238E27FC236}">
                <a16:creationId xmlns:a16="http://schemas.microsoft.com/office/drawing/2014/main" id="{C870C8EF-4B14-2D07-7D95-92D913A6076B}"/>
              </a:ext>
            </a:extLst>
          </p:cNvPr>
          <p:cNvSpPr>
            <a:spLocks noGrp="1"/>
          </p:cNvSpPr>
          <p:nvPr>
            <p:ph type="body" sz="quarter" idx="25" hasCustomPrompt="1"/>
          </p:nvPr>
        </p:nvSpPr>
        <p:spPr>
          <a:xfrm>
            <a:off x="8019950" y="2114629"/>
            <a:ext cx="2440229" cy="775405"/>
          </a:xfrm>
          <a:prstGeom prst="rect">
            <a:avLst/>
          </a:prstGeom>
        </p:spPr>
        <p:txBody>
          <a:bodyPr/>
          <a:lstStyle>
            <a:lvl1pPr marL="0" indent="0" algn="l">
              <a:lnSpc>
                <a:spcPts val="1800"/>
              </a:lnSpc>
              <a:buNone/>
              <a:defRPr sz="14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33" name="Rounded Rectangle 32">
            <a:extLst>
              <a:ext uri="{FF2B5EF4-FFF2-40B4-BE49-F238E27FC236}">
                <a16:creationId xmlns:a16="http://schemas.microsoft.com/office/drawing/2014/main" id="{F011B1B7-5825-9664-35BD-1E73774A280F}"/>
              </a:ext>
            </a:extLst>
          </p:cNvPr>
          <p:cNvSpPr/>
          <p:nvPr userDrawn="1"/>
        </p:nvSpPr>
        <p:spPr>
          <a:xfrm>
            <a:off x="7835651" y="3728912"/>
            <a:ext cx="2829066" cy="2300784"/>
          </a:xfrm>
          <a:prstGeom prst="roundRect">
            <a:avLst>
              <a:gd name="adj" fmla="val 8982"/>
            </a:avLst>
          </a:prstGeom>
          <a:solidFill>
            <a:srgbClr val="000000">
              <a:alpha val="29688"/>
            </a:srgbClr>
          </a:solidFill>
          <a:ln w="19050">
            <a:gradFill flip="none" rotWithShape="1">
              <a:gsLst>
                <a:gs pos="0">
                  <a:schemeClr val="accent2"/>
                </a:gs>
                <a:gs pos="100000">
                  <a:schemeClr val="accent3"/>
                </a:gs>
                <a:gs pos="55000">
                  <a:schemeClr val="accent4"/>
                </a:gs>
              </a:gsLst>
              <a:lin ang="2700000" scaled="1"/>
              <a:tileRect/>
            </a:gradFill>
          </a:ln>
        </p:spPr>
        <p:style>
          <a:lnRef idx="2">
            <a:schemeClr val="accent1"/>
          </a:lnRef>
          <a:fillRef idx="0">
            <a:schemeClr val="accent1"/>
          </a:fillRef>
          <a:effectRef idx="1">
            <a:schemeClr val="accent1"/>
          </a:effectRef>
          <a:fontRef idx="minor">
            <a:schemeClr val="tx1"/>
          </a:fontRef>
        </p:style>
        <p:txBody>
          <a:bodyPr lIns="182880" tIns="91440" rIns="182880" bIns="91440" rtlCol="0" anchor="ctr"/>
          <a:lstStyle/>
          <a:p>
            <a:endParaRPr lang="en-US" sz="1400" dirty="0">
              <a:solidFill>
                <a:srgbClr val="FFFFFF"/>
              </a:solidFill>
              <a:latin typeface="Amazon Ember Display"/>
            </a:endParaRPr>
          </a:p>
          <a:p>
            <a:endParaRPr lang="en-US" sz="1400" dirty="0">
              <a:solidFill>
                <a:srgbClr val="FFFFFF"/>
              </a:solidFill>
              <a:latin typeface="Amazon Ember Display"/>
            </a:endParaRPr>
          </a:p>
          <a:p>
            <a:endParaRPr lang="en-US" sz="1400" dirty="0">
              <a:solidFill>
                <a:srgbClr val="FFFFFF"/>
              </a:solidFill>
              <a:latin typeface="Amazon Ember Display"/>
            </a:endParaRPr>
          </a:p>
        </p:txBody>
      </p:sp>
      <p:sp>
        <p:nvSpPr>
          <p:cNvPr id="34" name="Text Placeholder 21">
            <a:extLst>
              <a:ext uri="{FF2B5EF4-FFF2-40B4-BE49-F238E27FC236}">
                <a16:creationId xmlns:a16="http://schemas.microsoft.com/office/drawing/2014/main" id="{183B6973-2CB8-4B71-D683-BC770EC99463}"/>
              </a:ext>
            </a:extLst>
          </p:cNvPr>
          <p:cNvSpPr>
            <a:spLocks noGrp="1"/>
          </p:cNvSpPr>
          <p:nvPr>
            <p:ph type="body" sz="quarter" idx="26" hasCustomPrompt="1"/>
          </p:nvPr>
        </p:nvSpPr>
        <p:spPr>
          <a:xfrm>
            <a:off x="8019948" y="402634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4</a:t>
            </a:r>
          </a:p>
        </p:txBody>
      </p:sp>
      <p:sp>
        <p:nvSpPr>
          <p:cNvPr id="35" name="Text Placeholder 23">
            <a:extLst>
              <a:ext uri="{FF2B5EF4-FFF2-40B4-BE49-F238E27FC236}">
                <a16:creationId xmlns:a16="http://schemas.microsoft.com/office/drawing/2014/main" id="{6E51BEE7-3A11-AEB2-1488-A173CF807879}"/>
              </a:ext>
            </a:extLst>
          </p:cNvPr>
          <p:cNvSpPr>
            <a:spLocks noGrp="1"/>
          </p:cNvSpPr>
          <p:nvPr>
            <p:ph type="body" sz="quarter" idx="27" hasCustomPrompt="1"/>
          </p:nvPr>
        </p:nvSpPr>
        <p:spPr>
          <a:xfrm>
            <a:off x="8019950" y="4715325"/>
            <a:ext cx="2440229" cy="775405"/>
          </a:xfrm>
          <a:prstGeom prst="rect">
            <a:avLst/>
          </a:prstGeom>
        </p:spPr>
        <p:txBody>
          <a:bodyPr/>
          <a:lstStyle>
            <a:lvl1pPr marL="0" indent="0" algn="l">
              <a:lnSpc>
                <a:spcPts val="1800"/>
              </a:lnSpc>
              <a:buNone/>
              <a:defRPr sz="14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231863178"/>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and imag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500416" y="833848"/>
            <a:ext cx="10664687"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image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500416" y="1960880"/>
            <a:ext cx="11142944" cy="4071909"/>
          </a:xfrm>
          <a:prstGeom prst="roundRect">
            <a:avLst>
              <a:gd name="adj" fmla="val 8562"/>
            </a:avLst>
          </a:prstGeom>
          <a:solidFill>
            <a:schemeClr val="bg2"/>
          </a:solidFill>
        </p:spPr>
        <p:txBody>
          <a:bodyPr/>
          <a:lstStyle/>
          <a:p>
            <a:endParaRPr lang="en-US"/>
          </a:p>
        </p:txBody>
      </p:sp>
    </p:spTree>
    <p:extLst>
      <p:ext uri="{BB962C8B-B14F-4D97-AF65-F5344CB8AC3E}">
        <p14:creationId xmlns:p14="http://schemas.microsoft.com/office/powerpoint/2010/main" val="816928224"/>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Title and code">
    <p:bg>
      <p:bgPr>
        <a:solidFill>
          <a:srgbClr val="161D26"/>
        </a:solid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AA313648-329E-EA50-B837-6EBA3D3F76ED}"/>
              </a:ext>
            </a:extLst>
          </p:cNvPr>
          <p:cNvSpPr>
            <a:spLocks noGrp="1"/>
          </p:cNvSpPr>
          <p:nvPr>
            <p:ph type="body" sz="quarter" idx="11" hasCustomPrompt="1"/>
          </p:nvPr>
        </p:nvSpPr>
        <p:spPr>
          <a:xfrm>
            <a:off x="486561" y="1124707"/>
            <a:ext cx="10664687"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and code</a:t>
            </a:r>
          </a:p>
        </p:txBody>
      </p:sp>
      <p:sp>
        <p:nvSpPr>
          <p:cNvPr id="6" name="Picture Placeholder 5">
            <a:extLst>
              <a:ext uri="{FF2B5EF4-FFF2-40B4-BE49-F238E27FC236}">
                <a16:creationId xmlns:a16="http://schemas.microsoft.com/office/drawing/2014/main" id="{32F6BE3F-8791-85EB-7BB0-25761B31F4C3}"/>
              </a:ext>
            </a:extLst>
          </p:cNvPr>
          <p:cNvSpPr>
            <a:spLocks noGrp="1"/>
          </p:cNvSpPr>
          <p:nvPr>
            <p:ph type="pic" sz="quarter" idx="12"/>
          </p:nvPr>
        </p:nvSpPr>
        <p:spPr>
          <a:xfrm>
            <a:off x="486562" y="2265680"/>
            <a:ext cx="11146638" cy="3725545"/>
          </a:xfrm>
          <a:prstGeom prst="roundRect">
            <a:avLst>
              <a:gd name="adj" fmla="val 8562"/>
            </a:avLst>
          </a:prstGeom>
          <a:noFill/>
          <a:ln w="19050">
            <a:solidFill>
              <a:schemeClr val="bg2"/>
            </a:solidFill>
          </a:ln>
        </p:spPr>
        <p:txBody>
          <a:bodyPr/>
          <a:lstStyle/>
          <a:p>
            <a:endParaRPr lang="en-US"/>
          </a:p>
        </p:txBody>
      </p:sp>
      <p:sp>
        <p:nvSpPr>
          <p:cNvPr id="5" name="Text Placeholder 21">
            <a:extLst>
              <a:ext uri="{FF2B5EF4-FFF2-40B4-BE49-F238E27FC236}">
                <a16:creationId xmlns:a16="http://schemas.microsoft.com/office/drawing/2014/main" id="{761B93CA-04D6-E74F-91FD-A35FAB4C3701}"/>
              </a:ext>
            </a:extLst>
          </p:cNvPr>
          <p:cNvSpPr>
            <a:spLocks noGrp="1"/>
          </p:cNvSpPr>
          <p:nvPr>
            <p:ph type="body" sz="quarter" idx="10" hasCustomPrompt="1"/>
          </p:nvPr>
        </p:nvSpPr>
        <p:spPr>
          <a:xfrm>
            <a:off x="486561" y="749209"/>
            <a:ext cx="3578552"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Tree>
    <p:extLst>
      <p:ext uri="{BB962C8B-B14F-4D97-AF65-F5344CB8AC3E}">
        <p14:creationId xmlns:p14="http://schemas.microsoft.com/office/powerpoint/2010/main" val="2169989951"/>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Title, content, and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5022" y="694380"/>
            <a:ext cx="5346883" cy="549146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486060" y="1520848"/>
            <a:ext cx="3890148" cy="1200329"/>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486061"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210350235"/>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content, and image_02">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1520848"/>
            <a:ext cx="3890148" cy="1200329"/>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3258032"/>
            <a:ext cx="3903878"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Tree>
    <p:extLst>
      <p:ext uri="{BB962C8B-B14F-4D97-AF65-F5344CB8AC3E}">
        <p14:creationId xmlns:p14="http://schemas.microsoft.com/office/powerpoint/2010/main" val="1817535716"/>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content, two columns, and image_">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602143" y="721360"/>
            <a:ext cx="4874098" cy="5464488"/>
          </a:xfrm>
          <a:prstGeom prst="roundRect">
            <a:avLst>
              <a:gd name="adj" fmla="val 4675"/>
            </a:avLst>
          </a:prstGeom>
          <a:solidFill>
            <a:schemeClr val="bg2"/>
          </a:solidFill>
        </p:spPr>
        <p:txBody>
          <a:bodyPr/>
          <a:lstStyle/>
          <a:p>
            <a:endParaRPr lang="en-US"/>
          </a:p>
        </p:txBody>
      </p:sp>
      <p:sp>
        <p:nvSpPr>
          <p:cNvPr id="11" name="Text Placeholder 21">
            <a:extLst>
              <a:ext uri="{FF2B5EF4-FFF2-40B4-BE49-F238E27FC236}">
                <a16:creationId xmlns:a16="http://schemas.microsoft.com/office/drawing/2014/main" id="{DCDF86EE-727F-BBDE-70E7-3F7589B18496}"/>
              </a:ext>
            </a:extLst>
          </p:cNvPr>
          <p:cNvSpPr>
            <a:spLocks noGrp="1"/>
          </p:cNvSpPr>
          <p:nvPr>
            <p:ph type="body" sz="quarter" idx="11" hasCustomPrompt="1"/>
          </p:nvPr>
        </p:nvSpPr>
        <p:spPr>
          <a:xfrm>
            <a:off x="5865021" y="721360"/>
            <a:ext cx="3890148" cy="1200329"/>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content, and image</a:t>
            </a:r>
          </a:p>
        </p:txBody>
      </p:sp>
      <p:sp>
        <p:nvSpPr>
          <p:cNvPr id="12" name="Text Placeholder 21">
            <a:extLst>
              <a:ext uri="{FF2B5EF4-FFF2-40B4-BE49-F238E27FC236}">
                <a16:creationId xmlns:a16="http://schemas.microsoft.com/office/drawing/2014/main" id="{7453FC75-76C0-FFCA-4ECA-C4E90A98CD3C}"/>
              </a:ext>
            </a:extLst>
          </p:cNvPr>
          <p:cNvSpPr>
            <a:spLocks noGrp="1"/>
          </p:cNvSpPr>
          <p:nvPr>
            <p:ph type="body" sz="quarter" idx="13" hasCustomPrompt="1"/>
          </p:nvPr>
        </p:nvSpPr>
        <p:spPr>
          <a:xfrm>
            <a:off x="5865022" y="2458544"/>
            <a:ext cx="5422738" cy="66599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pPr lvl="0"/>
            <a:endParaRPr lang="en-US" dirty="0"/>
          </a:p>
        </p:txBody>
      </p:sp>
      <p:sp>
        <p:nvSpPr>
          <p:cNvPr id="3" name="Text Placeholder 21">
            <a:extLst>
              <a:ext uri="{FF2B5EF4-FFF2-40B4-BE49-F238E27FC236}">
                <a16:creationId xmlns:a16="http://schemas.microsoft.com/office/drawing/2014/main" id="{2149FBC2-7683-A9B2-46C5-5B57FB19189E}"/>
              </a:ext>
            </a:extLst>
          </p:cNvPr>
          <p:cNvSpPr>
            <a:spLocks noGrp="1"/>
          </p:cNvSpPr>
          <p:nvPr>
            <p:ph type="body" sz="quarter" idx="22" hasCustomPrompt="1"/>
          </p:nvPr>
        </p:nvSpPr>
        <p:spPr>
          <a:xfrm>
            <a:off x="5865021"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1</a:t>
            </a:r>
          </a:p>
        </p:txBody>
      </p:sp>
      <p:sp>
        <p:nvSpPr>
          <p:cNvPr id="4" name="Text Placeholder 23">
            <a:extLst>
              <a:ext uri="{FF2B5EF4-FFF2-40B4-BE49-F238E27FC236}">
                <a16:creationId xmlns:a16="http://schemas.microsoft.com/office/drawing/2014/main" id="{17EDA63C-3159-CA34-D4B9-9A79B9E9B3E2}"/>
              </a:ext>
            </a:extLst>
          </p:cNvPr>
          <p:cNvSpPr>
            <a:spLocks noGrp="1"/>
          </p:cNvSpPr>
          <p:nvPr>
            <p:ph type="body" sz="quarter" idx="23" hasCustomPrompt="1"/>
          </p:nvPr>
        </p:nvSpPr>
        <p:spPr>
          <a:xfrm>
            <a:off x="5865023" y="4422445"/>
            <a:ext cx="2440229" cy="775405"/>
          </a:xfrm>
          <a:prstGeom prst="rect">
            <a:avLst/>
          </a:prstGeom>
        </p:spPr>
        <p:txBody>
          <a:bodyPr/>
          <a:lstStyle>
            <a:lvl1pPr marL="0" indent="0" algn="l">
              <a:lnSpc>
                <a:spcPts val="1800"/>
              </a:lnSpc>
              <a:buNone/>
              <a:defRPr sz="14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
        <p:nvSpPr>
          <p:cNvPr id="5" name="Text Placeholder 21">
            <a:extLst>
              <a:ext uri="{FF2B5EF4-FFF2-40B4-BE49-F238E27FC236}">
                <a16:creationId xmlns:a16="http://schemas.microsoft.com/office/drawing/2014/main" id="{39D65247-30E9-1D1B-9BBF-08C0134797DF}"/>
              </a:ext>
            </a:extLst>
          </p:cNvPr>
          <p:cNvSpPr>
            <a:spLocks noGrp="1"/>
          </p:cNvSpPr>
          <p:nvPr>
            <p:ph type="body" sz="quarter" idx="26" hasCustomPrompt="1"/>
          </p:nvPr>
        </p:nvSpPr>
        <p:spPr>
          <a:xfrm>
            <a:off x="9000107" y="3733467"/>
            <a:ext cx="2440231" cy="411161"/>
          </a:xfrm>
          <a:prstGeom prst="rect">
            <a:avLst/>
          </a:prstGeom>
        </p:spPr>
        <p:txBody>
          <a:bodyPr/>
          <a:lstStyle>
            <a:lvl1pPr marL="0" indent="0" algn="l">
              <a:buNone/>
              <a:defRPr kumimoji="0" lang="en-US" sz="20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Subtitle 2</a:t>
            </a:r>
          </a:p>
        </p:txBody>
      </p:sp>
      <p:sp>
        <p:nvSpPr>
          <p:cNvPr id="6" name="Text Placeholder 23">
            <a:extLst>
              <a:ext uri="{FF2B5EF4-FFF2-40B4-BE49-F238E27FC236}">
                <a16:creationId xmlns:a16="http://schemas.microsoft.com/office/drawing/2014/main" id="{F16989F6-4ED5-C533-8D96-71926EBC6E56}"/>
              </a:ext>
            </a:extLst>
          </p:cNvPr>
          <p:cNvSpPr>
            <a:spLocks noGrp="1"/>
          </p:cNvSpPr>
          <p:nvPr>
            <p:ph type="body" sz="quarter" idx="27" hasCustomPrompt="1"/>
          </p:nvPr>
        </p:nvSpPr>
        <p:spPr>
          <a:xfrm>
            <a:off x="9000109" y="4422445"/>
            <a:ext cx="2440229" cy="775405"/>
          </a:xfrm>
          <a:prstGeom prst="rect">
            <a:avLst/>
          </a:prstGeom>
        </p:spPr>
        <p:txBody>
          <a:bodyPr/>
          <a:lstStyle>
            <a:lvl1pPr marL="0" indent="0" algn="l">
              <a:lnSpc>
                <a:spcPts val="1800"/>
              </a:lnSpc>
              <a:buNone/>
              <a:defRPr sz="14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1600">
                <a:solidFill>
                  <a:schemeClr val="bg1"/>
                </a:solidFill>
              </a:defRPr>
            </a:lvl2pPr>
            <a:lvl3pPr marL="914400" indent="0" algn="ctr">
              <a:buNone/>
              <a:defRPr sz="1600">
                <a:solidFill>
                  <a:schemeClr val="bg1"/>
                </a:solidFill>
              </a:defRPr>
            </a:lvl3pPr>
            <a:lvl4pPr marL="1371600" indent="0" algn="ctr">
              <a:buNone/>
              <a:defRPr sz="1600">
                <a:solidFill>
                  <a:schemeClr val="bg1"/>
                </a:solidFill>
              </a:defRPr>
            </a:lvl4pPr>
            <a:lvl5pPr marL="1828800" indent="0" algn="ctr">
              <a:buNone/>
              <a:defRPr sz="160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a:t>
            </a:r>
            <a:r>
              <a:rPr lang="en-US" dirty="0"/>
              <a:t> </a:t>
            </a:r>
            <a:r>
              <a:rPr lang="en-US" dirty="0" err="1"/>
              <a:t>vulputate</a:t>
            </a:r>
            <a:r>
              <a:rPr lang="en-US" dirty="0"/>
              <a:t> </a:t>
            </a:r>
            <a:r>
              <a:rPr lang="en-US" dirty="0" err="1"/>
              <a:t>elit</a:t>
            </a:r>
            <a:endParaRPr lang="en-US" dirty="0"/>
          </a:p>
        </p:txBody>
      </p:sp>
    </p:spTree>
    <p:extLst>
      <p:ext uri="{BB962C8B-B14F-4D97-AF65-F5344CB8AC3E}">
        <p14:creationId xmlns:p14="http://schemas.microsoft.com/office/powerpoint/2010/main" val="4190495265"/>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Title, content, and cod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5861304" y="694380"/>
            <a:ext cx="5346883" cy="5491468"/>
          </a:xfrm>
          <a:prstGeom prst="roundRect">
            <a:avLst>
              <a:gd name="adj" fmla="val 4675"/>
            </a:avLst>
          </a:prstGeom>
          <a:noFill/>
          <a:ln w="19050">
            <a:solidFill>
              <a:schemeClr val="bg2"/>
            </a:solidFill>
          </a:ln>
        </p:spPr>
        <p:txBody>
          <a:bodyPr/>
          <a:lstStyle/>
          <a:p>
            <a:endParaRPr lang="en-US"/>
          </a:p>
        </p:txBody>
      </p:sp>
      <p:sp>
        <p:nvSpPr>
          <p:cNvPr id="2" name="Text Placeholder 21">
            <a:extLst>
              <a:ext uri="{FF2B5EF4-FFF2-40B4-BE49-F238E27FC236}">
                <a16:creationId xmlns:a16="http://schemas.microsoft.com/office/drawing/2014/main" id="{C2D34918-D686-3120-DEC4-3DC57586D1CD}"/>
              </a:ext>
            </a:extLst>
          </p:cNvPr>
          <p:cNvSpPr>
            <a:spLocks noGrp="1"/>
          </p:cNvSpPr>
          <p:nvPr>
            <p:ph type="body" sz="quarter" idx="10" hasCustomPrompt="1"/>
          </p:nvPr>
        </p:nvSpPr>
        <p:spPr>
          <a:xfrm>
            <a:off x="499248" y="1726451"/>
            <a:ext cx="3578552" cy="258532"/>
          </a:xfrm>
          <a:prstGeom prst="rect">
            <a:avLst/>
          </a:prstGeom>
        </p:spPr>
        <p:txBody>
          <a:bodyPr/>
          <a:lstStyle>
            <a:lvl1pPr marL="0" indent="0">
              <a:buNone/>
              <a:defRPr kumimoji="0" lang="en-US" sz="1200" b="0" i="0" u="none" strike="noStrike" kern="1200" cap="all" spc="300" normalizeH="0" baseline="0" dirty="0" smtClean="0">
                <a:ln>
                  <a:noFill/>
                </a:ln>
                <a:solidFill>
                  <a:schemeClr val="tx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EYEBROW</a:t>
            </a:r>
          </a:p>
        </p:txBody>
      </p:sp>
      <p:sp>
        <p:nvSpPr>
          <p:cNvPr id="3" name="Text Placeholder 21">
            <a:extLst>
              <a:ext uri="{FF2B5EF4-FFF2-40B4-BE49-F238E27FC236}">
                <a16:creationId xmlns:a16="http://schemas.microsoft.com/office/drawing/2014/main" id="{92BE8E6F-2E29-1C28-D47A-4F8DA736641D}"/>
              </a:ext>
            </a:extLst>
          </p:cNvPr>
          <p:cNvSpPr>
            <a:spLocks noGrp="1"/>
          </p:cNvSpPr>
          <p:nvPr>
            <p:ph type="body" sz="quarter" idx="11" hasCustomPrompt="1"/>
          </p:nvPr>
        </p:nvSpPr>
        <p:spPr>
          <a:xfrm>
            <a:off x="486618" y="2139299"/>
            <a:ext cx="3578552" cy="646331"/>
          </a:xfrm>
          <a:prstGeom prst="rect">
            <a:avLst/>
          </a:prstGeom>
        </p:spPr>
        <p:txBody>
          <a:bodyPr/>
          <a:lstStyle>
            <a:lvl1pPr marL="0" indent="0">
              <a:buNone/>
              <a:defRPr kumimoji="0" lang="en-US" sz="4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Title and code</a:t>
            </a:r>
          </a:p>
        </p:txBody>
      </p:sp>
      <p:sp>
        <p:nvSpPr>
          <p:cNvPr id="4" name="Text Placeholder 21">
            <a:extLst>
              <a:ext uri="{FF2B5EF4-FFF2-40B4-BE49-F238E27FC236}">
                <a16:creationId xmlns:a16="http://schemas.microsoft.com/office/drawing/2014/main" id="{D327B1D7-50B2-3252-1FA4-35AECAFF00EE}"/>
              </a:ext>
            </a:extLst>
          </p:cNvPr>
          <p:cNvSpPr>
            <a:spLocks noGrp="1"/>
          </p:cNvSpPr>
          <p:nvPr>
            <p:ph type="body" sz="quarter" idx="13" hasCustomPrompt="1"/>
          </p:nvPr>
        </p:nvSpPr>
        <p:spPr>
          <a:xfrm>
            <a:off x="486619" y="3876483"/>
            <a:ext cx="3591182" cy="172822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lang="en-US" sz="1800" b="0" i="0" u="none" strike="noStrike" kern="1200" cap="none" spc="0" normalizeH="0" baseline="0" dirty="0" smtClean="0">
                <a:ln>
                  <a:noFill/>
                </a:ln>
                <a:solidFill>
                  <a:srgbClr val="FFFFFF"/>
                </a:solidFill>
                <a:effectLst/>
                <a:uLnTx/>
                <a:uFillTx/>
                <a:latin typeface="Amazon Ember Display"/>
                <a:ea typeface="+mn-ea"/>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2125574801"/>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rgbClr val="161D26"/>
        </a:solidFill>
        <a:effectLst/>
      </p:bgPr>
    </p:bg>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039700BE-EA56-FC03-3257-55D7462BD8A5}"/>
              </a:ext>
            </a:extLst>
          </p:cNvPr>
          <p:cNvSpPr>
            <a:spLocks noGrp="1"/>
          </p:cNvSpPr>
          <p:nvPr>
            <p:ph type="pic" sz="quarter" idx="12"/>
          </p:nvPr>
        </p:nvSpPr>
        <p:spPr>
          <a:xfrm>
            <a:off x="-128015" y="0"/>
            <a:ext cx="12320016" cy="6858000"/>
          </a:xfrm>
          <a:prstGeom prst="roundRect">
            <a:avLst>
              <a:gd name="adj" fmla="val 0"/>
            </a:avLst>
          </a:prstGeom>
          <a:solidFill>
            <a:schemeClr val="bg2"/>
          </a:solidFill>
        </p:spPr>
        <p:txBody>
          <a:bodyPr/>
          <a:lstStyle/>
          <a:p>
            <a:endParaRPr lang="en-US"/>
          </a:p>
        </p:txBody>
      </p:sp>
    </p:spTree>
    <p:extLst>
      <p:ext uri="{BB962C8B-B14F-4D97-AF65-F5344CB8AC3E}">
        <p14:creationId xmlns:p14="http://schemas.microsoft.com/office/powerpoint/2010/main" val="1277683218"/>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079114"/>
      </p:ext>
    </p:extLst>
  </p:cSld>
  <p:clrMapOvr>
    <a:masterClrMapping/>
  </p:clrMapOvr>
  <p:transition>
    <p:fade/>
  </p:transition>
  <p:extLst>
    <p:ext uri="{DCECCB84-F9BA-43D5-87BE-67443E8EF086}">
      <p15:sldGuideLst xmlns:p15="http://schemas.microsoft.com/office/powerpoint/2012/main"/>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161D26"/>
        </a:solidFill>
        <a:effectLst/>
      </p:bgPr>
    </p:bg>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4214D09F-C4A1-6D48-55BF-33FE47B9089D}"/>
              </a:ext>
            </a:extLst>
          </p:cNvPr>
          <p:cNvSpPr>
            <a:spLocks noGrp="1"/>
          </p:cNvSpPr>
          <p:nvPr>
            <p:ph type="body" sz="quarter" idx="11" hasCustomPrompt="1"/>
          </p:nvPr>
        </p:nvSpPr>
        <p:spPr>
          <a:xfrm>
            <a:off x="486566" y="650191"/>
            <a:ext cx="10664687" cy="646331"/>
          </a:xfrm>
          <a:prstGeom prst="rect">
            <a:avLst/>
          </a:prstGeom>
        </p:spPr>
        <p:txBody>
          <a:bodyPr/>
          <a:lstStyle>
            <a:lvl1pPr marL="0" indent="0">
              <a:buNone/>
              <a:defRPr kumimoji="0" lang="en-US" sz="4000" b="0" u="none" strike="noStrike" kern="1200" cap="none" spc="0" normalizeH="0" baseline="0" dirty="0">
                <a:ln>
                  <a:noFill/>
                </a:ln>
                <a:solidFill>
                  <a:srgbClr val="FFFFFF"/>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Title only slide</a:t>
            </a:r>
          </a:p>
        </p:txBody>
      </p:sp>
    </p:spTree>
    <p:extLst>
      <p:ext uri="{BB962C8B-B14F-4D97-AF65-F5344CB8AC3E}">
        <p14:creationId xmlns:p14="http://schemas.microsoft.com/office/powerpoint/2010/main" val="2965912859"/>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spc="0"/>
            </a:lvl1pPr>
          </a:lstStyle>
          <a:p>
            <a:r>
              <a:rPr lang="en-US" dirty="0"/>
              <a:t>Title and subtitle layout</a:t>
            </a:r>
          </a:p>
        </p:txBody>
      </p:sp>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490713" y="1330137"/>
            <a:ext cx="11582400" cy="276999"/>
          </a:xfrm>
        </p:spPr>
        <p:txBody>
          <a:bodyPr/>
          <a:lstStyle>
            <a:lvl1pPr marL="0" indent="0">
              <a:lnSpc>
                <a:spcPct val="100000"/>
              </a:lnSpc>
              <a:spcAft>
                <a:spcPts val="1200"/>
              </a:spcAft>
              <a:buNone/>
              <a:defRPr sz="1200" b="1" cap="all" spc="300" baseline="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325054422"/>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624">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a:xfrm>
            <a:off x="458909" y="657037"/>
            <a:ext cx="11214930" cy="638175"/>
          </a:xfrm>
        </p:spPr>
        <p:txBody>
          <a:bodyPr/>
          <a:lstStyle>
            <a:lvl1pPr>
              <a:defRPr spc="0"/>
            </a:lvl1pPr>
          </a:lstStyle>
          <a:p>
            <a:r>
              <a:rPr lang="en-US" dirty="0"/>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58910" y="1788049"/>
            <a:ext cx="11214930" cy="19389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94028393"/>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a:xfrm>
            <a:off x="458909" y="657037"/>
            <a:ext cx="11174291" cy="638175"/>
          </a:xfrm>
        </p:spPr>
        <p:txBody>
          <a:bodyPr/>
          <a:lstStyle>
            <a:lvl1pPr>
              <a:defRPr spc="0"/>
            </a:lvl1pPr>
          </a:lstStyle>
          <a:p>
            <a:r>
              <a:rPr lang="en-US" dirty="0"/>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458909" y="2014220"/>
            <a:ext cx="11174291" cy="19389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FD18155C-5003-CDD7-425F-D934EF7B51BE}"/>
              </a:ext>
            </a:extLst>
          </p:cNvPr>
          <p:cNvSpPr>
            <a:spLocks noGrp="1"/>
          </p:cNvSpPr>
          <p:nvPr>
            <p:ph type="body" sz="quarter" idx="10" hasCustomPrompt="1"/>
          </p:nvPr>
        </p:nvSpPr>
        <p:spPr>
          <a:xfrm>
            <a:off x="458909" y="1313016"/>
            <a:ext cx="11174291" cy="276999"/>
          </a:xfrm>
        </p:spPr>
        <p:txBody>
          <a:bodyPr/>
          <a:lstStyle>
            <a:lvl1pPr marL="0" indent="0">
              <a:lnSpc>
                <a:spcPct val="100000"/>
              </a:lnSpc>
              <a:spcAft>
                <a:spcPts val="1200"/>
              </a:spcAft>
              <a:buNone/>
              <a:defRPr sz="1200" b="1" cap="all" spc="300" baseline="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3823248950"/>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DEF8F-3F3F-4176-AAC6-6F214D9A9558}"/>
              </a:ext>
            </a:extLst>
          </p:cNvPr>
          <p:cNvSpPr>
            <a:spLocks noGrp="1"/>
          </p:cNvSpPr>
          <p:nvPr>
            <p:ph type="title" hasCustomPrompt="1"/>
          </p:nvPr>
        </p:nvSpPr>
        <p:spPr>
          <a:xfrm>
            <a:off x="457200" y="669737"/>
            <a:ext cx="5181600" cy="638175"/>
          </a:xfrm>
        </p:spPr>
        <p:txBody>
          <a:bodyPr/>
          <a:lstStyle>
            <a:lvl1pPr>
              <a:defRPr spc="0"/>
            </a:lvl1pPr>
          </a:lstStyle>
          <a:p>
            <a:r>
              <a:rPr lang="en-US" dirty="0"/>
              <a:t>Title, content, image</a:t>
            </a:r>
          </a:p>
        </p:txBody>
      </p:sp>
      <p:sp>
        <p:nvSpPr>
          <p:cNvPr id="9" name="Picture Placeholder 8">
            <a:extLst>
              <a:ext uri="{FF2B5EF4-FFF2-40B4-BE49-F238E27FC236}">
                <a16:creationId xmlns:a16="http://schemas.microsoft.com/office/drawing/2014/main" id="{14F48D58-FFF9-4D88-86EA-5381B3B4300A}"/>
              </a:ext>
            </a:extLst>
          </p:cNvPr>
          <p:cNvSpPr>
            <a:spLocks noGrp="1"/>
          </p:cNvSpPr>
          <p:nvPr>
            <p:ph type="pic" sz="quarter" idx="14" hasCustomPrompt="1"/>
          </p:nvPr>
        </p:nvSpPr>
        <p:spPr>
          <a:xfrm>
            <a:off x="6248400" y="0"/>
            <a:ext cx="5943600" cy="6858000"/>
          </a:xfrm>
        </p:spPr>
        <p:txBody>
          <a:bodyPr anchor="ctr">
            <a:noAutofit/>
          </a:bodyPr>
          <a:lstStyle>
            <a:lvl1pPr marL="0" indent="0" algn="ctr">
              <a:buNone/>
              <a:defRPr sz="1800"/>
            </a:lvl1pPr>
          </a:lstStyle>
          <a:p>
            <a:r>
              <a:rPr lang="en-US" dirty="0"/>
              <a:t>Click icon to insert image, </a:t>
            </a:r>
            <a:br>
              <a:rPr lang="en-US" dirty="0"/>
            </a:br>
            <a:r>
              <a:rPr lang="en-US" dirty="0"/>
              <a:t>or select placeholder </a:t>
            </a:r>
            <a:br>
              <a:rPr lang="en-US" dirty="0"/>
            </a:br>
            <a:r>
              <a:rPr lang="en-US" dirty="0"/>
              <a:t>and paste image</a:t>
            </a:r>
          </a:p>
          <a:p>
            <a:endParaRPr lang="en-US" dirty="0"/>
          </a:p>
          <a:p>
            <a:endParaRPr lang="en-US" dirty="0"/>
          </a:p>
          <a:p>
            <a:endParaRPr lang="en-US" dirty="0"/>
          </a:p>
        </p:txBody>
      </p:sp>
      <p:sp>
        <p:nvSpPr>
          <p:cNvPr id="11" name="Content Placeholder 10">
            <a:extLst>
              <a:ext uri="{FF2B5EF4-FFF2-40B4-BE49-F238E27FC236}">
                <a16:creationId xmlns:a16="http://schemas.microsoft.com/office/drawing/2014/main" id="{815FDEA2-616E-44F0-9C9D-8C4D782AA50E}"/>
              </a:ext>
            </a:extLst>
          </p:cNvPr>
          <p:cNvSpPr>
            <a:spLocks noGrp="1"/>
          </p:cNvSpPr>
          <p:nvPr>
            <p:ph sz="quarter" idx="15" hasCustomPrompt="1"/>
          </p:nvPr>
        </p:nvSpPr>
        <p:spPr>
          <a:xfrm>
            <a:off x="457200" y="1850837"/>
            <a:ext cx="5181600" cy="4082603"/>
          </a:xfrm>
        </p:spPr>
        <p:txBody>
          <a:bodyPr>
            <a:noAutofit/>
          </a:bodyPr>
          <a:lstStyle>
            <a:lvl1pPr>
              <a:defRPr/>
            </a:lvl1pPr>
          </a:lstStyle>
          <a:p>
            <a:pPr lvl="0"/>
            <a:r>
              <a:rPr lang="en-US" dirty="0"/>
              <a:t>Enter 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2546589136"/>
      </p:ext>
    </p:extLst>
  </p:cSld>
  <p:clrMapOvr>
    <a:masterClrMapping/>
  </p:clrMapOvr>
  <p:transition>
    <p:fade/>
  </p:transition>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a:xfrm>
            <a:off x="458909" y="657037"/>
            <a:ext cx="11174291" cy="638175"/>
          </a:xfrm>
        </p:spPr>
        <p:txBody>
          <a:bodyPr/>
          <a:lstStyle>
            <a:lvl1pPr>
              <a:defRPr spc="0"/>
            </a:lvl1pPr>
          </a:lstStyle>
          <a:p>
            <a:r>
              <a:rPr lang="en-US" dirty="0"/>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458909" y="1790700"/>
            <a:ext cx="11174291" cy="2049792"/>
          </a:xfrm>
        </p:spPr>
        <p:txBody>
          <a:bodyPr/>
          <a:lstStyle>
            <a:lvl1pPr>
              <a:defRPr/>
            </a:lvl1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9324065"/>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a:xfrm>
            <a:off x="458909" y="657037"/>
            <a:ext cx="11174291" cy="638175"/>
          </a:xfrm>
        </p:spPr>
        <p:txBody>
          <a:bodyPr/>
          <a:lstStyle>
            <a:lvl1pPr>
              <a:defRPr spc="0"/>
            </a:lvl1pPr>
          </a:lstStyle>
          <a:p>
            <a:r>
              <a:rPr lang="en-US" dirty="0"/>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458909" y="2024380"/>
            <a:ext cx="11174291" cy="2049792"/>
          </a:xfrm>
        </p:spPr>
        <p:txBody>
          <a:bodyPr/>
          <a:lstStyle>
            <a:lvl1pPr>
              <a:defRPr/>
            </a:lvl1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FD18155C-5003-CDD7-425F-D934EF7B51BE}"/>
              </a:ext>
            </a:extLst>
          </p:cNvPr>
          <p:cNvSpPr>
            <a:spLocks noGrp="1"/>
          </p:cNvSpPr>
          <p:nvPr>
            <p:ph type="body" sz="quarter" idx="10" hasCustomPrompt="1"/>
          </p:nvPr>
        </p:nvSpPr>
        <p:spPr>
          <a:xfrm>
            <a:off x="458909" y="1313016"/>
            <a:ext cx="11174291" cy="276999"/>
          </a:xfrm>
        </p:spPr>
        <p:txBody>
          <a:bodyPr/>
          <a:lstStyle>
            <a:lvl1pPr marL="0" indent="0">
              <a:lnSpc>
                <a:spcPct val="100000"/>
              </a:lnSpc>
              <a:spcAft>
                <a:spcPts val="1200"/>
              </a:spcAft>
              <a:buNone/>
              <a:defRPr sz="1200" b="1" cap="all" spc="300" baseline="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574544680"/>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a:xfrm>
            <a:off x="458909" y="657037"/>
            <a:ext cx="11274182" cy="638175"/>
          </a:xfrm>
        </p:spPr>
        <p:txBody>
          <a:bodyPr/>
          <a:lstStyle>
            <a:lvl1pPr>
              <a:defRPr spc="0"/>
            </a:lvl1pPr>
          </a:lstStyle>
          <a:p>
            <a:r>
              <a:rPr lang="en-US" dirty="0"/>
              <a:t>Two-column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458909" y="2024380"/>
            <a:ext cx="5497391"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6235702" y="2024380"/>
            <a:ext cx="5497389"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2764319"/>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a:xfrm>
            <a:off x="458909" y="657037"/>
            <a:ext cx="11274182" cy="638175"/>
          </a:xfrm>
        </p:spPr>
        <p:txBody>
          <a:bodyPr/>
          <a:lstStyle>
            <a:lvl1pPr>
              <a:defRPr spc="0"/>
            </a:lvl1pPr>
          </a:lstStyle>
          <a:p>
            <a:r>
              <a:rPr lang="en-US" dirty="0"/>
              <a:t>Two-column with subtitle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458909" y="2024380"/>
            <a:ext cx="5497391"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6235702" y="2024380"/>
            <a:ext cx="5497389"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A7B9348C-39BC-6718-B568-BA5EE205D2E2}"/>
              </a:ext>
            </a:extLst>
          </p:cNvPr>
          <p:cNvSpPr>
            <a:spLocks noGrp="1"/>
          </p:cNvSpPr>
          <p:nvPr>
            <p:ph type="body" sz="quarter" idx="10" hasCustomPrompt="1"/>
          </p:nvPr>
        </p:nvSpPr>
        <p:spPr>
          <a:xfrm>
            <a:off x="458909" y="1313016"/>
            <a:ext cx="11274182" cy="276999"/>
          </a:xfrm>
        </p:spPr>
        <p:txBody>
          <a:bodyPr/>
          <a:lstStyle>
            <a:lvl1pPr marL="0" indent="0">
              <a:lnSpc>
                <a:spcPct val="100000"/>
              </a:lnSpc>
              <a:spcAft>
                <a:spcPts val="1200"/>
              </a:spcAft>
              <a:buNone/>
              <a:defRPr sz="1200" b="1" cap="all" spc="300" baseline="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1622217393"/>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a:xfrm>
            <a:off x="458909" y="657037"/>
            <a:ext cx="11274182" cy="638175"/>
          </a:xfrm>
        </p:spPr>
        <p:txBody>
          <a:bodyPr/>
          <a:lstStyle>
            <a:lvl1pPr>
              <a:defRPr spc="0"/>
            </a:lvl1pPr>
          </a:lstStyle>
          <a:p>
            <a:r>
              <a:rPr lang="en-US" dirty="0"/>
              <a:t>Two-column layout</a:t>
            </a:r>
          </a:p>
        </p:txBody>
      </p:sp>
      <p:sp>
        <p:nvSpPr>
          <p:cNvPr id="11" name="Content Placeholder 9">
            <a:extLst>
              <a:ext uri="{FF2B5EF4-FFF2-40B4-BE49-F238E27FC236}">
                <a16:creationId xmlns:a16="http://schemas.microsoft.com/office/drawing/2014/main" id="{FEFAF539-6203-5968-24C6-918A08A186EF}"/>
              </a:ext>
            </a:extLst>
          </p:cNvPr>
          <p:cNvSpPr>
            <a:spLocks noGrp="1"/>
          </p:cNvSpPr>
          <p:nvPr>
            <p:ph sz="quarter" idx="10" hasCustomPrompt="1"/>
          </p:nvPr>
        </p:nvSpPr>
        <p:spPr>
          <a:xfrm>
            <a:off x="458788" y="2024063"/>
            <a:ext cx="5497512" cy="1938992"/>
          </a:xfrm>
        </p:spPr>
        <p:txBody>
          <a:body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9">
            <a:extLst>
              <a:ext uri="{FF2B5EF4-FFF2-40B4-BE49-F238E27FC236}">
                <a16:creationId xmlns:a16="http://schemas.microsoft.com/office/drawing/2014/main" id="{78FF8993-F7B0-5D4E-2735-8DA5CEBE3E6F}"/>
              </a:ext>
            </a:extLst>
          </p:cNvPr>
          <p:cNvSpPr>
            <a:spLocks noGrp="1"/>
          </p:cNvSpPr>
          <p:nvPr>
            <p:ph sz="quarter" idx="11" hasCustomPrompt="1"/>
          </p:nvPr>
        </p:nvSpPr>
        <p:spPr>
          <a:xfrm>
            <a:off x="6229668" y="2024063"/>
            <a:ext cx="5497512" cy="1938992"/>
          </a:xfrm>
        </p:spPr>
        <p:txBody>
          <a:body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4332695"/>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a:xfrm>
            <a:off x="458909" y="657037"/>
            <a:ext cx="11274182" cy="638175"/>
          </a:xfrm>
        </p:spPr>
        <p:txBody>
          <a:bodyPr/>
          <a:lstStyle>
            <a:lvl1pPr>
              <a:defRPr spc="0"/>
            </a:lvl1pPr>
          </a:lstStyle>
          <a:p>
            <a:r>
              <a:rPr lang="en-US" dirty="0"/>
              <a:t>Two-column layout</a:t>
            </a:r>
          </a:p>
        </p:txBody>
      </p:sp>
      <p:sp>
        <p:nvSpPr>
          <p:cNvPr id="11" name="Content Placeholder 9">
            <a:extLst>
              <a:ext uri="{FF2B5EF4-FFF2-40B4-BE49-F238E27FC236}">
                <a16:creationId xmlns:a16="http://schemas.microsoft.com/office/drawing/2014/main" id="{FEFAF539-6203-5968-24C6-918A08A186EF}"/>
              </a:ext>
            </a:extLst>
          </p:cNvPr>
          <p:cNvSpPr>
            <a:spLocks noGrp="1"/>
          </p:cNvSpPr>
          <p:nvPr>
            <p:ph sz="quarter" idx="10" hasCustomPrompt="1"/>
          </p:nvPr>
        </p:nvSpPr>
        <p:spPr>
          <a:xfrm>
            <a:off x="458788" y="2024063"/>
            <a:ext cx="5497512" cy="1938992"/>
          </a:xfrm>
        </p:spPr>
        <p:txBody>
          <a:body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9">
            <a:extLst>
              <a:ext uri="{FF2B5EF4-FFF2-40B4-BE49-F238E27FC236}">
                <a16:creationId xmlns:a16="http://schemas.microsoft.com/office/drawing/2014/main" id="{78FF8993-F7B0-5D4E-2735-8DA5CEBE3E6F}"/>
              </a:ext>
            </a:extLst>
          </p:cNvPr>
          <p:cNvSpPr>
            <a:spLocks noGrp="1"/>
          </p:cNvSpPr>
          <p:nvPr>
            <p:ph sz="quarter" idx="11" hasCustomPrompt="1"/>
          </p:nvPr>
        </p:nvSpPr>
        <p:spPr>
          <a:xfrm>
            <a:off x="6229668" y="2024063"/>
            <a:ext cx="5497512" cy="1938992"/>
          </a:xfrm>
        </p:spPr>
        <p:txBody>
          <a:body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CC389081-75F0-BD21-EFBF-CEA555455E29}"/>
              </a:ext>
            </a:extLst>
          </p:cNvPr>
          <p:cNvSpPr>
            <a:spLocks noGrp="1"/>
          </p:cNvSpPr>
          <p:nvPr>
            <p:ph type="body" sz="quarter" idx="12" hasCustomPrompt="1"/>
          </p:nvPr>
        </p:nvSpPr>
        <p:spPr>
          <a:xfrm>
            <a:off x="458909" y="1313016"/>
            <a:ext cx="11274182" cy="276999"/>
          </a:xfrm>
        </p:spPr>
        <p:txBody>
          <a:bodyPr/>
          <a:lstStyle>
            <a:lvl1pPr marL="0" indent="0">
              <a:lnSpc>
                <a:spcPct val="100000"/>
              </a:lnSpc>
              <a:spcAft>
                <a:spcPts val="1200"/>
              </a:spcAft>
              <a:buNone/>
              <a:defRPr sz="1200" b="1" cap="all" spc="300" baseline="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1388093729"/>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B641-AA35-4952-8BD0-57A5E6BAC6C0}"/>
              </a:ext>
            </a:extLst>
          </p:cNvPr>
          <p:cNvSpPr>
            <a:spLocks noGrp="1"/>
          </p:cNvSpPr>
          <p:nvPr>
            <p:ph type="title" hasCustomPrompt="1"/>
          </p:nvPr>
        </p:nvSpPr>
        <p:spPr>
          <a:xfrm>
            <a:off x="458909" y="657037"/>
            <a:ext cx="11265731" cy="638175"/>
          </a:xfrm>
        </p:spPr>
        <p:txBody>
          <a:bodyPr/>
          <a:lstStyle>
            <a:lvl1pPr>
              <a:defRPr spc="0"/>
            </a:lvl1pPr>
          </a:lstStyle>
          <a:p>
            <a:r>
              <a:rPr lang="en-US" dirty="0"/>
              <a:t>Code layout</a:t>
            </a:r>
          </a:p>
        </p:txBody>
      </p:sp>
      <p:sp>
        <p:nvSpPr>
          <p:cNvPr id="7" name="Content Placeholder 6">
            <a:extLst>
              <a:ext uri="{FF2B5EF4-FFF2-40B4-BE49-F238E27FC236}">
                <a16:creationId xmlns:a16="http://schemas.microsoft.com/office/drawing/2014/main" id="{BBBB28F6-ED88-4F6C-98C2-239A1B8050D8}"/>
              </a:ext>
            </a:extLst>
          </p:cNvPr>
          <p:cNvSpPr>
            <a:spLocks noGrp="1"/>
          </p:cNvSpPr>
          <p:nvPr>
            <p:ph sz="quarter" idx="10" hasCustomPrompt="1"/>
          </p:nvPr>
        </p:nvSpPr>
        <p:spPr>
          <a:xfrm>
            <a:off x="458909" y="1747520"/>
            <a:ext cx="11265732" cy="390144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69402702"/>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a:xfrm>
            <a:off x="458909" y="657037"/>
            <a:ext cx="11428291" cy="638175"/>
          </a:xfrm>
        </p:spPr>
        <p:txBody>
          <a:bodyPr/>
          <a:lstStyle>
            <a:lvl1pPr>
              <a:defRPr spc="0"/>
            </a:lvl1pPr>
          </a:lstStyle>
          <a:p>
            <a:r>
              <a:rPr lang="en-US" dirty="0"/>
              <a:t>Code layout, two columns</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458908" y="1750060"/>
            <a:ext cx="5522791" cy="263906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6210300" y="1750060"/>
            <a:ext cx="5522791" cy="263906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52358681"/>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_1">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8"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3"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3"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3297142894"/>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Quote_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437687-5DF0-1D81-925D-844EE787EEB9}"/>
              </a:ext>
            </a:extLst>
          </p:cNvPr>
          <p:cNvSpPr/>
          <p:nvPr userDrawn="1"/>
        </p:nvSpPr>
        <p:spPr>
          <a:xfrm>
            <a:off x="0" y="0"/>
            <a:ext cx="12192000" cy="6858000"/>
          </a:xfrm>
          <a:prstGeom prst="rect">
            <a:avLst/>
          </a:prstGeom>
          <a:solidFill>
            <a:srgbClr val="151D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a:p>
        </p:txBody>
      </p:sp>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1773933"/>
            <a:ext cx="10511618" cy="3125036"/>
          </a:xfrm>
          <a:prstGeom prst="rect">
            <a:avLst/>
          </a:prstGeom>
        </p:spPr>
        <p:txBody>
          <a:bodyPr/>
          <a:lstStyle>
            <a:lvl1pPr marL="228600" marR="0" indent="-228600" algn="l" defTabSz="914400" rtl="0" eaLnBrk="1" fontAlgn="auto" latinLnBrk="0" hangingPunct="1">
              <a:lnSpc>
                <a:spcPts val="6000"/>
              </a:lnSpc>
              <a:spcBef>
                <a:spcPct val="0"/>
              </a:spcBef>
              <a:spcAft>
                <a:spcPts val="0"/>
              </a:spcAft>
              <a:buClrTx/>
              <a:buSzTx/>
              <a:buFontTx/>
              <a:buNone/>
              <a:defRPr kumimoji="0" lang="en-US" sz="4400" b="0" i="0" u="none" strike="noStrike" kern="1200" cap="none" spc="0" normalizeH="0" baseline="0">
                <a:ln>
                  <a:noFill/>
                </a:ln>
                <a:solidFill>
                  <a:srgbClr val="FFFFFF"/>
                </a:solidFill>
                <a:effectLst/>
                <a:uLnTx/>
                <a:uFillTx/>
                <a:latin typeface="Amazon Ember Display"/>
                <a:ea typeface="+mj-ea"/>
                <a:cs typeface="+mj-cs"/>
              </a:defRPr>
            </a:lvl1pPr>
          </a:lstStyle>
          <a:p>
            <a:pPr marL="228600" marR="0" lvl="0" indent="-228600" algn="l" defTabSz="914400" rtl="0" eaLnBrk="1" fontAlgn="auto" latinLnBrk="0" hangingPunct="1">
              <a:lnSpc>
                <a:spcPts val="6000"/>
              </a:lnSpc>
              <a:spcBef>
                <a:spcPct val="0"/>
              </a:spcBef>
              <a:spcAft>
                <a:spcPts val="0"/>
              </a:spcAft>
              <a:buClrTx/>
              <a:buSzTx/>
              <a:buFontTx/>
              <a:buNone/>
              <a:defRPr/>
            </a:pPr>
            <a:r>
              <a:rPr lang="en-US" b="0" dirty="0">
                <a:solidFill>
                  <a:srgbClr val="FFFFFF"/>
                </a:solidFill>
                <a:latin typeface="Amazon Ember Display"/>
              </a:rPr>
              <a:t>“Quote goes here.”</a:t>
            </a:r>
          </a:p>
        </p:txBody>
      </p:sp>
      <p:sp>
        <p:nvSpPr>
          <p:cNvPr id="26" name="Text Placeholder 21">
            <a:extLst>
              <a:ext uri="{FF2B5EF4-FFF2-40B4-BE49-F238E27FC236}">
                <a16:creationId xmlns:a16="http://schemas.microsoft.com/office/drawing/2014/main" id="{DB5B5569-531C-AC09-1F4D-AD5BB92DBC21}"/>
              </a:ext>
            </a:extLst>
          </p:cNvPr>
          <p:cNvSpPr>
            <a:spLocks noGrp="1"/>
          </p:cNvSpPr>
          <p:nvPr>
            <p:ph type="body" sz="quarter" idx="12" hasCustomPrompt="1"/>
          </p:nvPr>
        </p:nvSpPr>
        <p:spPr>
          <a:xfrm>
            <a:off x="485394" y="5151427"/>
            <a:ext cx="3336188" cy="744230"/>
          </a:xfrm>
          <a:prstGeom prst="rect">
            <a:avLst/>
          </a:prstGeom>
        </p:spPr>
        <p:txBody>
          <a:bodyPr/>
          <a:lstStyle>
            <a:lvl1pPr marL="0" indent="0">
              <a:buNone/>
              <a:defRPr kumimoji="0" lang="en-US" sz="1600" b="0" i="0" u="none" strike="noStrike" kern="1200" cap="none" spc="0" normalizeH="0" baseline="0" dirty="0">
                <a:ln>
                  <a:noFill/>
                </a:ln>
                <a:solidFill>
                  <a:srgbClr val="FFFFFF"/>
                </a:solidFill>
                <a:effectLst/>
                <a:uLnTx/>
                <a:uFillTx/>
                <a:latin typeface="Amazon Ember Display"/>
                <a:ea typeface="+mn-ea"/>
                <a:cs typeface="+mn-cs"/>
              </a:defRPr>
            </a:lvl1pPr>
          </a:lstStyle>
          <a:p>
            <a:pPr lvl="0"/>
            <a:r>
              <a:rPr lang="en-US" dirty="0"/>
              <a:t>Author</a:t>
            </a:r>
          </a:p>
          <a:p>
            <a:pPr lvl="0"/>
            <a:r>
              <a:rPr lang="en-US" dirty="0"/>
              <a:t>Source</a:t>
            </a:r>
          </a:p>
        </p:txBody>
      </p:sp>
    </p:spTree>
    <p:extLst>
      <p:ext uri="{BB962C8B-B14F-4D97-AF65-F5344CB8AC3E}">
        <p14:creationId xmlns:p14="http://schemas.microsoft.com/office/powerpoint/2010/main" val="1340021334"/>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hank you_1">
    <p:spTree>
      <p:nvGrpSpPr>
        <p:cNvPr id="1" name=""/>
        <p:cNvGrpSpPr/>
        <p:nvPr/>
      </p:nvGrpSpPr>
      <p:grpSpPr>
        <a:xfrm>
          <a:off x="0" y="0"/>
          <a:ext cx="0" cy="0"/>
          <a:chOff x="0" y="0"/>
          <a:chExt cx="0" cy="0"/>
        </a:xfrm>
      </p:grpSpPr>
      <p:pic>
        <p:nvPicPr>
          <p:cNvPr id="10" name="Picture 9" descr="A purple and blue background&#10;&#10;AI-generated content may be incorrect.">
            <a:extLst>
              <a:ext uri="{FF2B5EF4-FFF2-40B4-BE49-F238E27FC236}">
                <a16:creationId xmlns:a16="http://schemas.microsoft.com/office/drawing/2014/main" id="{655FC996-A5B8-5013-E799-734F0CE537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5" name="Rectangle 4">
            <a:extLst>
              <a:ext uri="{FF2B5EF4-FFF2-40B4-BE49-F238E27FC236}">
                <a16:creationId xmlns:a16="http://schemas.microsoft.com/office/drawing/2014/main" id="{6930E374-E43A-7817-56ED-620244F03D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TextBox 5">
            <a:extLst>
              <a:ext uri="{FF2B5EF4-FFF2-40B4-BE49-F238E27FC236}">
                <a16:creationId xmlns:a16="http://schemas.microsoft.com/office/drawing/2014/main" id="{25D28670-6BD7-6EDA-1F7A-A1CDEFB809E2}"/>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566954288"/>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hank you_2">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537277"/>
            <a:ext cx="835752" cy="499786"/>
          </a:xfrm>
          <a:prstGeom prst="rect">
            <a:avLst/>
          </a:prstGeom>
        </p:spPr>
      </p:pic>
      <p:sp>
        <p:nvSpPr>
          <p:cNvPr id="2" name="Text Placeholder 21">
            <a:extLst>
              <a:ext uri="{FF2B5EF4-FFF2-40B4-BE49-F238E27FC236}">
                <a16:creationId xmlns:a16="http://schemas.microsoft.com/office/drawing/2014/main" id="{BD798EA0-85C0-1EE6-826D-0B9CC385B0AD}"/>
              </a:ext>
            </a:extLst>
          </p:cNvPr>
          <p:cNvSpPr>
            <a:spLocks noGrp="1"/>
          </p:cNvSpPr>
          <p:nvPr>
            <p:ph type="body" sz="quarter" idx="11" hasCustomPrompt="1"/>
          </p:nvPr>
        </p:nvSpPr>
        <p:spPr>
          <a:xfrm>
            <a:off x="486616"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CB32FC0C-8C3E-EC9A-E2FA-6EE909E76F37}"/>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1ED149B1-2D95-35AC-CEBC-88E8E42F7571}"/>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2217168867"/>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hank you_3">
    <p:spTree>
      <p:nvGrpSpPr>
        <p:cNvPr id="1" name=""/>
        <p:cNvGrpSpPr/>
        <p:nvPr/>
      </p:nvGrpSpPr>
      <p:grpSpPr>
        <a:xfrm>
          <a:off x="0" y="0"/>
          <a:ext cx="0" cy="0"/>
          <a:chOff x="0" y="0"/>
          <a:chExt cx="0" cy="0"/>
        </a:xfrm>
      </p:grpSpPr>
      <p:pic>
        <p:nvPicPr>
          <p:cNvPr id="12" name="Picture 11" descr="A purple and blue background&#10;&#10;AI-generated content may be incorrect.">
            <a:extLst>
              <a:ext uri="{FF2B5EF4-FFF2-40B4-BE49-F238E27FC236}">
                <a16:creationId xmlns:a16="http://schemas.microsoft.com/office/drawing/2014/main" id="{56BF139E-A371-BD33-4544-690E251016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 b="4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9" name="Rectangle 8">
            <a:extLst>
              <a:ext uri="{FF2B5EF4-FFF2-40B4-BE49-F238E27FC236}">
                <a16:creationId xmlns:a16="http://schemas.microsoft.com/office/drawing/2014/main" id="{BF665193-C876-5B9E-E3ED-F7303F605376}"/>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10" name="TextBox 9">
            <a:extLst>
              <a:ext uri="{FF2B5EF4-FFF2-40B4-BE49-F238E27FC236}">
                <a16:creationId xmlns:a16="http://schemas.microsoft.com/office/drawing/2014/main" id="{33AF1947-BEFA-E116-B659-78B6A2F46848}"/>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238534971"/>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hank you_4">
    <p:spTree>
      <p:nvGrpSpPr>
        <p:cNvPr id="1" name=""/>
        <p:cNvGrpSpPr/>
        <p:nvPr/>
      </p:nvGrpSpPr>
      <p:grpSpPr>
        <a:xfrm>
          <a:off x="0" y="0"/>
          <a:ext cx="0" cy="0"/>
          <a:chOff x="0" y="0"/>
          <a:chExt cx="0" cy="0"/>
        </a:xfrm>
      </p:grpSpPr>
      <p:pic>
        <p:nvPicPr>
          <p:cNvPr id="6" name="Picture 5" descr="A blue and purple gradient&#10;&#10;AI-generated content may be incorrect.">
            <a:extLst>
              <a:ext uri="{FF2B5EF4-FFF2-40B4-BE49-F238E27FC236}">
                <a16:creationId xmlns:a16="http://schemas.microsoft.com/office/drawing/2014/main" id="{3C74F4B5-7B97-C5CE-660D-4D9D91BF8D6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 b="91"/>
          <a:stretch>
            <a:fillRect/>
          </a:stretch>
        </p:blipFill>
        <p:spPr>
          <a:xfrm>
            <a:off x="0" y="0"/>
            <a:ext cx="12192000" cy="6858000"/>
          </a:xfrm>
          <a:prstGeom prst="rect">
            <a:avLst/>
          </a:prstGeom>
        </p:spPr>
      </p:pic>
      <p:pic>
        <p:nvPicPr>
          <p:cNvPr id="20" name="Graphic 19">
            <a:extLst>
              <a:ext uri="{FF2B5EF4-FFF2-40B4-BE49-F238E27FC236}">
                <a16:creationId xmlns:a16="http://schemas.microsoft.com/office/drawing/2014/main" id="{18CDCB7D-71A3-ED22-9536-F14DE094E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159" y="537277"/>
            <a:ext cx="835752" cy="499786"/>
          </a:xfrm>
          <a:prstGeom prst="rect">
            <a:avLst/>
          </a:prstGeom>
        </p:spPr>
      </p:pic>
      <p:sp>
        <p:nvSpPr>
          <p:cNvPr id="24" name="Text Placeholder 21">
            <a:extLst>
              <a:ext uri="{FF2B5EF4-FFF2-40B4-BE49-F238E27FC236}">
                <a16:creationId xmlns:a16="http://schemas.microsoft.com/office/drawing/2014/main" id="{4EB6E3B8-E9BA-E14B-C774-675B2E513DB6}"/>
              </a:ext>
            </a:extLst>
          </p:cNvPr>
          <p:cNvSpPr>
            <a:spLocks noGrp="1"/>
          </p:cNvSpPr>
          <p:nvPr>
            <p:ph type="body" sz="quarter" idx="11" hasCustomPrompt="1"/>
          </p:nvPr>
        </p:nvSpPr>
        <p:spPr>
          <a:xfrm>
            <a:off x="472764" y="2732404"/>
            <a:ext cx="5484691" cy="1393191"/>
          </a:xfrm>
          <a:prstGeom prst="rect">
            <a:avLst/>
          </a:prstGeom>
        </p:spPr>
        <p:txBody>
          <a:bodyPr/>
          <a:lstStyle>
            <a:lvl1pPr marL="0" indent="0">
              <a:buNone/>
              <a:defRPr kumimoji="0" lang="en-US" sz="6000" b="0" i="0" u="none" strike="noStrike" kern="1200" cap="none" spc="0" normalizeH="0" baseline="0" dirty="0">
                <a:ln>
                  <a:noFill/>
                </a:ln>
                <a:solidFill>
                  <a:srgbClr val="FFFFFF"/>
                </a:solidFill>
                <a:effectLst/>
                <a:uLnTx/>
                <a:uFillTx/>
                <a:latin typeface="Amazon Ember Display"/>
                <a:ea typeface="+mj-ea"/>
                <a:cs typeface="+mj-cs"/>
              </a:defRPr>
            </a:lvl1pPr>
          </a:lstStyle>
          <a:p>
            <a:pPr lvl="0"/>
            <a:r>
              <a:rPr lang="en-US" dirty="0"/>
              <a:t>Thank you</a:t>
            </a:r>
          </a:p>
        </p:txBody>
      </p:sp>
      <p:sp>
        <p:nvSpPr>
          <p:cNvPr id="8" name="Rectangle 7">
            <a:extLst>
              <a:ext uri="{FF2B5EF4-FFF2-40B4-BE49-F238E27FC236}">
                <a16:creationId xmlns:a16="http://schemas.microsoft.com/office/drawing/2014/main" id="{FA0364CA-33E8-6BA8-69BF-4B4F35C5EEB2}"/>
              </a:ext>
            </a:extLst>
          </p:cNvPr>
          <p:cNvSpPr/>
          <p:nvPr userDrawn="1"/>
        </p:nvSpPr>
        <p:spPr>
          <a:xfrm>
            <a:off x="8501438" y="5669248"/>
            <a:ext cx="3692325" cy="832859"/>
          </a:xfrm>
          <a:prstGeom prst="rect">
            <a:avLst/>
          </a:prstGeom>
          <a:gradFill flip="none" rotWithShape="1">
            <a:gsLst>
              <a:gs pos="100000">
                <a:srgbClr val="002060">
                  <a:alpha val="56338"/>
                </a:srgbClr>
              </a:gs>
              <a:gs pos="17000">
                <a:srgbClr val="002060"/>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6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9" name="TextBox 8">
            <a:extLst>
              <a:ext uri="{FF2B5EF4-FFF2-40B4-BE49-F238E27FC236}">
                <a16:creationId xmlns:a16="http://schemas.microsoft.com/office/drawing/2014/main" id="{6A72C134-7120-C362-31B3-9F9E993EE4C4}"/>
              </a:ext>
            </a:extLst>
          </p:cNvPr>
          <p:cNvSpPr txBox="1"/>
          <p:nvPr userDrawn="1"/>
        </p:nvSpPr>
        <p:spPr>
          <a:xfrm>
            <a:off x="8583533" y="5688645"/>
            <a:ext cx="3692325" cy="794064"/>
          </a:xfrm>
          <a:prstGeom prst="rect">
            <a:avLst/>
          </a:prstGeom>
          <a:noFill/>
        </p:spPr>
        <p:txBody>
          <a:bodyPr wrap="square" lIns="182880" tIns="146304" rIns="182880" bIns="146304" rtlCol="0">
            <a:spAutoFit/>
          </a:bodyPr>
          <a:lstStyle/>
          <a:p>
            <a:pPr algn="l">
              <a:lnSpc>
                <a:spcPct val="90000"/>
              </a:lnSpc>
              <a:spcAft>
                <a:spcPts val="1800"/>
              </a:spcAft>
            </a:pPr>
            <a:r>
              <a:rPr lang="en-US" sz="18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800" b="0" u="none"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spTree>
    <p:extLst>
      <p:ext uri="{BB962C8B-B14F-4D97-AF65-F5344CB8AC3E}">
        <p14:creationId xmlns:p14="http://schemas.microsoft.com/office/powerpoint/2010/main" val="152840285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image" Target="../media/image14.svg"/><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slideLayout" Target="../slideLayouts/slideLayout7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theme" Target="../theme/theme2.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8" Type="http://schemas.openxmlformats.org/officeDocument/2006/relationships/slideLayout" Target="../slideLayouts/slideLayout57.xml"/><Relationship Id="rId3"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image" Target="../media/image14.svg"/><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slideLayout" Target="../slideLayouts/slideLayout105.xml"/><Relationship Id="rId29" Type="http://schemas.openxmlformats.org/officeDocument/2006/relationships/slideLayout" Target="../slideLayouts/slideLayout114.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theme" Target="../theme/theme3.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8" Type="http://schemas.openxmlformats.org/officeDocument/2006/relationships/slideLayout" Target="../slideLayouts/slideLayout93.xml"/><Relationship Id="rId3" Type="http://schemas.openxmlformats.org/officeDocument/2006/relationships/slideLayout" Target="../slideLayouts/slideLayout88.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4.xml"/><Relationship Id="rId18" Type="http://schemas.openxmlformats.org/officeDocument/2006/relationships/slideLayout" Target="../slideLayouts/slideLayout139.xml"/><Relationship Id="rId26" Type="http://schemas.openxmlformats.org/officeDocument/2006/relationships/slideLayout" Target="../slideLayouts/slideLayout147.xml"/><Relationship Id="rId3" Type="http://schemas.openxmlformats.org/officeDocument/2006/relationships/slideLayout" Target="../slideLayouts/slideLayout124.xml"/><Relationship Id="rId21" Type="http://schemas.openxmlformats.org/officeDocument/2006/relationships/slideLayout" Target="../slideLayouts/slideLayout142.xml"/><Relationship Id="rId34" Type="http://schemas.openxmlformats.org/officeDocument/2006/relationships/slideLayout" Target="../slideLayouts/slideLayout155.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5" Type="http://schemas.openxmlformats.org/officeDocument/2006/relationships/slideLayout" Target="../slideLayouts/slideLayout146.xml"/><Relationship Id="rId33" Type="http://schemas.openxmlformats.org/officeDocument/2006/relationships/slideLayout" Target="../slideLayouts/slideLayout154.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20" Type="http://schemas.openxmlformats.org/officeDocument/2006/relationships/slideLayout" Target="../slideLayouts/slideLayout141.xml"/><Relationship Id="rId29" Type="http://schemas.openxmlformats.org/officeDocument/2006/relationships/slideLayout" Target="../slideLayouts/slideLayout150.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24" Type="http://schemas.openxmlformats.org/officeDocument/2006/relationships/slideLayout" Target="../slideLayouts/slideLayout145.xml"/><Relationship Id="rId32" Type="http://schemas.openxmlformats.org/officeDocument/2006/relationships/slideLayout" Target="../slideLayouts/slideLayout153.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23" Type="http://schemas.openxmlformats.org/officeDocument/2006/relationships/slideLayout" Target="../slideLayouts/slideLayout144.xml"/><Relationship Id="rId28" Type="http://schemas.openxmlformats.org/officeDocument/2006/relationships/slideLayout" Target="../slideLayouts/slideLayout149.xml"/><Relationship Id="rId36" Type="http://schemas.openxmlformats.org/officeDocument/2006/relationships/image" Target="../media/image14.svg"/><Relationship Id="rId10" Type="http://schemas.openxmlformats.org/officeDocument/2006/relationships/slideLayout" Target="../slideLayouts/slideLayout131.xml"/><Relationship Id="rId19" Type="http://schemas.openxmlformats.org/officeDocument/2006/relationships/slideLayout" Target="../slideLayouts/slideLayout140.xml"/><Relationship Id="rId31" Type="http://schemas.openxmlformats.org/officeDocument/2006/relationships/slideLayout" Target="../slideLayouts/slideLayout152.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 Id="rId22" Type="http://schemas.openxmlformats.org/officeDocument/2006/relationships/slideLayout" Target="../slideLayouts/slideLayout143.xml"/><Relationship Id="rId27" Type="http://schemas.openxmlformats.org/officeDocument/2006/relationships/slideLayout" Target="../slideLayouts/slideLayout148.xml"/><Relationship Id="rId30" Type="http://schemas.openxmlformats.org/officeDocument/2006/relationships/slideLayout" Target="../slideLayouts/slideLayout151.xml"/><Relationship Id="rId35" Type="http://schemas.openxmlformats.org/officeDocument/2006/relationships/theme" Target="../theme/theme4.xml"/><Relationship Id="rId8" Type="http://schemas.openxmlformats.org/officeDocument/2006/relationships/slideLayout" Target="../slideLayouts/slideLayout12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5.xml"/><Relationship Id="rId1" Type="http://schemas.openxmlformats.org/officeDocument/2006/relationships/slideLayout" Target="../slideLayouts/slideLayout156.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69.xml"/><Relationship Id="rId18" Type="http://schemas.openxmlformats.org/officeDocument/2006/relationships/slideLayout" Target="../slideLayouts/slideLayout174.xml"/><Relationship Id="rId26" Type="http://schemas.openxmlformats.org/officeDocument/2006/relationships/slideLayout" Target="../slideLayouts/slideLayout182.xml"/><Relationship Id="rId39" Type="http://schemas.openxmlformats.org/officeDocument/2006/relationships/slideLayout" Target="../slideLayouts/slideLayout195.xml"/><Relationship Id="rId21" Type="http://schemas.openxmlformats.org/officeDocument/2006/relationships/slideLayout" Target="../slideLayouts/slideLayout177.xml"/><Relationship Id="rId34" Type="http://schemas.openxmlformats.org/officeDocument/2006/relationships/slideLayout" Target="../slideLayouts/slideLayout190.xml"/><Relationship Id="rId42" Type="http://schemas.openxmlformats.org/officeDocument/2006/relationships/slideLayout" Target="../slideLayouts/slideLayout198.xml"/><Relationship Id="rId47" Type="http://schemas.openxmlformats.org/officeDocument/2006/relationships/image" Target="../media/image30.svg"/><Relationship Id="rId7" Type="http://schemas.openxmlformats.org/officeDocument/2006/relationships/slideLayout" Target="../slideLayouts/slideLayout163.xml"/><Relationship Id="rId2" Type="http://schemas.openxmlformats.org/officeDocument/2006/relationships/slideLayout" Target="../slideLayouts/slideLayout158.xml"/><Relationship Id="rId16" Type="http://schemas.openxmlformats.org/officeDocument/2006/relationships/slideLayout" Target="../slideLayouts/slideLayout172.xml"/><Relationship Id="rId29" Type="http://schemas.openxmlformats.org/officeDocument/2006/relationships/slideLayout" Target="../slideLayouts/slideLayout185.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24" Type="http://schemas.openxmlformats.org/officeDocument/2006/relationships/slideLayout" Target="../slideLayouts/slideLayout180.xml"/><Relationship Id="rId32" Type="http://schemas.openxmlformats.org/officeDocument/2006/relationships/slideLayout" Target="../slideLayouts/slideLayout188.xml"/><Relationship Id="rId37" Type="http://schemas.openxmlformats.org/officeDocument/2006/relationships/slideLayout" Target="../slideLayouts/slideLayout193.xml"/><Relationship Id="rId40" Type="http://schemas.openxmlformats.org/officeDocument/2006/relationships/slideLayout" Target="../slideLayouts/slideLayout196.xml"/><Relationship Id="rId45" Type="http://schemas.openxmlformats.org/officeDocument/2006/relationships/slideLayout" Target="../slideLayouts/slideLayout201.xml"/><Relationship Id="rId5" Type="http://schemas.openxmlformats.org/officeDocument/2006/relationships/slideLayout" Target="../slideLayouts/slideLayout161.xml"/><Relationship Id="rId15" Type="http://schemas.openxmlformats.org/officeDocument/2006/relationships/slideLayout" Target="../slideLayouts/slideLayout171.xml"/><Relationship Id="rId23" Type="http://schemas.openxmlformats.org/officeDocument/2006/relationships/slideLayout" Target="../slideLayouts/slideLayout179.xml"/><Relationship Id="rId28" Type="http://schemas.openxmlformats.org/officeDocument/2006/relationships/slideLayout" Target="../slideLayouts/slideLayout184.xml"/><Relationship Id="rId36" Type="http://schemas.openxmlformats.org/officeDocument/2006/relationships/slideLayout" Target="../slideLayouts/slideLayout192.xml"/><Relationship Id="rId10" Type="http://schemas.openxmlformats.org/officeDocument/2006/relationships/slideLayout" Target="../slideLayouts/slideLayout166.xml"/><Relationship Id="rId19" Type="http://schemas.openxmlformats.org/officeDocument/2006/relationships/slideLayout" Target="../slideLayouts/slideLayout175.xml"/><Relationship Id="rId31" Type="http://schemas.openxmlformats.org/officeDocument/2006/relationships/slideLayout" Target="../slideLayouts/slideLayout187.xml"/><Relationship Id="rId44" Type="http://schemas.openxmlformats.org/officeDocument/2006/relationships/slideLayout" Target="../slideLayouts/slideLayout200.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slideLayout" Target="../slideLayouts/slideLayout170.xml"/><Relationship Id="rId22" Type="http://schemas.openxmlformats.org/officeDocument/2006/relationships/slideLayout" Target="../slideLayouts/slideLayout178.xml"/><Relationship Id="rId27" Type="http://schemas.openxmlformats.org/officeDocument/2006/relationships/slideLayout" Target="../slideLayouts/slideLayout183.xml"/><Relationship Id="rId30" Type="http://schemas.openxmlformats.org/officeDocument/2006/relationships/slideLayout" Target="../slideLayouts/slideLayout186.xml"/><Relationship Id="rId35" Type="http://schemas.openxmlformats.org/officeDocument/2006/relationships/slideLayout" Target="../slideLayouts/slideLayout191.xml"/><Relationship Id="rId43" Type="http://schemas.openxmlformats.org/officeDocument/2006/relationships/slideLayout" Target="../slideLayouts/slideLayout199.xml"/><Relationship Id="rId8" Type="http://schemas.openxmlformats.org/officeDocument/2006/relationships/slideLayout" Target="../slideLayouts/slideLayout164.xml"/><Relationship Id="rId3" Type="http://schemas.openxmlformats.org/officeDocument/2006/relationships/slideLayout" Target="../slideLayouts/slideLayout159.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25" Type="http://schemas.openxmlformats.org/officeDocument/2006/relationships/slideLayout" Target="../slideLayouts/slideLayout181.xml"/><Relationship Id="rId33" Type="http://schemas.openxmlformats.org/officeDocument/2006/relationships/slideLayout" Target="../slideLayouts/slideLayout189.xml"/><Relationship Id="rId38" Type="http://schemas.openxmlformats.org/officeDocument/2006/relationships/slideLayout" Target="../slideLayouts/slideLayout194.xml"/><Relationship Id="rId46" Type="http://schemas.openxmlformats.org/officeDocument/2006/relationships/theme" Target="../theme/theme6.xml"/><Relationship Id="rId20" Type="http://schemas.openxmlformats.org/officeDocument/2006/relationships/slideLayout" Target="../slideLayouts/slideLayout176.xml"/><Relationship Id="rId41" Type="http://schemas.openxmlformats.org/officeDocument/2006/relationships/slideLayout" Target="../slideLayouts/slideLayout19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61D26"/>
        </a:solidFill>
        <a:effectLst/>
      </p:bgPr>
    </p:bg>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69B3CAFF-1CA6-3CBA-40FB-DEEA93D61B07}"/>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2" name="Graphic 11">
            <a:extLst>
              <a:ext uri="{FF2B5EF4-FFF2-40B4-BE49-F238E27FC236}">
                <a16:creationId xmlns:a16="http://schemas.microsoft.com/office/drawing/2014/main" id="{D9BDFD8A-A780-0055-AC09-1644B17404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571500" y="6428661"/>
            <a:ext cx="388818" cy="232516"/>
          </a:xfrm>
          <a:prstGeom prst="rect">
            <a:avLst/>
          </a:prstGeom>
        </p:spPr>
      </p:pic>
      <p:sp>
        <p:nvSpPr>
          <p:cNvPr id="2" name="Title Placeholder 1">
            <a:extLst>
              <a:ext uri="{FF2B5EF4-FFF2-40B4-BE49-F238E27FC236}">
                <a16:creationId xmlns:a16="http://schemas.microsoft.com/office/drawing/2014/main" id="{EED65DF7-30E0-78F2-607D-6878FF523A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AD13D553-8001-C131-E486-57ADBB1B1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a:extLst>
              <a:ext uri="{FF2B5EF4-FFF2-40B4-BE49-F238E27FC236}">
                <a16:creationId xmlns:a16="http://schemas.microsoft.com/office/drawing/2014/main" id="{75BCEF09-B41D-29D1-2EFF-7CF8521C5A35}"/>
              </a:ext>
            </a:extLst>
          </p:cNvPr>
          <p:cNvSpPr txBox="1"/>
          <p:nvPr userDrawn="1"/>
        </p:nvSpPr>
        <p:spPr>
          <a:xfrm>
            <a:off x="345688" y="1650380"/>
            <a:ext cx="0" cy="0"/>
          </a:xfrm>
          <a:prstGeom prst="rect">
            <a:avLst/>
          </a:prstGeom>
        </p:spPr>
        <p:txBody>
          <a:bodyPr vert="horz" wrap="none" lIns="91440" tIns="45720" rIns="91440" bIns="45720" rtlCol="0" anchor="ctr">
            <a:normAutofit fontScale="25000" lnSpcReduction="20000"/>
          </a:bodyPr>
          <a:lstStyle/>
          <a:p>
            <a:pPr marL="0" marR="0" indent="0" algn="l" defTabSz="914400" rtl="0" eaLnBrk="1" fontAlgn="auto" latinLnBrk="0" hangingPunct="1">
              <a:lnSpc>
                <a:spcPct val="90000"/>
              </a:lnSpc>
              <a:spcBef>
                <a:spcPct val="0"/>
              </a:spcBef>
              <a:spcAft>
                <a:spcPts val="0"/>
              </a:spcAft>
              <a:buClrTx/>
              <a:buSzTx/>
              <a:buFontTx/>
              <a:buNone/>
              <a:tabLst/>
            </a:pPr>
            <a:endParaRPr kumimoji="0" lang="en-US" sz="2000" b="0" i="0" u="none" strike="noStrike" kern="1200" cap="none" spc="0" normalizeH="0" baseline="0" noProof="0" dirty="0" err="1">
              <a:ln>
                <a:noFill/>
              </a:ln>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3957956032"/>
      </p:ext>
    </p:extLst>
  </p:cSld>
  <p:clrMap bg1="lt1" tx1="dk1" bg2="lt2" tx2="dk2" accent1="accent1" accent2="accent2" accent3="accent3" accent4="accent4" accent5="accent5" accent6="accent6" hlink="hlink" folHlink="folHlink"/>
  <p:sldLayoutIdLst>
    <p:sldLayoutId id="2147484114" r:id="rId1"/>
    <p:sldLayoutId id="2147483999" r:id="rId2"/>
    <p:sldLayoutId id="2147484029" r:id="rId3"/>
    <p:sldLayoutId id="2147484007" r:id="rId4"/>
    <p:sldLayoutId id="2147483648" r:id="rId5"/>
    <p:sldLayoutId id="2147484108" r:id="rId6"/>
    <p:sldLayoutId id="2147484000" r:id="rId7"/>
    <p:sldLayoutId id="2147484102" r:id="rId8"/>
    <p:sldLayoutId id="2147484107" r:id="rId9"/>
    <p:sldLayoutId id="2147483930" r:id="rId10"/>
    <p:sldLayoutId id="2147484008" r:id="rId11"/>
    <p:sldLayoutId id="2147484082" r:id="rId12"/>
    <p:sldLayoutId id="2147484106" r:id="rId13"/>
    <p:sldLayoutId id="2147484104" r:id="rId14"/>
    <p:sldLayoutId id="2147484083" r:id="rId15"/>
    <p:sldLayoutId id="2147484009" r:id="rId16"/>
    <p:sldLayoutId id="2147484020" r:id="rId17"/>
    <p:sldLayoutId id="2147484010" r:id="rId18"/>
    <p:sldLayoutId id="2147484011" r:id="rId19"/>
    <p:sldLayoutId id="2147484016" r:id="rId20"/>
    <p:sldLayoutId id="2147484084" r:id="rId21"/>
    <p:sldLayoutId id="2147484017" r:id="rId22"/>
    <p:sldLayoutId id="2147484018" r:id="rId23"/>
    <p:sldLayoutId id="2147484019" r:id="rId24"/>
    <p:sldLayoutId id="2147484012" r:id="rId25"/>
    <p:sldLayoutId id="2147484023" r:id="rId26"/>
    <p:sldLayoutId id="2147484100" r:id="rId27"/>
    <p:sldLayoutId id="2147484013" r:id="rId28"/>
    <p:sldLayoutId id="2147484027" r:id="rId29"/>
    <p:sldLayoutId id="2147484028" r:id="rId30"/>
    <p:sldLayoutId id="2147484024" r:id="rId31"/>
    <p:sldLayoutId id="2147484101" r:id="rId32"/>
    <p:sldLayoutId id="2147484014" r:id="rId33"/>
    <p:sldLayoutId id="2147484015" r:id="rId34"/>
    <p:sldLayoutId id="2147484021" r:id="rId35"/>
    <p:sldLayoutId id="2147484022" r:id="rId36"/>
    <p:sldLayoutId id="2147484113" r:id="rId37"/>
    <p:sldLayoutId id="2147484033" r:id="rId38"/>
    <p:sldLayoutId id="2147484109" r:id="rId39"/>
    <p:sldLayoutId id="2147484112" r:id="rId40"/>
    <p:sldLayoutId id="2147484110" r:id="rId41"/>
    <p:sldLayoutId id="2147484111" r:id="rId42"/>
    <p:sldLayoutId id="2147484077" r:id="rId43"/>
    <p:sldLayoutId id="2147484079" r:id="rId44"/>
    <p:sldLayoutId id="2147484081" r:id="rId45"/>
    <p:sldLayoutId id="2147484115" r:id="rId46"/>
    <p:sldLayoutId id="2147484116" r:id="rId47"/>
    <p:sldLayoutId id="2147484117" r:id="rId48"/>
    <p:sldLayoutId id="2147484118" r:id="rId49"/>
  </p:sldLayoutIdLst>
  <p:txStyles>
    <p:titleStyle>
      <a:lvl1pPr algn="l" defTabSz="914400" rtl="0" eaLnBrk="1" latinLnBrk="0" hangingPunct="1">
        <a:lnSpc>
          <a:spcPct val="90000"/>
        </a:lnSpc>
        <a:spcBef>
          <a:spcPct val="0"/>
        </a:spcBef>
        <a:buNone/>
        <a:defRPr sz="4400" b="0"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60">
          <p15:clr>
            <a:srgbClr val="F26B43"/>
          </p15:clr>
        </p15:guide>
        <p15:guide id="4" pos="7320">
          <p15:clr>
            <a:srgbClr val="F26B43"/>
          </p15:clr>
        </p15:guide>
        <p15:guide id="7" orient="horz" pos="360">
          <p15:clr>
            <a:srgbClr val="F26B43"/>
          </p15:clr>
        </p15:guide>
        <p15:guide id="8" orient="horz" pos="39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69B3CAFF-1CA6-3CBA-40FB-DEEA93D61B07}"/>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2" name="Graphic 11">
            <a:extLst>
              <a:ext uri="{FF2B5EF4-FFF2-40B4-BE49-F238E27FC236}">
                <a16:creationId xmlns:a16="http://schemas.microsoft.com/office/drawing/2014/main" id="{D9BDFD8A-A780-0055-AC09-1644B17404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3647489217"/>
      </p:ext>
    </p:extLst>
  </p:cSld>
  <p:clrMap bg1="lt1" tx1="dk1" bg2="lt2" tx2="dk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29" r:id="rId9"/>
    <p:sldLayoutId id="2147484130" r:id="rId10"/>
    <p:sldLayoutId id="2147484131" r:id="rId11"/>
    <p:sldLayoutId id="2147484132" r:id="rId12"/>
    <p:sldLayoutId id="2147484133" r:id="rId13"/>
    <p:sldLayoutId id="2147484134" r:id="rId14"/>
    <p:sldLayoutId id="2147484135" r:id="rId15"/>
    <p:sldLayoutId id="2147484136" r:id="rId16"/>
    <p:sldLayoutId id="2147484137" r:id="rId17"/>
    <p:sldLayoutId id="2147484138" r:id="rId18"/>
    <p:sldLayoutId id="2147484139" r:id="rId19"/>
    <p:sldLayoutId id="2147484140" r:id="rId20"/>
    <p:sldLayoutId id="2147484141" r:id="rId21"/>
    <p:sldLayoutId id="2147484142" r:id="rId22"/>
    <p:sldLayoutId id="2147484143" r:id="rId23"/>
    <p:sldLayoutId id="2147484144" r:id="rId24"/>
    <p:sldLayoutId id="2147484145" r:id="rId25"/>
    <p:sldLayoutId id="2147484146" r:id="rId26"/>
    <p:sldLayoutId id="2147484147" r:id="rId27"/>
    <p:sldLayoutId id="2147484148" r:id="rId28"/>
    <p:sldLayoutId id="2147484149" r:id="rId29"/>
    <p:sldLayoutId id="2147484150" r:id="rId30"/>
    <p:sldLayoutId id="2147484151" r:id="rId31"/>
    <p:sldLayoutId id="2147484152" r:id="rId32"/>
    <p:sldLayoutId id="2147484153" r:id="rId33"/>
    <p:sldLayoutId id="2147484154" r:id="rId34"/>
    <p:sldLayoutId id="2147484155" r:id="rId35"/>
    <p:sldLayoutId id="2147484156"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60">
          <p15:clr>
            <a:srgbClr val="F26B43"/>
          </p15:clr>
        </p15:guide>
        <p15:guide id="4" pos="7320">
          <p15:clr>
            <a:srgbClr val="F26B43"/>
          </p15:clr>
        </p15:guide>
        <p15:guide id="7" orient="horz" pos="360">
          <p15:clr>
            <a:srgbClr val="F26B43"/>
          </p15:clr>
        </p15:guide>
        <p15:guide id="8" orient="horz" pos="39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69B3CAFF-1CA6-3CBA-40FB-DEEA93D61B07}"/>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12" name="Graphic 11">
            <a:extLst>
              <a:ext uri="{FF2B5EF4-FFF2-40B4-BE49-F238E27FC236}">
                <a16:creationId xmlns:a16="http://schemas.microsoft.com/office/drawing/2014/main" id="{D9BDFD8A-A780-0055-AC09-1644B17404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2075702988"/>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5" r:id="rId18"/>
    <p:sldLayoutId id="2147484176" r:id="rId19"/>
    <p:sldLayoutId id="2147484177" r:id="rId20"/>
    <p:sldLayoutId id="2147484178" r:id="rId21"/>
    <p:sldLayoutId id="2147484179" r:id="rId22"/>
    <p:sldLayoutId id="2147484180" r:id="rId23"/>
    <p:sldLayoutId id="2147484181" r:id="rId24"/>
    <p:sldLayoutId id="2147484182" r:id="rId25"/>
    <p:sldLayoutId id="2147484183" r:id="rId26"/>
    <p:sldLayoutId id="2147484184" r:id="rId27"/>
    <p:sldLayoutId id="2147484185" r:id="rId28"/>
    <p:sldLayoutId id="2147484186" r:id="rId29"/>
    <p:sldLayoutId id="2147484187" r:id="rId30"/>
    <p:sldLayoutId id="2147484188" r:id="rId31"/>
    <p:sldLayoutId id="2147484189" r:id="rId32"/>
    <p:sldLayoutId id="2147484190" r:id="rId33"/>
    <p:sldLayoutId id="2147484191" r:id="rId34"/>
    <p:sldLayoutId id="2147484192" r:id="rId35"/>
    <p:sldLayoutId id="2147484193"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60">
          <p15:clr>
            <a:srgbClr val="F26B43"/>
          </p15:clr>
        </p15:guide>
        <p15:guide id="4" pos="7320">
          <p15:clr>
            <a:srgbClr val="F26B43"/>
          </p15:clr>
        </p15:guide>
        <p15:guide id="7" orient="horz" pos="360">
          <p15:clr>
            <a:srgbClr val="F26B43"/>
          </p15:clr>
        </p15:guide>
        <p15:guide id="8" orient="horz" pos="39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69B3CAFF-1CA6-3CBA-40FB-DEEA93D61B07}"/>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2" name="Graphic 11">
            <a:extLst>
              <a:ext uri="{FF2B5EF4-FFF2-40B4-BE49-F238E27FC236}">
                <a16:creationId xmlns:a16="http://schemas.microsoft.com/office/drawing/2014/main" id="{D9BDFD8A-A780-0055-AC09-1644B17404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550082834"/>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 id="2147484206" r:id="rId12"/>
    <p:sldLayoutId id="2147484207" r:id="rId13"/>
    <p:sldLayoutId id="2147484208" r:id="rId14"/>
    <p:sldLayoutId id="2147484209" r:id="rId15"/>
    <p:sldLayoutId id="2147484210" r:id="rId16"/>
    <p:sldLayoutId id="2147484211" r:id="rId17"/>
    <p:sldLayoutId id="2147484212" r:id="rId18"/>
    <p:sldLayoutId id="2147484213" r:id="rId19"/>
    <p:sldLayoutId id="2147484214" r:id="rId20"/>
    <p:sldLayoutId id="2147484215" r:id="rId21"/>
    <p:sldLayoutId id="2147484216" r:id="rId22"/>
    <p:sldLayoutId id="2147484217" r:id="rId23"/>
    <p:sldLayoutId id="2147484218" r:id="rId24"/>
    <p:sldLayoutId id="2147484219" r:id="rId25"/>
    <p:sldLayoutId id="2147484220" r:id="rId26"/>
    <p:sldLayoutId id="2147484221" r:id="rId27"/>
    <p:sldLayoutId id="2147484222" r:id="rId28"/>
    <p:sldLayoutId id="2147484223" r:id="rId29"/>
    <p:sldLayoutId id="2147484224" r:id="rId30"/>
    <p:sldLayoutId id="2147484225" r:id="rId31"/>
    <p:sldLayoutId id="2147484226" r:id="rId32"/>
    <p:sldLayoutId id="2147484227" r:id="rId33"/>
    <p:sldLayoutId id="2147484228"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60">
          <p15:clr>
            <a:srgbClr val="F26B43"/>
          </p15:clr>
        </p15:guide>
        <p15:guide id="4" pos="7320">
          <p15:clr>
            <a:srgbClr val="F26B43"/>
          </p15:clr>
        </p15:guide>
        <p15:guide id="7" orient="horz" pos="360">
          <p15:clr>
            <a:srgbClr val="F26B43"/>
          </p15:clr>
        </p15:guide>
        <p15:guide id="8" orient="horz" pos="39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69B3CAFF-1CA6-3CBA-40FB-DEEA93D61B07}"/>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2" name="Graphic 11">
            <a:extLst>
              <a:ext uri="{FF2B5EF4-FFF2-40B4-BE49-F238E27FC236}">
                <a16:creationId xmlns:a16="http://schemas.microsoft.com/office/drawing/2014/main" id="{D9BDFD8A-A780-0055-AC09-1644B17404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6428661"/>
            <a:ext cx="388818" cy="232516"/>
          </a:xfrm>
          <a:prstGeom prst="rect">
            <a:avLst/>
          </a:prstGeom>
        </p:spPr>
      </p:pic>
      <p:sp>
        <p:nvSpPr>
          <p:cNvPr id="2" name="Title Placeholder 1">
            <a:extLst>
              <a:ext uri="{FF2B5EF4-FFF2-40B4-BE49-F238E27FC236}">
                <a16:creationId xmlns:a16="http://schemas.microsoft.com/office/drawing/2014/main" id="{EED65DF7-30E0-78F2-607D-6878FF523A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AD13D553-8001-C131-E486-57ADBB1B1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a:extLst>
              <a:ext uri="{FF2B5EF4-FFF2-40B4-BE49-F238E27FC236}">
                <a16:creationId xmlns:a16="http://schemas.microsoft.com/office/drawing/2014/main" id="{75BCEF09-B41D-29D1-2EFF-7CF8521C5A35}"/>
              </a:ext>
            </a:extLst>
          </p:cNvPr>
          <p:cNvSpPr txBox="1"/>
          <p:nvPr userDrawn="1"/>
        </p:nvSpPr>
        <p:spPr>
          <a:xfrm>
            <a:off x="345688" y="1650380"/>
            <a:ext cx="0" cy="0"/>
          </a:xfrm>
          <a:prstGeom prst="rect">
            <a:avLst/>
          </a:prstGeom>
        </p:spPr>
        <p:txBody>
          <a:bodyPr vert="horz" wrap="none" lIns="91440" tIns="45720" rIns="91440" bIns="45720" rtlCol="0" anchor="ctr">
            <a:normAutofit fontScale="25000" lnSpcReduction="20000"/>
          </a:bodyPr>
          <a:lstStyle/>
          <a:p>
            <a:pPr marL="0" marR="0" indent="0" algn="l" defTabSz="914400" rtl="0" eaLnBrk="1" fontAlgn="auto" latinLnBrk="0" hangingPunct="1">
              <a:lnSpc>
                <a:spcPct val="90000"/>
              </a:lnSpc>
              <a:spcBef>
                <a:spcPct val="0"/>
              </a:spcBef>
              <a:spcAft>
                <a:spcPts val="0"/>
              </a:spcAft>
              <a:buClrTx/>
              <a:buSzTx/>
              <a:buFontTx/>
              <a:buNone/>
              <a:tabLst/>
            </a:pPr>
            <a:endParaRPr kumimoji="0" lang="en-US" sz="2000" b="0" i="0" u="none" strike="noStrike" kern="1200" cap="none" spc="0" normalizeH="0" baseline="0" noProof="0" dirty="0" err="1">
              <a:ln>
                <a:noFill/>
              </a:ln>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5" name="Slide Number Placeholder 5">
            <a:extLst>
              <a:ext uri="{FF2B5EF4-FFF2-40B4-BE49-F238E27FC236}">
                <a16:creationId xmlns:a16="http://schemas.microsoft.com/office/drawing/2014/main" id="{7ECEDE58-CF03-43F7-FF36-36C0E7873DDE}"/>
              </a:ext>
            </a:extLst>
          </p:cNvPr>
          <p:cNvSpPr txBox="1">
            <a:spLocks/>
          </p:cNvSpPr>
          <p:nvPr userDrawn="1"/>
        </p:nvSpPr>
        <p:spPr>
          <a:xfrm>
            <a:off x="11673401" y="6414811"/>
            <a:ext cx="274320" cy="274320"/>
          </a:xfrm>
          <a:prstGeom prst="rect">
            <a:avLst/>
          </a:prstGeom>
        </p:spPr>
        <p:txBody>
          <a:bodyPr vert="horz" lIns="0" tIns="0" rIns="0" bIns="0" rtlCol="0" anchor="ct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4B8DE2-A4E8-46E4-8BBF-D75455EFF32C}" type="slidenum">
              <a:rPr lang="en-US" b="0" i="0" smtClean="0">
                <a:solidFill>
                  <a:schemeClr val="bg1"/>
                </a:solidFill>
                <a:latin typeface="Amazon Ember Display" panose="020F0603020204020204" pitchFamily="34" charset="0"/>
              </a:rPr>
              <a:pPr/>
              <a:t>‹#›</a:t>
            </a:fld>
            <a:endParaRPr lang="en-US" b="0" i="0" dirty="0">
              <a:solidFill>
                <a:schemeClr val="bg1"/>
              </a:solidFill>
              <a:latin typeface="Amazon Ember Display" panose="020F0603020204020204" pitchFamily="34" charset="0"/>
            </a:endParaRPr>
          </a:p>
        </p:txBody>
      </p:sp>
    </p:spTree>
    <p:extLst>
      <p:ext uri="{BB962C8B-B14F-4D97-AF65-F5344CB8AC3E}">
        <p14:creationId xmlns:p14="http://schemas.microsoft.com/office/powerpoint/2010/main" val="4136533974"/>
      </p:ext>
    </p:extLst>
  </p:cSld>
  <p:clrMap bg1="lt1" tx1="dk1" bg2="lt2" tx2="dk2" accent1="accent1" accent2="accent2" accent3="accent3" accent4="accent4" accent5="accent5" accent6="accent6" hlink="hlink" folHlink="folHlink"/>
  <p:sldLayoutIdLst>
    <p:sldLayoutId id="2147484230" r:id="rId1"/>
  </p:sldLayoutIdLst>
  <p:hf hdr="0" ftr="0" dt="0"/>
  <p:txStyles>
    <p:titleStyle>
      <a:lvl1pPr algn="l" defTabSz="914400" rtl="0" eaLnBrk="1" latinLnBrk="0" hangingPunct="1">
        <a:lnSpc>
          <a:spcPct val="90000"/>
        </a:lnSpc>
        <a:spcBef>
          <a:spcPct val="0"/>
        </a:spcBef>
        <a:buNone/>
        <a:defRPr sz="4400" b="0" i="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60">
          <p15:clr>
            <a:srgbClr val="F26B43"/>
          </p15:clr>
        </p15:guide>
        <p15:guide id="4" pos="7320">
          <p15:clr>
            <a:srgbClr val="F26B43"/>
          </p15:clr>
        </p15:guide>
        <p15:guide id="7" orient="horz" pos="360">
          <p15:clr>
            <a:srgbClr val="F26B43"/>
          </p15:clr>
        </p15:guide>
        <p15:guide id="8" orient="horz" pos="39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1DBC7-A563-4787-896F-A8C55AC39541}"/>
              </a:ext>
            </a:extLst>
          </p:cNvPr>
          <p:cNvSpPr>
            <a:spLocks noGrp="1"/>
          </p:cNvSpPr>
          <p:nvPr>
            <p:ph type="title"/>
          </p:nvPr>
        </p:nvSpPr>
        <p:spPr>
          <a:xfrm>
            <a:off x="458909" y="657037"/>
            <a:ext cx="11582400" cy="638175"/>
          </a:xfrm>
          <a:prstGeom prst="rect">
            <a:avLst/>
          </a:prstGeom>
        </p:spPr>
        <p:txBody>
          <a:bodyPr vert="horz" lIns="0" tIns="45720" rIns="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8BD4A25B-ECC2-4D0E-BA51-828900AA1150}"/>
              </a:ext>
            </a:extLst>
          </p:cNvPr>
          <p:cNvSpPr>
            <a:spLocks noGrp="1"/>
          </p:cNvSpPr>
          <p:nvPr>
            <p:ph type="body" idx="1"/>
          </p:nvPr>
        </p:nvSpPr>
        <p:spPr>
          <a:xfrm>
            <a:off x="458910" y="1788049"/>
            <a:ext cx="11582400" cy="1938992"/>
          </a:xfrm>
          <a:prstGeom prst="rect">
            <a:avLst/>
          </a:prstGeom>
        </p:spPr>
        <p:txBody>
          <a:bodyPr vert="horz" lIns="0" tIns="45720" rIns="0" bIns="4572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3AAC10-7019-4712-85D0-4C900536A54E}"/>
              </a:ext>
            </a:extLst>
          </p:cNvPr>
          <p:cNvSpPr>
            <a:spLocks noGrp="1"/>
          </p:cNvSpPr>
          <p:nvPr>
            <p:ph type="dt" sz="half" idx="2"/>
          </p:nvPr>
        </p:nvSpPr>
        <p:spPr>
          <a:xfrm>
            <a:off x="838200" y="6965950"/>
            <a:ext cx="27432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fld id="{F66AEACD-8FDE-40BC-8286-930C357A13C7}" type="datetimeFigureOut">
              <a:rPr lang="en-US" smtClean="0"/>
              <a:pPr/>
              <a:t>5/31/26</a:t>
            </a:fld>
            <a:endParaRPr lang="en-US" dirty="0"/>
          </a:p>
        </p:txBody>
      </p:sp>
      <p:sp>
        <p:nvSpPr>
          <p:cNvPr id="5" name="Footer Placeholder 4">
            <a:extLst>
              <a:ext uri="{FF2B5EF4-FFF2-40B4-BE49-F238E27FC236}">
                <a16:creationId xmlns:a16="http://schemas.microsoft.com/office/drawing/2014/main" id="{5F5BB608-7507-49E6-A3EF-FCF70056BA5E}"/>
              </a:ext>
            </a:extLst>
          </p:cNvPr>
          <p:cNvSpPr>
            <a:spLocks noGrp="1"/>
          </p:cNvSpPr>
          <p:nvPr>
            <p:ph type="ftr" sz="quarter" idx="3"/>
          </p:nvPr>
        </p:nvSpPr>
        <p:spPr>
          <a:xfrm>
            <a:off x="4038600" y="69659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CCEABC0-4D9B-4F84-9C7F-2B0BE8033B97}"/>
              </a:ext>
            </a:extLst>
          </p:cNvPr>
          <p:cNvSpPr>
            <a:spLocks noGrp="1"/>
          </p:cNvSpPr>
          <p:nvPr>
            <p:ph type="sldNum" sz="quarter" idx="4"/>
          </p:nvPr>
        </p:nvSpPr>
        <p:spPr>
          <a:xfrm>
            <a:off x="8610600" y="6965950"/>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C503246-BBCE-4F0A-BCDC-08FC4C52637D}" type="slidenum">
              <a:rPr lang="en-US" smtClean="0"/>
              <a:pPr/>
              <a:t>‹#›</a:t>
            </a:fld>
            <a:endParaRPr lang="en-US" dirty="0"/>
          </a:p>
        </p:txBody>
      </p:sp>
      <p:sp>
        <p:nvSpPr>
          <p:cNvPr id="8" name="TextBox 3">
            <a:extLst>
              <a:ext uri="{FF2B5EF4-FFF2-40B4-BE49-F238E27FC236}">
                <a16:creationId xmlns:a16="http://schemas.microsoft.com/office/drawing/2014/main" id="{05D0962D-EB6C-B0A4-4655-9804E79CFA1A}"/>
              </a:ext>
            </a:extLst>
          </p:cNvPr>
          <p:cNvSpPr txBox="1">
            <a:spLocks noChangeArrowheads="1"/>
          </p:cNvSpPr>
          <p:nvPr userDrawn="1"/>
        </p:nvSpPr>
        <p:spPr bwMode="white">
          <a:xfrm>
            <a:off x="1368239"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1" name="Graphic 10">
            <a:extLst>
              <a:ext uri="{FF2B5EF4-FFF2-40B4-BE49-F238E27FC236}">
                <a16:creationId xmlns:a16="http://schemas.microsoft.com/office/drawing/2014/main" id="{EC0E2CCC-2C8F-6047-E720-18B59A00E2A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571500" y="6428661"/>
            <a:ext cx="388818" cy="232516"/>
          </a:xfrm>
          <a:prstGeom prst="rect">
            <a:avLst/>
          </a:prstGeom>
        </p:spPr>
      </p:pic>
    </p:spTree>
    <p:extLst>
      <p:ext uri="{BB962C8B-B14F-4D97-AF65-F5344CB8AC3E}">
        <p14:creationId xmlns:p14="http://schemas.microsoft.com/office/powerpoint/2010/main" val="3610756684"/>
      </p:ext>
    </p:extLst>
  </p:cSld>
  <p:clrMap bg1="dk1" tx1="lt1" bg2="dk2" tx2="lt2" accent1="accent1" accent2="accent2" accent3="accent3" accent4="accent4" accent5="accent5" accent6="accent6" hlink="hlink" folHlink="folHlink"/>
  <p:sldLayoutIdLst>
    <p:sldLayoutId id="2147484232" r:id="rId1"/>
    <p:sldLayoutId id="2147484233" r:id="rId2"/>
    <p:sldLayoutId id="2147484234" r:id="rId3"/>
    <p:sldLayoutId id="2147484235" r:id="rId4"/>
    <p:sldLayoutId id="2147484236" r:id="rId5"/>
    <p:sldLayoutId id="2147484237" r:id="rId6"/>
    <p:sldLayoutId id="2147484238" r:id="rId7"/>
    <p:sldLayoutId id="2147484239" r:id="rId8"/>
    <p:sldLayoutId id="2147484240" r:id="rId9"/>
    <p:sldLayoutId id="2147484241" r:id="rId10"/>
    <p:sldLayoutId id="2147484242" r:id="rId11"/>
    <p:sldLayoutId id="2147484243" r:id="rId12"/>
    <p:sldLayoutId id="2147484244" r:id="rId13"/>
    <p:sldLayoutId id="2147484245" r:id="rId14"/>
    <p:sldLayoutId id="2147484246" r:id="rId15"/>
    <p:sldLayoutId id="2147484247" r:id="rId16"/>
    <p:sldLayoutId id="2147484248" r:id="rId17"/>
    <p:sldLayoutId id="2147484249" r:id="rId18"/>
    <p:sldLayoutId id="2147484250" r:id="rId19"/>
    <p:sldLayoutId id="2147484251" r:id="rId20"/>
    <p:sldLayoutId id="2147484252" r:id="rId21"/>
    <p:sldLayoutId id="2147484253" r:id="rId22"/>
    <p:sldLayoutId id="2147484254" r:id="rId23"/>
    <p:sldLayoutId id="2147484255" r:id="rId24"/>
    <p:sldLayoutId id="2147484256" r:id="rId25"/>
    <p:sldLayoutId id="2147484257" r:id="rId26"/>
    <p:sldLayoutId id="2147484258" r:id="rId27"/>
    <p:sldLayoutId id="2147484259" r:id="rId28"/>
    <p:sldLayoutId id="2147484260" r:id="rId29"/>
    <p:sldLayoutId id="2147484261" r:id="rId30"/>
    <p:sldLayoutId id="2147484262" r:id="rId31"/>
    <p:sldLayoutId id="2147484263" r:id="rId32"/>
    <p:sldLayoutId id="2147484264" r:id="rId33"/>
    <p:sldLayoutId id="2147484265" r:id="rId34"/>
    <p:sldLayoutId id="2147484266" r:id="rId35"/>
    <p:sldLayoutId id="2147484267" r:id="rId36"/>
    <p:sldLayoutId id="2147484268" r:id="rId37"/>
    <p:sldLayoutId id="2147484269" r:id="rId38"/>
    <p:sldLayoutId id="2147484270" r:id="rId39"/>
    <p:sldLayoutId id="2147484271" r:id="rId40"/>
    <p:sldLayoutId id="2147484272" r:id="rId41"/>
    <p:sldLayoutId id="2147484273" r:id="rId42"/>
    <p:sldLayoutId id="2147484274" r:id="rId43"/>
    <p:sldLayoutId id="2147484275" r:id="rId44"/>
    <p:sldLayoutId id="2147484276" r:id="rId45"/>
  </p:sldLayoutIdLst>
  <p:transition>
    <p:fade/>
  </p:transition>
  <p:txStyles>
    <p:titleStyle>
      <a:lvl1pPr algn="l" defTabSz="914400" rtl="0" eaLnBrk="1" latinLnBrk="0" hangingPunct="1">
        <a:lnSpc>
          <a:spcPct val="90000"/>
        </a:lnSpc>
        <a:spcBef>
          <a:spcPct val="0"/>
        </a:spcBef>
        <a:buNone/>
        <a:defRPr sz="4000" b="0" kern="1200" spc="-1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92">
          <p15:clr>
            <a:srgbClr val="F26B43"/>
          </p15:clr>
        </p15:guide>
        <p15:guide id="4" orient="horz" pos="3912">
          <p15:clr>
            <a:srgbClr val="F26B43"/>
          </p15:clr>
        </p15:guide>
        <p15:guide id="5" pos="192">
          <p15:clr>
            <a:srgbClr val="F26B43"/>
          </p15:clr>
        </p15:guide>
        <p15:guide id="6" pos="7488">
          <p15:clr>
            <a:srgbClr val="F26B43"/>
          </p15:clr>
        </p15:guide>
        <p15:guide id="7" orient="horz" pos="936">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3.xml"/><Relationship Id="rIdReadinessNotes" Type="http://schemas.openxmlformats.org/officeDocument/2006/relationships/notesSlide" Target="../notesSlides/notesSlide100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48.xml"/><Relationship Id="rIdReadinessNotes" Type="http://schemas.openxmlformats.org/officeDocument/2006/relationships/notesSlide" Target="../notesSlides/notesSlide1002.xml"/></Relationships>
</file>

<file path=ppt/slides/_rels/slide3.xml.rels><?xml version="1.0" encoding="UTF-8"?><Relationships xmlns="http://schemas.openxmlformats.org/package/2006/relationships"><Relationship Id="rId3" Type="http://schemas.openxmlformats.org/officeDocument/2006/relationships/image" Target="../media/image31.png"/><Relationship Id="rId1" Type="http://schemas.openxmlformats.org/officeDocument/2006/relationships/slideLayout" Target="../slideLayouts/slideLayout69.xml"/><Relationship Id="rIdReadinessImage204" Type="http://schemas.openxmlformats.org/officeDocument/2006/relationships/image" Target="../media/readiness-3-concierge-final-laptop.png"/><Relationship Id="rIdReadinessNotes" Type="http://schemas.openxmlformats.org/officeDocument/2006/relationships/notesSlide" Target="../notesSlides/notesSlide100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10.xml"/><Relationship Id="rIdReadinessNotes" Type="http://schemas.openxmlformats.org/officeDocument/2006/relationships/notesSlide" Target="../notesSlides/notesSlide100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 Id="rIdReadinessNotes" Type="http://schemas.openxmlformats.org/officeDocument/2006/relationships/notesSlide" Target="../notesSlides/notesSlide1005.xml"/></Relationships>
</file>

<file path=ppt/slides/_rels/slide6.xml.rels><?xml version="1.0" encoding="UTF-8"?><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41.svg"/><Relationship Id="rId1" Type="http://schemas.openxmlformats.org/officeDocument/2006/relationships/slideLayout" Target="../slideLayouts/slideLayout48.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svg"/><Relationship Id="rId9" Type="http://schemas.openxmlformats.org/officeDocument/2006/relationships/image" Target="../media/image38.png"/><Relationship Id="rIdReadinessNotes" Type="http://schemas.openxmlformats.org/officeDocument/2006/relationships/notesSlide" Target="../notesSlides/notesSlide1006.xml"/></Relationships>
</file>

<file path=ppt/slides/_rels/slide19.xml.rels><?xml version="1.0" encoding="UTF-8"?><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2.svg"/><Relationship Id="rId7" Type="http://schemas.openxmlformats.org/officeDocument/2006/relationships/image" Target="../media/image35.svg"/><Relationship Id="rId1" Type="http://schemas.openxmlformats.org/officeDocument/2006/relationships/slideLayout" Target="../slideLayouts/slideLayout48.xml"/><Relationship Id="rId6" Type="http://schemas.openxmlformats.org/officeDocument/2006/relationships/image" Target="../media/image34.svg"/><Relationship Id="rId5" Type="http://schemas.openxmlformats.org/officeDocument/2006/relationships/image" Target="../media/image48.png"/><Relationship Id="rId10" Type="http://schemas.openxmlformats.org/officeDocument/2006/relationships/image" Target="../media/image55.png"/><Relationship Id="rId4" Type="http://schemas.openxmlformats.org/officeDocument/2006/relationships/image" Target="../media/image33.svg"/><Relationship Id="rId9" Type="http://schemas.openxmlformats.org/officeDocument/2006/relationships/image" Target="../media/image40.png"/><Relationship Id="rIdReadinessNotes" Type="http://schemas.openxmlformats.org/officeDocument/2006/relationships/notesSlide" Target="../notesSlides/notesSlide1019.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7.xml"/><Relationship Id="rIdReadinessNotes" Type="http://schemas.openxmlformats.org/officeDocument/2006/relationships/notesSlide" Target="../notesSlides/notesSlide10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48.xml"/><Relationship Id="rIdReadinessNotes" Type="http://schemas.openxmlformats.org/officeDocument/2006/relationships/notesSlide" Target="../notesSlides/notesSlide1022.xml"/></Relationships>
</file>

<file path=ppt/slides/_rels/slide23.xml.rels><?xml version="1.0" encoding="UTF-8"?><Relationships xmlns="http://schemas.openxmlformats.org/package/2006/relationships"><Relationship Id="rId3" Type="http://schemas.openxmlformats.org/officeDocument/2006/relationships/image" Target="../media/image32.svg"/><Relationship Id="rId1" Type="http://schemas.openxmlformats.org/officeDocument/2006/relationships/slideLayout" Target="../slideLayouts/slideLayout48.xml"/><Relationship Id="rId6" Type="http://schemas.openxmlformats.org/officeDocument/2006/relationships/image" Target="../media/image36.svg"/><Relationship Id="rId5" Type="http://schemas.openxmlformats.org/officeDocument/2006/relationships/image" Target="../media/image40.png"/><Relationship Id="rId4" Type="http://schemas.openxmlformats.org/officeDocument/2006/relationships/image" Target="../media/image33.svg"/><Relationship Id="rIdReadinessNotes" Type="http://schemas.openxmlformats.org/officeDocument/2006/relationships/notesSlide" Target="../notesSlides/notesSlide1023.xml"/></Relationships>
</file>

<file path=ppt/slides/_rels/slide24.xml.rels><?xml version="1.0" encoding="UTF-8"?><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57.png"/><Relationship Id="rId1" Type="http://schemas.openxmlformats.org/officeDocument/2006/relationships/slideLayout" Target="../slideLayouts/slideLayout146.xml"/><Relationship Id="rId6" Type="http://schemas.openxmlformats.org/officeDocument/2006/relationships/image" Target="../media/image36.svg"/><Relationship Id="rId5" Type="http://schemas.openxmlformats.org/officeDocument/2006/relationships/image" Target="../media/image56.png"/><Relationship Id="rId4" Type="http://schemas.openxmlformats.org/officeDocument/2006/relationships/image" Target="../media/image33.svg"/><Relationship Id="rIdReadinessNotes" Type="http://schemas.openxmlformats.org/officeDocument/2006/relationships/notesSlide" Target="../notesSlides/notesSlide10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49.xml"/><Relationship Id="rIdReadinessNotes" Type="http://schemas.openxmlformats.org/officeDocument/2006/relationships/notesSlide" Target="../notesSlides/notesSlide10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7.xml"/><Relationship Id="rIdReadinessNotes" Type="http://schemas.openxmlformats.org/officeDocument/2006/relationships/notesSlide" Target="../notesSlides/notesSlide1026.xml"/></Relationships>
</file>

<file path=ppt/slides/_rels/slide28.xml.rels><?xml version="1.0" encoding="UTF-8"?><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38.png"/><Relationship Id="rId18" Type="http://schemas.openxmlformats.org/officeDocument/2006/relationships/image" Target="../media/image63.svg"/><Relationship Id="rId3" Type="http://schemas.openxmlformats.org/officeDocument/2006/relationships/image" Target="../media/image32.svg"/><Relationship Id="rId21" Type="http://schemas.openxmlformats.org/officeDocument/2006/relationships/image" Target="../media/image66.svg"/><Relationship Id="rId7" Type="http://schemas.openxmlformats.org/officeDocument/2006/relationships/image" Target="../media/image35.svg"/><Relationship Id="rId12" Type="http://schemas.openxmlformats.org/officeDocument/2006/relationships/image" Target="../media/image61.png"/><Relationship Id="rId17" Type="http://schemas.openxmlformats.org/officeDocument/2006/relationships/image" Target="../media/image62.svg"/><Relationship Id="rId16" Type="http://schemas.openxmlformats.org/officeDocument/2006/relationships/image" Target="../media/image41.svg"/><Relationship Id="rId20" Type="http://schemas.openxmlformats.org/officeDocument/2006/relationships/image" Target="../media/image65.svg"/><Relationship Id="rId1" Type="http://schemas.openxmlformats.org/officeDocument/2006/relationships/slideLayout" Target="../slideLayouts/slideLayout48.xml"/><Relationship Id="rId6" Type="http://schemas.openxmlformats.org/officeDocument/2006/relationships/image" Target="../media/image48.png"/><Relationship Id="rId11" Type="http://schemas.openxmlformats.org/officeDocument/2006/relationships/image" Target="../media/image34.svg"/><Relationship Id="rId5" Type="http://schemas.openxmlformats.org/officeDocument/2006/relationships/image" Target="../media/image37.svg"/><Relationship Id="rId15" Type="http://schemas.openxmlformats.org/officeDocument/2006/relationships/image" Target="../media/image40.png"/><Relationship Id="rId10" Type="http://schemas.openxmlformats.org/officeDocument/2006/relationships/image" Target="../media/image60.png"/><Relationship Id="rId19" Type="http://schemas.openxmlformats.org/officeDocument/2006/relationships/image" Target="../media/image64.svg"/><Relationship Id="rId4" Type="http://schemas.openxmlformats.org/officeDocument/2006/relationships/image" Target="../media/image33.svg"/><Relationship Id="rId9" Type="http://schemas.openxmlformats.org/officeDocument/2006/relationships/image" Target="../media/image59.png"/><Relationship Id="rId14" Type="http://schemas.openxmlformats.org/officeDocument/2006/relationships/image" Target="../media/image39.png"/><Relationship Id="rId22" Type="http://schemas.openxmlformats.org/officeDocument/2006/relationships/image" Target="../media/image67.png"/><Relationship Id="rIdReadinessNotes" Type="http://schemas.openxmlformats.org/officeDocument/2006/relationships/notesSlide" Target="../notesSlides/notesSlide1028.xml"/></Relationships>
</file>

<file path=ppt/slides/_rels/slide29.xml.rels><?xml version="1.0" encoding="UTF-8"?><Relationships xmlns="http://schemas.openxmlformats.org/package/2006/relationships"><Relationship Id="rId3" Type="http://schemas.openxmlformats.org/officeDocument/2006/relationships/image" Target="../media/image34.svg"/><Relationship Id="rId1" Type="http://schemas.openxmlformats.org/officeDocument/2006/relationships/slideLayout" Target="../slideLayouts/slideLayout184.xml"/><Relationship Id="rId6" Type="http://schemas.openxmlformats.org/officeDocument/2006/relationships/image" Target="../media/image64.svg"/><Relationship Id="rId5" Type="http://schemas.openxmlformats.org/officeDocument/2006/relationships/image" Target="../media/image36.svg"/><Relationship Id="rId4" Type="http://schemas.openxmlformats.org/officeDocument/2006/relationships/image" Target="../media/image68.svg"/><Relationship Id="rIdReadinessNotes" Type="http://schemas.openxmlformats.org/officeDocument/2006/relationships/notesSlide" Target="../notesSlides/notesSlide10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48.xml"/><Relationship Id="rIdReadinessNotes" Type="http://schemas.openxmlformats.org/officeDocument/2006/relationships/notesSlide" Target="../notesSlides/notesSlide10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7.xml"/><Relationship Id="rIdReadinessNotes" Type="http://schemas.openxmlformats.org/officeDocument/2006/relationships/notesSlide" Target="../notesSlides/notesSlide1031.xml"/></Relationships>
</file>

<file path=ppt/slides/_rels/slide32.xml.rels><?xml version="1.0" encoding="UTF-8"?><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40.png"/><Relationship Id="rId7" Type="http://schemas.openxmlformats.org/officeDocument/2006/relationships/image" Target="../media/image72.png"/><Relationship Id="rId1" Type="http://schemas.openxmlformats.org/officeDocument/2006/relationships/slideLayout" Target="../slideLayouts/slideLayout48.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svg"/><Relationship Id="rIdReadinessNotes" Type="http://schemas.openxmlformats.org/officeDocument/2006/relationships/notesSlide" Target="../notesSlides/notesSlide1032.xml"/></Relationships>
</file>

<file path=ppt/slides/_rels/slide33.xml.rels><?xml version="1.0" encoding="UTF-8"?><Relationships xmlns="http://schemas.openxmlformats.org/package/2006/relationships"><Relationship Id="rId3" Type="http://schemas.openxmlformats.org/officeDocument/2006/relationships/image" Target="../media/image74.png"/><Relationship Id="rId1" Type="http://schemas.openxmlformats.org/officeDocument/2006/relationships/slideLayout" Target="../slideLayouts/slideLayout48.xml"/><Relationship Id="rIdReadinessNotes" Type="http://schemas.openxmlformats.org/officeDocument/2006/relationships/notesSlide" Target="../notesSlides/notesSlide10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7.xml"/><Relationship Id="rIdReadinessImage204" Type="http://schemas.openxmlformats.org/officeDocument/2006/relationships/image" Target="../media/readiness-34-recovery-resumed.png"/><Relationship Id="rIdReadinessNotes" Type="http://schemas.openxmlformats.org/officeDocument/2006/relationships/notesSlide" Target="../notesSlides/notesSlide1034.xml"/></Relationships>
</file>

<file path=ppt/slides/_rels/slide35.xml.rels><?xml version="1.0" encoding="UTF-8"?><Relationships xmlns="http://schemas.openxmlformats.org/package/2006/relationships"><Relationship Id="rId3" Type="http://schemas.openxmlformats.org/officeDocument/2006/relationships/image" Target="../media/image75.svg"/><Relationship Id="rId1" Type="http://schemas.openxmlformats.org/officeDocument/2006/relationships/slideLayout" Target="../slideLayouts/slideLayout47.xml"/><Relationship Id="rId5" Type="http://schemas.openxmlformats.org/officeDocument/2006/relationships/image" Target="../media/image77.svg"/><Relationship Id="rId4" Type="http://schemas.openxmlformats.org/officeDocument/2006/relationships/image" Target="../media/image76.svg"/><Relationship Id="rIdReadinessNotes" Type="http://schemas.openxmlformats.org/officeDocument/2006/relationships/notesSlide" Target="../notesSlides/notesSlide1035.xml"/></Relationships>
</file>

<file path=ppt/slides/_rels/slide37.xml.rels><?xml version="1.0" encoding="UTF-8"?><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9.xml"/><Relationship Id="rIdReadinessNotes" Type="http://schemas.openxmlformats.org/officeDocument/2006/relationships/notesSlide" Target="../notesSlides/notesSlide1037.xml"/></Relationships>
</file>

<file path=ppt/slides/_rels/slide38.xml.rels><?xml version="1.0" encoding="UTF-8"?><Relationships xmlns="http://schemas.openxmlformats.org/package/2006/relationships"><Relationship Id="rId8" Type="http://schemas.openxmlformats.org/officeDocument/2006/relationships/image" Target="../media/image86.svg"/><Relationship Id="rId13" Type="http://schemas.openxmlformats.org/officeDocument/2006/relationships/image" Target="../media/image91.png"/><Relationship Id="rId18" Type="http://schemas.openxmlformats.org/officeDocument/2006/relationships/image" Target="../media/image94.svg"/><Relationship Id="rId3" Type="http://schemas.openxmlformats.org/officeDocument/2006/relationships/image" Target="../media/image82.png"/><Relationship Id="rId7" Type="http://schemas.openxmlformats.org/officeDocument/2006/relationships/image" Target="../media/image85.svg"/><Relationship Id="rId12" Type="http://schemas.openxmlformats.org/officeDocument/2006/relationships/image" Target="../media/image90.svg"/><Relationship Id="rId17" Type="http://schemas.openxmlformats.org/officeDocument/2006/relationships/image" Target="../media/image93.svg"/><Relationship Id="rId16" Type="http://schemas.openxmlformats.org/officeDocument/2006/relationships/image" Target="../media/image39.png"/><Relationship Id="rId1" Type="http://schemas.openxmlformats.org/officeDocument/2006/relationships/slideLayout" Target="../slideLayouts/slideLayout48.xml"/><Relationship Id="rId6" Type="http://schemas.openxmlformats.org/officeDocument/2006/relationships/image" Target="../media/image84.svg"/><Relationship Id="rId11" Type="http://schemas.openxmlformats.org/officeDocument/2006/relationships/image" Target="../media/image89.svg"/><Relationship Id="rId5" Type="http://schemas.openxmlformats.org/officeDocument/2006/relationships/image" Target="../media/image83.png"/><Relationship Id="rId15" Type="http://schemas.openxmlformats.org/officeDocument/2006/relationships/image" Target="../media/image38.png"/><Relationship Id="rId10" Type="http://schemas.openxmlformats.org/officeDocument/2006/relationships/image" Target="../media/image88.svg"/><Relationship Id="rId19" Type="http://schemas.openxmlformats.org/officeDocument/2006/relationships/image" Target="../media/image95.svg"/><Relationship Id="rId4" Type="http://schemas.openxmlformats.org/officeDocument/2006/relationships/image" Target="../media/image59.png"/><Relationship Id="rId9" Type="http://schemas.openxmlformats.org/officeDocument/2006/relationships/image" Target="../media/image87.svg"/><Relationship Id="rId14" Type="http://schemas.openxmlformats.org/officeDocument/2006/relationships/image" Target="../media/image92.png"/><Relationship Id="rIdReadinessNotes" Type="http://schemas.openxmlformats.org/officeDocument/2006/relationships/notesSlide" Target="../notesSlides/notesSlide1038.xml"/></Relationships>
</file>

<file path=ppt/slides/_rels/slide40.xml.rels><?xml version="1.0" encoding="UTF-8"?><Relationships xmlns="http://schemas.openxmlformats.org/package/2006/relationships"><Relationship Id="rId3" Type="http://schemas.openxmlformats.org/officeDocument/2006/relationships/image" Target="../media/image66.svg"/><Relationship Id="rId1" Type="http://schemas.openxmlformats.org/officeDocument/2006/relationships/slideLayout" Target="../slideLayouts/slideLayout48.xml"/><Relationship Id="rId4" Type="http://schemas.openxmlformats.org/officeDocument/2006/relationships/image" Target="../media/image96.svg"/><Relationship Id="rIdReadinessNotes" Type="http://schemas.openxmlformats.org/officeDocument/2006/relationships/notesSlide" Target="../notesSlides/notesSlide1040.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48.xml"/><Relationship Id="rIdReadinessNotes" Type="http://schemas.openxmlformats.org/officeDocument/2006/relationships/notesSlide" Target="../notesSlides/notesSlide1043.xml"/></Relationships>
</file>

<file path=ppt/slides/slide1.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188FFB7-DA0F-43EC-F7D1-CFB1E5C4108C}"/>
              </a:ext>
            </a:extLst>
          </p:cNvPr>
          <p:cNvSpPr>
            <a:spLocks noGrp="1"/>
          </p:cNvSpPr>
          <p:nvPr>
            <p:ph type="title"/>
          </p:nvPr>
        </p:nvSpPr>
        <p:spPr/>
        <p:txBody>
          <a:bodyPr>
            <a:normAutofit fontScale="90000"/>
          </a:bodyPr>
          <a:lstStyle/>
          <a:p>
            <a:r>
              <a:rPr lang="en-US" dirty="0"/>
              <a:t>Build stateful agentic workflows with Aurora, MCP, and AgentCore</a:t>
            </a:r>
            <a:br>
              <a:rPr lang="en-US" dirty="0"/>
            </a:br>
            <a:endParaRPr lang="en-US" dirty="0"/>
          </a:p>
        </p:txBody>
      </p:sp>
      <p:sp>
        <p:nvSpPr>
          <p:cNvPr id="2" name="Text Placeholder 1">
            <a:extLst>
              <a:ext uri="{FF2B5EF4-FFF2-40B4-BE49-F238E27FC236}">
                <a16:creationId xmlns:a16="http://schemas.microsoft.com/office/drawing/2014/main" id="{4ABA56F4-7AD5-B17C-C7A6-F06968ED94C0}"/>
              </a:ext>
            </a:extLst>
          </p:cNvPr>
          <p:cNvSpPr>
            <a:spLocks noGrp="1"/>
          </p:cNvSpPr>
          <p:nvPr>
            <p:ph type="body" sz="quarter" idx="10"/>
          </p:nvPr>
        </p:nvSpPr>
        <p:spPr/>
        <p:txBody>
          <a:bodyPr>
            <a:normAutofit fontScale="92500" lnSpcReduction="10000"/>
          </a:bodyPr>
          <a:lstStyle/>
          <a:p>
            <a:r>
              <a:rPr lang="en-US" dirty="0"/>
              <a:t>re:Invent · L300</a:t>
            </a:r>
          </a:p>
          <a:p>
            <a:endParaRPr lang="en-US" dirty="0"/>
          </a:p>
        </p:txBody>
      </p:sp>
      <p:sp>
        <p:nvSpPr>
          <p:cNvPr id="3" name="Text Placeholder 2">
            <a:extLst>
              <a:ext uri="{FF2B5EF4-FFF2-40B4-BE49-F238E27FC236}">
                <a16:creationId xmlns:a16="http://schemas.microsoft.com/office/drawing/2014/main" id="{59D1A230-6EBF-3944-369E-A211DAAE7006}"/>
              </a:ext>
            </a:extLst>
          </p:cNvPr>
          <p:cNvSpPr>
            <a:spLocks noGrp="1"/>
          </p:cNvSpPr>
          <p:nvPr>
            <p:ph type="body" sz="quarter" idx="12"/>
          </p:nvPr>
        </p:nvSpPr>
        <p:spPr/>
        <p:txBody>
          <a:bodyPr/>
          <a:lstStyle/>
          <a:p>
            <a:r>
              <a:rPr lang="en-US" dirty="0"/>
              <a:t>Aditya Samant</a:t>
            </a:r>
          </a:p>
          <a:p>
            <a:endParaRPr lang="en-US" dirty="0"/>
          </a:p>
        </p:txBody>
      </p:sp>
      <p:sp>
        <p:nvSpPr>
          <p:cNvPr id="7" name="Text Placeholder 6">
            <a:extLst>
              <a:ext uri="{FF2B5EF4-FFF2-40B4-BE49-F238E27FC236}">
                <a16:creationId xmlns:a16="http://schemas.microsoft.com/office/drawing/2014/main" id="{FF08C812-9602-7DD1-04EF-6EBEE85603FF}"/>
              </a:ext>
            </a:extLst>
          </p:cNvPr>
          <p:cNvSpPr>
            <a:spLocks noGrp="1"/>
          </p:cNvSpPr>
          <p:nvPr>
            <p:ph type="body" sz="quarter" idx="13"/>
          </p:nvPr>
        </p:nvSpPr>
        <p:spPr/>
        <p:txBody>
          <a:bodyPr/>
          <a:lstStyle/>
          <a:p>
            <a:r>
              <a:rPr lang="en-US" dirty="0"/>
              <a:t>Principal DB Specialist Solutions Architect</a:t>
            </a:r>
          </a:p>
        </p:txBody>
      </p:sp>
      <p:sp>
        <p:nvSpPr>
          <p:cNvPr id="4" name="Text Placeholder 3">
            <a:extLst>
              <a:ext uri="{FF2B5EF4-FFF2-40B4-BE49-F238E27FC236}">
                <a16:creationId xmlns:a16="http://schemas.microsoft.com/office/drawing/2014/main" id="{F8B4040D-EADD-4148-2068-287CAA56E070}"/>
              </a:ext>
            </a:extLst>
          </p:cNvPr>
          <p:cNvSpPr>
            <a:spLocks noGrp="1"/>
          </p:cNvSpPr>
          <p:nvPr>
            <p:ph type="body" sz="quarter" idx="14"/>
          </p:nvPr>
        </p:nvSpPr>
        <p:spPr/>
        <p:txBody>
          <a:bodyPr/>
          <a:lstStyle/>
          <a:p>
            <a:r>
              <a:rPr lang="en-US" dirty="0"/>
              <a:t>Shayon Sanyal</a:t>
            </a:r>
            <a:endParaRPr dirty="0"/>
          </a:p>
          <a:p>
            <a:endParaRPr lang="en-US" dirty="0"/>
          </a:p>
        </p:txBody>
      </p:sp>
      <p:sp>
        <p:nvSpPr>
          <p:cNvPr id="8" name="Text Placeholder 7">
            <a:extLst>
              <a:ext uri="{FF2B5EF4-FFF2-40B4-BE49-F238E27FC236}">
                <a16:creationId xmlns:a16="http://schemas.microsoft.com/office/drawing/2014/main" id="{E927B3BC-E53F-D96F-CDD1-73583797DBDF}"/>
              </a:ext>
            </a:extLst>
          </p:cNvPr>
          <p:cNvSpPr>
            <a:spLocks noGrp="1"/>
          </p:cNvSpPr>
          <p:nvPr>
            <p:ph type="body" sz="quarter" idx="15"/>
          </p:nvPr>
        </p:nvSpPr>
        <p:spPr/>
        <p:txBody>
          <a:bodyPr/>
          <a:lstStyle/>
          <a:p>
            <a:r>
              <a:rPr lang="en-US" dirty="0"/>
              <a:t>Principal DB Specialist Solutions Architect</a:t>
            </a:r>
          </a:p>
        </p:txBody>
      </p:sp>
    </p:spTree>
    <p:extLst>
      <p:ext uri="{BB962C8B-B14F-4D97-AF65-F5344CB8AC3E}">
        <p14:creationId xmlns:p14="http://schemas.microsoft.com/office/powerpoint/2010/main" val="191334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01" name="Three questions organize the talk"/>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Three questions organize the talk</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IMPLEMENTED IN MERIDIAN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Who may act?"/>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Who may act?</a:t>
            </a:r>
            <a:endParaRPr lang="en-US" sz="2500"/>
          </a:p>
        </p:txBody>
      </p:sp>
      <p:sp>
        <p:nvSpPr>
          <p:cNvPr id="205" name="Browser access Workload-to-traveler grant Cedar before a tool runs"/>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Browser access</a:t>
            </a:r>
            <a:endParaRPr lang="en-US" sz="2200"/>
          </a:p>
          <a:p>
            <a:pPr marL="0" marR="0" indent="0">
              <a:lnSpc>
                <a:spcPct val="110000"/>
              </a:lnSpc>
              <a:spcAft>
                <a:spcPts val="900"/>
              </a:spcAft>
              <a:buNone/>
            </a:pPr>
            <a:r>
              <a:rPr lang="en-US" sz="2200" b="0">
                <a:solidFill>
                  <a:srgbClr val="FFFFFF"/>
                </a:solidFill>
                <a:latin typeface="Amazon Ember"/>
              </a:rPr>
              <a:t xml:space="preserve">Workload-to-traveler grant</a:t>
            </a:r>
            <a:endParaRPr lang="en-US" sz="2200"/>
          </a:p>
          <a:p>
            <a:pPr marL="0" marR="0" indent="0">
              <a:lnSpc>
                <a:spcPct val="110000"/>
              </a:lnSpc>
              <a:spcAft>
                <a:spcPts val="900"/>
              </a:spcAft>
              <a:buNone/>
            </a:pPr>
            <a:r>
              <a:rPr lang="en-US" sz="2200" b="0">
                <a:solidFill>
                  <a:srgbClr val="FFFFFF"/>
                </a:solidFill>
                <a:latin typeface="Amazon Ember"/>
              </a:rPr>
              <a:t xml:space="preserve">Cedar before a tool runs</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What must persist?"/>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What must persist?</a:t>
            </a:r>
            <a:endParaRPr lang="en-US" sz="2500"/>
          </a:p>
        </p:txBody>
      </p:sp>
      <p:sp>
        <p:nvSpPr>
          <p:cNvPr id="208" name="Traveler facts Conversation context Checkpoint + hold intent"/>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Traveler facts</a:t>
            </a:r>
            <a:endParaRPr lang="en-US" sz="2200"/>
          </a:p>
          <a:p>
            <a:pPr marL="0" marR="0" indent="0">
              <a:lnSpc>
                <a:spcPct val="110000"/>
              </a:lnSpc>
              <a:spcAft>
                <a:spcPts val="900"/>
              </a:spcAft>
              <a:buNone/>
            </a:pPr>
            <a:r>
              <a:rPr lang="en-US" sz="2200" b="0">
                <a:solidFill>
                  <a:srgbClr val="FFFFFF"/>
                </a:solidFill>
                <a:latin typeface="Amazon Ember"/>
              </a:rPr>
              <a:t xml:space="preserve">Conversation context</a:t>
            </a:r>
            <a:endParaRPr lang="en-US" sz="2200"/>
          </a:p>
          <a:p>
            <a:pPr marL="0" marR="0" indent="0">
              <a:lnSpc>
                <a:spcPct val="110000"/>
              </a:lnSpc>
              <a:spcAft>
                <a:spcPts val="900"/>
              </a:spcAft>
              <a:buNone/>
            </a:pPr>
            <a:r>
              <a:rPr lang="en-US" sz="2200" b="0">
                <a:solidFill>
                  <a:srgbClr val="FFFFFF"/>
                </a:solidFill>
                <a:latin typeface="Amazon Ember"/>
              </a:rPr>
              <a:t xml:space="preserve">Checkpoint + hold intent</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How do we prove it?"/>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How do we prove it?</a:t>
            </a:r>
            <a:endParaRPr lang="en-US" sz="2500"/>
          </a:p>
        </p:txBody>
      </p:sp>
      <p:sp>
        <p:nvSpPr>
          <p:cNvPr id="211" name="A new worker The same thread One persisted booking"/>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 new worker</a:t>
            </a:r>
            <a:endParaRPr lang="en-US" sz="2200"/>
          </a:p>
          <a:p>
            <a:pPr marL="0" marR="0" indent="0">
              <a:lnSpc>
                <a:spcPct val="110000"/>
              </a:lnSpc>
              <a:spcAft>
                <a:spcPts val="900"/>
              </a:spcAft>
              <a:buNone/>
            </a:pPr>
            <a:r>
              <a:rPr lang="en-US" sz="2200" b="0">
                <a:solidFill>
                  <a:srgbClr val="FFFFFF"/>
                </a:solidFill>
                <a:latin typeface="Amazon Ember"/>
              </a:rPr>
              <a:t xml:space="preserve">The same thread</a:t>
            </a:r>
            <a:endParaRPr lang="en-US" sz="2200"/>
          </a:p>
          <a:p>
            <a:pPr marL="0" marR="0" indent="0">
              <a:lnSpc>
                <a:spcPct val="110000"/>
              </a:lnSpc>
              <a:spcAft>
                <a:spcPts val="900"/>
              </a:spcAft>
              <a:buNone/>
            </a:pPr>
            <a:r>
              <a:rPr lang="en-US" sz="2200" b="0">
                <a:solidFill>
                  <a:srgbClr val="FFFFFF"/>
                </a:solidFill>
                <a:latin typeface="Amazon Ember"/>
              </a:rPr>
              <a:t xml:space="preserve">One persisted booking</a:t>
            </a:r>
            <a:endParaRPr lang="en-US" sz="2200"/>
          </a:p>
        </p:txBody>
      </p:sp>
    </p:spTree>
    <p:extLst>
      <p:ext uri="{BB962C8B-B14F-4D97-AF65-F5344CB8AC3E}">
        <p14:creationId xmlns:p14="http://schemas.microsoft.com/office/powerpoint/2010/main" val="338011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1">
  <p:cSld>
    <p:bg>
      <p:bgPr>
        <a:solidFill>
          <a:srgbClr val="161D26"/>
        </a:solidFill>
        <a:effectLst/>
      </p:bgPr>
    </p:bg>
    <p:spTree>
      <p:nvGrpSpPr>
        <p:cNvPr id="1" name="">
          <a:extLst>
            <a:ext uri="{FF2B5EF4-FFF2-40B4-BE49-F238E27FC236}">
              <a16:creationId xmlns:a16="http://schemas.microsoft.com/office/drawing/2014/main" id="{41DFDD82-7970-02FE-C4DD-31EA6499D9AB}"/>
            </a:ext>
          </a:extLst>
        </p:cNvPr>
        <p:cNvGrpSpPr/>
        <p:nvPr/>
      </p:nvGrpSpPr>
      <p:grpSpPr>
        <a:xfrm>
          <a:off x="0" y="0"/>
          <a:ext cx="0" cy="0"/>
          <a:chOff x="0" y="0"/>
          <a:chExt cx="0" cy="0"/>
        </a:xfrm>
      </p:grpSpPr>
      <p:sp>
        <p:nvSpPr>
          <p:cNvPr id="201" name="Alex needs a plan that can survive an interruption"/>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Alex needs a plan that can survive an interruption</a:t>
            </a:r>
            <a:endParaRPr lang="en-US" sz="3400"/>
          </a:p>
        </p:txBody>
      </p:sp>
      <p:sp>
        <p:nvSpPr>
          <p:cNvPr id="202" name="FICTIONAL TRAVEL SCENARIO · LIVE AWS IMPLEMENTATIO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FICTIONAL TRAVEL SCENARIO · LIVE AWS IMPLEMENTATION</a:t>
            </a:r>
            <a:endParaRPr lang="en-US" sz="1200"/>
          </a:p>
        </p:txBody>
      </p:sp>
      <p:sp>
        <p:nvSpPr>
          <p:cNvPr id="203" name="A canceled JFK-to-Tokyo trip. Saved preferences. A limited package hol"/>
          <p:cNvSpPr txBox="1"/>
          <p:nvPr/>
        </p:nvSpPr>
        <p:spPr>
          <a:xfrm>
            <a:off x="548640" y="1828800"/>
            <a:ext cx="3749039" cy="2468880"/>
          </a:xfrm>
          <a:prstGeom prst="rect">
            <a:avLst/>
          </a:prstGeom>
          <a:noFill/>
          <a:ln>
            <a:noFill/>
          </a:ln>
        </p:spPr>
        <p:txBody>
          <a:bodyPr wrap="square" lIns="0" rIns="0" tIns="0" bIns="0"/>
          <a:lstStyle/>
          <a:p>
            <a:pPr marL="0" marR="0" indent="0">
              <a:lnSpc>
                <a:spcPct val="110000"/>
              </a:lnSpc>
              <a:spcAft>
                <a:spcPts val="900"/>
              </a:spcAft>
              <a:buNone/>
            </a:pPr>
            <a:r>
              <a:rPr lang="en-US" sz="2700" b="0">
                <a:solidFill>
                  <a:srgbClr val="FFFFFF"/>
                </a:solidFill>
                <a:latin typeface="Amazon Ember"/>
              </a:rPr>
              <a:t xml:space="preserve">A canceled JFK-to-Tokyo trip.</a:t>
            </a:r>
            <a:endParaRPr lang="en-US" sz="2700"/>
          </a:p>
          <a:p>
            <a:pPr marL="0" marR="0" indent="0">
              <a:lnSpc>
                <a:spcPct val="110000"/>
              </a:lnSpc>
              <a:spcAft>
                <a:spcPts val="900"/>
              </a:spcAft>
              <a:buNone/>
            </a:pPr>
            <a:r>
              <a:rPr lang="en-US" sz="2700" b="0">
                <a:solidFill>
                  <a:srgbClr val="FFFFFF"/>
                </a:solidFill>
                <a:latin typeface="Amazon Ember"/>
              </a:rPr>
              <a:t xml:space="preserve">Saved preferences.</a:t>
            </a:r>
            <a:endParaRPr lang="en-US" sz="2700"/>
          </a:p>
          <a:p>
            <a:pPr marL="0" marR="0" indent="0">
              <a:lnSpc>
                <a:spcPct val="110000"/>
              </a:lnSpc>
              <a:spcAft>
                <a:spcPts val="900"/>
              </a:spcAft>
              <a:buNone/>
            </a:pPr>
            <a:r>
              <a:rPr lang="en-US" sz="2700" b="0">
                <a:solidFill>
                  <a:srgbClr val="FFFFFF"/>
                </a:solidFill>
                <a:latin typeface="Amazon Ember"/>
              </a:rPr>
              <a:t xml:space="preserve">A limited package hold.</a:t>
            </a:r>
            <a:endParaRPr lang="en-US" sz="2700"/>
          </a:p>
        </p:txBody>
      </p:sp>
      <p:sp>
        <p:nvSpPr>
          <p:cNvPr id="204" name="What must survive when the worker disappears?"/>
          <p:cNvSpPr txBox="1"/>
          <p:nvPr/>
        </p:nvSpPr>
        <p:spPr>
          <a:xfrm>
            <a:off x="548640" y="4663440"/>
            <a:ext cx="3749039" cy="1234440"/>
          </a:xfrm>
          <a:prstGeom prst="rect">
            <a:avLst/>
          </a:prstGeom>
          <a:noFill/>
          <a:ln>
            <a:noFill/>
          </a:ln>
        </p:spPr>
        <p:txBody>
          <a:bodyPr wrap="square" lIns="0" rIns="0" tIns="0" bIns="0"/>
          <a:lstStyle/>
          <a:p>
            <a:pPr marL="0" marR="0" indent="0">
              <a:lnSpc>
                <a:spcPct val="110000"/>
              </a:lnSpc>
              <a:spcAft>
                <a:spcPts val="900"/>
              </a:spcAft>
              <a:buNone/>
            </a:pPr>
            <a:r>
              <a:rPr lang="en-US" sz="2800" b="1">
                <a:solidFill>
                  <a:srgbClr val="D6B6FF"/>
                </a:solidFill>
                <a:latin typeface="Amazon Ember"/>
              </a:rPr>
              <a:t xml:space="preserve">What must survive when the worker disappears?</a:t>
            </a:r>
            <a:endParaRPr lang="en-US" sz="2800"/>
          </a:p>
        </p:txBody>
      </p:sp>
      <p:pic>
        <p:nvPicPr>
          <p:cNvPr id="205" name="Current Meridian capture" descr="Current local Meridian concierge, captured 19 September 2026; fictional traveler and package catalog."/>
          <p:cNvPicPr>
            <a:picLocks noChangeAspect="1"/>
          </p:cNvPicPr>
          <p:nvPr/>
        </p:nvPicPr>
        <p:blipFill>
          <a:blip r:embed="rIdReadinessImage204"/>
          <a:stretch>
            <a:fillRect/>
          </a:stretch>
        </p:blipFill>
        <p:spPr>
          <a:xfrm>
            <a:off x="4526280" y="1691640"/>
            <a:ext cx="7040879" cy="4400550"/>
          </a:xfrm>
          <a:prstGeom prst="rect">
            <a:avLst/>
          </a:prstGeom>
        </p:spPr>
      </p:pic>
    </p:spTree>
    <p:extLst>
      <p:ext uri="{BB962C8B-B14F-4D97-AF65-F5344CB8AC3E}">
        <p14:creationId xmlns:p14="http://schemas.microsoft.com/office/powerpoint/2010/main" val="2918231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E734B089-30F6-3514-973A-F3124C24D16D}"/>
            </a:ext>
          </a:extLst>
        </p:cNvPr>
        <p:cNvGrpSpPr/>
        <p:nvPr/>
      </p:nvGrpSpPr>
      <p:grpSpPr>
        <a:xfrm>
          <a:off x="0" y="0"/>
          <a:ext cx="0" cy="0"/>
          <a:chOff x="0" y="0"/>
          <a:chExt cx="0" cy="0"/>
        </a:xfrm>
      </p:grpSpPr>
      <p:sp>
        <p:nvSpPr>
          <p:cNvPr id="201" name="Three failure windows, three recovery rules"/>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Three failure windows, three recovery rules</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CORE FAULT · COMMIT SUCCEEDS, REPLY IS LOST</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Before commit"/>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Before commit</a:t>
            </a:r>
            <a:endParaRPr lang="en-US" sz="2500"/>
          </a:p>
        </p:txBody>
      </p:sp>
      <p:sp>
        <p:nvSpPr>
          <p:cNvPr id="205" name="No visible business write Rollback incomplete work Retry from saved st"/>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No visible business write</a:t>
            </a:r>
            <a:endParaRPr lang="en-US" sz="2200"/>
          </a:p>
          <a:p>
            <a:pPr marL="0" marR="0" indent="0">
              <a:lnSpc>
                <a:spcPct val="110000"/>
              </a:lnSpc>
              <a:spcAft>
                <a:spcPts val="900"/>
              </a:spcAft>
              <a:buNone/>
            </a:pPr>
            <a:r>
              <a:rPr lang="en-US" sz="2200" b="0">
                <a:solidFill>
                  <a:srgbClr val="FFFFFF"/>
                </a:solidFill>
                <a:latin typeface="Amazon Ember"/>
              </a:rPr>
              <a:t xml:space="preserve">Rollback incomplete work</a:t>
            </a:r>
            <a:endParaRPr lang="en-US" sz="2200"/>
          </a:p>
          <a:p>
            <a:pPr marL="0" marR="0" indent="0">
              <a:lnSpc>
                <a:spcPct val="110000"/>
              </a:lnSpc>
              <a:spcAft>
                <a:spcPts val="900"/>
              </a:spcAft>
              <a:buNone/>
            </a:pPr>
            <a:r>
              <a:rPr lang="en-US" sz="2200" b="0">
                <a:solidFill>
                  <a:srgbClr val="FFFFFF"/>
                </a:solidFill>
                <a:latin typeface="Amazon Ember"/>
              </a:rPr>
              <a:t xml:space="preserve">Retry from saved state</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Commit, reply lost"/>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Commit, reply lost</a:t>
            </a:r>
            <a:endParaRPr lang="en-US" sz="2500"/>
          </a:p>
        </p:txBody>
      </p:sp>
      <p:sp>
        <p:nvSpPr>
          <p:cNvPr id="208" name="Booking may already exist Replay the same request ID Return the origin"/>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Booking may already exist</a:t>
            </a:r>
            <a:endParaRPr lang="en-US" sz="2200"/>
          </a:p>
          <a:p>
            <a:pPr marL="0" marR="0" indent="0">
              <a:lnSpc>
                <a:spcPct val="110000"/>
              </a:lnSpc>
              <a:spcAft>
                <a:spcPts val="900"/>
              </a:spcAft>
              <a:buNone/>
            </a:pPr>
            <a:r>
              <a:rPr lang="en-US" sz="2200" b="0">
                <a:solidFill>
                  <a:srgbClr val="FFFFFF"/>
                </a:solidFill>
                <a:latin typeface="Amazon Ember"/>
              </a:rPr>
              <a:t xml:space="preserve">Replay the same request ID</a:t>
            </a:r>
            <a:endParaRPr lang="en-US" sz="2200"/>
          </a:p>
          <a:p>
            <a:pPr marL="0" marR="0" indent="0">
              <a:lnSpc>
                <a:spcPct val="110000"/>
              </a:lnSpc>
              <a:spcAft>
                <a:spcPts val="900"/>
              </a:spcAft>
              <a:buNone/>
            </a:pPr>
            <a:r>
              <a:rPr lang="en-US" sz="2200" b="0">
                <a:solidFill>
                  <a:srgbClr val="FFFFFF"/>
                </a:solidFill>
                <a:latin typeface="Amazon Ember"/>
              </a:rPr>
              <a:t xml:space="preserve">Return the original receipt</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After checkpoint"/>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After checkpoint</a:t>
            </a:r>
            <a:endParaRPr lang="en-US" sz="2500"/>
          </a:p>
        </p:txBody>
      </p:sp>
      <p:sp>
        <p:nvSpPr>
          <p:cNvPr id="211" name="Read the saved thread Wait for the old lease Continue on a new worker"/>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Read the saved thread</a:t>
            </a:r>
            <a:endParaRPr lang="en-US" sz="2200"/>
          </a:p>
          <a:p>
            <a:pPr marL="0" marR="0" indent="0">
              <a:lnSpc>
                <a:spcPct val="110000"/>
              </a:lnSpc>
              <a:spcAft>
                <a:spcPts val="900"/>
              </a:spcAft>
              <a:buNone/>
            </a:pPr>
            <a:r>
              <a:rPr lang="en-US" sz="2200" b="0">
                <a:solidFill>
                  <a:srgbClr val="FFFFFF"/>
                </a:solidFill>
                <a:latin typeface="Amazon Ember"/>
              </a:rPr>
              <a:t xml:space="preserve">Wait for the old lease</a:t>
            </a:r>
            <a:endParaRPr lang="en-US" sz="2200"/>
          </a:p>
          <a:p>
            <a:pPr marL="0" marR="0" indent="0">
              <a:lnSpc>
                <a:spcPct val="110000"/>
              </a:lnSpc>
              <a:spcAft>
                <a:spcPts val="900"/>
              </a:spcAft>
              <a:buNone/>
            </a:pPr>
            <a:r>
              <a:rPr lang="en-US" sz="2200" b="0">
                <a:solidFill>
                  <a:srgbClr val="FFFFFF"/>
                </a:solidFill>
                <a:latin typeface="Amazon Ember"/>
              </a:rPr>
              <a:t xml:space="preserve">Continue on a new worker</a:t>
            </a:r>
            <a:endParaRPr lang="en-US" sz="2200"/>
          </a:p>
        </p:txBody>
      </p:sp>
    </p:spTree>
    <p:extLst>
      <p:ext uri="{BB962C8B-B14F-4D97-AF65-F5344CB8AC3E}">
        <p14:creationId xmlns:p14="http://schemas.microsoft.com/office/powerpoint/2010/main" val="760948351"/>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5.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915F751D-8E21-FCFF-397E-C205E34FA07A}"/>
            </a:ext>
          </a:extLst>
        </p:cNvPr>
        <p:cNvGrpSpPr/>
        <p:nvPr/>
      </p:nvGrpSpPr>
      <p:grpSpPr>
        <a:xfrm>
          <a:off x="0" y="0"/>
          <a:ext cx="0" cy="0"/>
          <a:chOff x="0" y="0"/>
          <a:chExt cx="0" cy="0"/>
        </a:xfrm>
      </p:grpSpPr>
      <p:sp>
        <p:nvSpPr>
          <p:cNvPr id="201" name="SQL → MCP → retrieval"/>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SQL → MCP → retrieval</a:t>
            </a:r>
            <a:endParaRPr lang="en-US" sz="3400"/>
          </a:p>
        </p:txBody>
      </p:sp>
      <p:sp>
        <p:nvSpPr>
          <p:cNvPr id="202" name="MERIDIAN CAPABILITY LADDER"/>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MERIDIAN CAPABILITY LADDER</a:t>
            </a:r>
            <a:endParaRPr lang="en-US" sz="1200"/>
          </a:p>
        </p:txBody>
      </p:sp>
      <p:sp>
        <p:nvSpPr>
          <p:cNvPr id="203" name="Add capabilities when the question requires them."/>
          <p:cNvSpPr txBox="1"/>
          <p:nvPr/>
        </p:nvSpPr>
        <p:spPr>
          <a:xfrm>
            <a:off x="594360" y="3200400"/>
            <a:ext cx="10789920" cy="1097280"/>
          </a:xfrm>
          <a:prstGeom prst="rect">
            <a:avLst/>
          </a:prstGeom>
          <a:noFill/>
          <a:ln>
            <a:noFill/>
          </a:ln>
        </p:spPr>
        <p:txBody>
          <a:bodyPr wrap="square" lIns="0" rIns="0" tIns="0" bIns="0"/>
          <a:lstStyle/>
          <a:p>
            <a:pPr marL="0" marR="0" indent="0">
              <a:lnSpc>
                <a:spcPct val="110000"/>
              </a:lnSpc>
              <a:spcAft>
                <a:spcPts val="900"/>
              </a:spcAft>
              <a:buNone/>
            </a:pPr>
            <a:r>
              <a:rPr lang="en-US" sz="3200" b="0">
                <a:solidFill>
                  <a:srgbClr val="FFFFFF"/>
                </a:solidFill>
                <a:latin typeface="Amazon Ember"/>
              </a:rPr>
              <a:t xml:space="preserve">Add capabilities when the question requires them.</a:t>
            </a:r>
            <a:endParaRPr lang="en-US" sz="3200"/>
          </a:p>
        </p:txBody>
      </p:sp>
    </p:spTree>
    <p:extLst>
      <p:ext uri="{BB962C8B-B14F-4D97-AF65-F5344CB8AC3E}">
        <p14:creationId xmlns:p14="http://schemas.microsoft.com/office/powerpoint/2010/main" val="2425152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01" name="Start with grounded catalog rows"/>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Start with grounded catalog rows</a:t>
            </a:r>
            <a:endParaRPr lang="en-US" sz="3400"/>
          </a:p>
        </p:txBody>
      </p:sp>
      <p:sp>
        <p:nvSpPr>
          <p:cNvPr id="202" name="PHASE 1 · DIRECT RDS DATA API"/>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PHASE 1 · DIRECT RDS DATA API</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Prompt"/>
          <p:cNvSpPr txBox="1"/>
          <p:nvPr/>
        </p:nvSpPr>
        <p:spPr>
          <a:xfrm>
            <a:off x="70408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Prompt</a:t>
            </a:r>
            <a:endParaRPr lang="en-US" sz="2500"/>
          </a:p>
        </p:txBody>
      </p:sp>
      <p:sp>
        <p:nvSpPr>
          <p:cNvPr id="205" name="City trips under $2,000"/>
          <p:cNvSpPr txBox="1"/>
          <p:nvPr/>
        </p:nvSpPr>
        <p:spPr>
          <a:xfrm>
            <a:off x="70408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City trips under $2,000</a:t>
            </a:r>
            <a:endParaRPr lang="en-US" sz="2200"/>
          </a:p>
          <a:p>
            <a:pPr marL="0" marR="0" indent="0">
              <a:lnSpc>
                <a:spcPct val="110000"/>
              </a:lnSpc>
              <a:spcAft>
                <a:spcPts val="900"/>
              </a:spcAft>
              <a:buNone/>
            </a:pPr>
            <a:r>
              <a:rPr lang="en-US" sz="2200" b="0">
                <a:solidFill>
                  <a:srgbClr val="FFFFFF"/>
                </a:solidFill>
                <a:latin typeface="Amazon Ember"/>
              </a:rPr>
              <a:t xml:space="preserve">per traveler</a:t>
            </a:r>
            <a:endParaRPr lang="en-US" sz="2200"/>
          </a:p>
        </p:txBody>
      </p:sp>
      <p:sp>
        <p:nvSpPr>
          <p:cNvPr id="206" name="→"/>
          <p:cNvSpPr txBox="1"/>
          <p:nvPr/>
        </p:nvSpPr>
        <p:spPr>
          <a:xfrm>
            <a:off x="403098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07" name="">
            <a:extLst>
              <a:ext uri="{C183D7F6-B498-43B3-948B-1728B52AA6E4}">
                <adec:decorative xmlns:adec="http://schemas.microsoft.com/office/drawing/2017/decorative" val="1"/>
              </a:ext>
            </a:extLst>
          </p:cNvPr>
          <p:cNvSpPr txBox="1"/>
          <p:nvPr/>
        </p:nvSpPr>
        <p:spPr>
          <a:xfrm>
            <a:off x="432816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8" name="FastAPI"/>
          <p:cNvSpPr txBox="1"/>
          <p:nvPr/>
        </p:nvSpPr>
        <p:spPr>
          <a:xfrm>
            <a:off x="452932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FastAPI</a:t>
            </a:r>
            <a:endParaRPr lang="en-US" sz="2500"/>
          </a:p>
        </p:txBody>
      </p:sp>
      <p:sp>
        <p:nvSpPr>
          <p:cNvPr id="209" name="Validate and parameterize"/>
          <p:cNvSpPr txBox="1"/>
          <p:nvPr/>
        </p:nvSpPr>
        <p:spPr>
          <a:xfrm>
            <a:off x="452932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Validate and parameterize</a:t>
            </a:r>
            <a:endParaRPr lang="en-US" sz="2200"/>
          </a:p>
        </p:txBody>
      </p:sp>
      <p:sp>
        <p:nvSpPr>
          <p:cNvPr id="210" name="→"/>
          <p:cNvSpPr txBox="1"/>
          <p:nvPr/>
        </p:nvSpPr>
        <p:spPr>
          <a:xfrm>
            <a:off x="785622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11" name="">
            <a:extLst>
              <a:ext uri="{C183D7F6-B498-43B3-948B-1728B52AA6E4}">
                <adec:decorative xmlns:adec="http://schemas.microsoft.com/office/drawing/2017/decorative" val="1"/>
              </a:ext>
            </a:extLst>
          </p:cNvPr>
          <p:cNvSpPr txBox="1"/>
          <p:nvPr/>
        </p:nvSpPr>
        <p:spPr>
          <a:xfrm>
            <a:off x="815340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2" name="Aurora"/>
          <p:cNvSpPr txBox="1"/>
          <p:nvPr/>
        </p:nvSpPr>
        <p:spPr>
          <a:xfrm>
            <a:off x="835456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Aurora</a:t>
            </a:r>
            <a:endParaRPr lang="en-US" sz="2500"/>
          </a:p>
        </p:txBody>
      </p:sp>
      <p:sp>
        <p:nvSpPr>
          <p:cNvPr id="213" name="Filter catalog rows"/>
          <p:cNvSpPr txBox="1"/>
          <p:nvPr/>
        </p:nvSpPr>
        <p:spPr>
          <a:xfrm>
            <a:off x="835456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Filter catalog rows</a:t>
            </a:r>
            <a:endParaRPr lang="en-US" sz="2200"/>
          </a:p>
        </p:txBody>
      </p:sp>
      <p:sp>
        <p:nvSpPr>
          <p:cNvPr id="214" name="Evidence: executed SQL + returned prices"/>
          <p:cNvSpPr txBox="1"/>
          <p:nvPr/>
        </p:nvSpPr>
        <p:spPr>
          <a:xfrm>
            <a:off x="640080" y="4663440"/>
            <a:ext cx="10789920" cy="548640"/>
          </a:xfrm>
          <a:prstGeom prst="rect">
            <a:avLst/>
          </a:prstGeom>
          <a:noFill/>
          <a:ln>
            <a:noFill/>
          </a:ln>
        </p:spPr>
        <p:txBody>
          <a:bodyPr wrap="square" lIns="0" rIns="0" tIns="0" bIns="0"/>
          <a:lstStyle/>
          <a:p>
            <a:pPr marL="0" marR="0" indent="0">
              <a:lnSpc>
                <a:spcPct val="110000"/>
              </a:lnSpc>
              <a:spcAft>
                <a:spcPts val="900"/>
              </a:spcAft>
              <a:buNone/>
            </a:pPr>
            <a:r>
              <a:rPr lang="en-US" sz="2800" b="0">
                <a:solidFill>
                  <a:srgbClr val="D6B6FF"/>
                </a:solidFill>
                <a:latin typeface="Amazon Ember"/>
              </a:rPr>
              <a:t xml:space="preserve">Evidence: executed SQL + returned prices</a:t>
            </a:r>
            <a:endParaRPr lang="en-US" sz="2800"/>
          </a:p>
        </p:txBody>
      </p:sp>
      <p:sp>
        <p:nvSpPr>
          <p:cNvPr id="215" name="Then ask for a comparison in euros. The configured phase names its bou"/>
          <p:cNvSpPr txBox="1"/>
          <p:nvPr/>
        </p:nvSpPr>
        <p:spPr>
          <a:xfrm>
            <a:off x="640080" y="5486400"/>
            <a:ext cx="10515600" cy="594360"/>
          </a:xfrm>
          <a:prstGeom prst="rect">
            <a:avLst/>
          </a:prstGeom>
          <a:noFill/>
          <a:ln>
            <a:noFill/>
          </a:ln>
        </p:spPr>
        <p:txBody>
          <a:bodyPr wrap="square" lIns="0" rIns="0" tIns="0" bIns="0"/>
          <a:lstStyle/>
          <a:p>
            <a:pPr marL="0" marR="0" indent="0">
              <a:lnSpc>
                <a:spcPct val="110000"/>
              </a:lnSpc>
              <a:spcAft>
                <a:spcPts val="900"/>
              </a:spcAft>
              <a:buNone/>
            </a:pPr>
            <a:r>
              <a:rPr lang="en-US" sz="2300" b="0">
                <a:solidFill>
                  <a:srgbClr val="FFFFFF"/>
                </a:solidFill>
                <a:latin typeface="Amazon Ember"/>
              </a:rPr>
              <a:t xml:space="preserve">Define the price unit before querying. This path uses bounded SQL filters.</a:t>
            </a:r>
            <a:endParaRPr lang="en-US" sz="2300"/>
          </a:p>
        </p:txBody>
      </p:sp>
    </p:spTree>
    <p:extLst>
      <p:ext uri="{BB962C8B-B14F-4D97-AF65-F5344CB8AC3E}">
        <p14:creationId xmlns:p14="http://schemas.microsoft.com/office/powerpoint/2010/main" val="2410672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E0B06C33-AA7F-7F12-53B3-6FB8E1798A15}"/>
            </a:ext>
          </a:extLst>
        </p:cNvPr>
        <p:cNvGrpSpPr/>
        <p:nvPr/>
      </p:nvGrpSpPr>
      <p:grpSpPr>
        <a:xfrm>
          <a:off x="0" y="0"/>
          <a:ext cx="0" cy="0"/>
          <a:chOff x="0" y="0"/>
          <a:chExt cx="0" cy="0"/>
        </a:xfrm>
      </p:grpSpPr>
      <p:sp>
        <p:nvSpPr>
          <p:cNvPr id="201" name="Tools make capabilities explicit"/>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Tools make capabilities explicit</a:t>
            </a:r>
            <a:endParaRPr lang="en-US" sz="3400"/>
          </a:p>
        </p:txBody>
      </p:sp>
      <p:sp>
        <p:nvSpPr>
          <p:cNvPr id="202" name="PHASE 2 · MCP CONTRACTS"/>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PHASE 2 · MCP CONTRACTS</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Client"/>
          <p:cNvSpPr txBox="1"/>
          <p:nvPr/>
        </p:nvSpPr>
        <p:spPr>
          <a:xfrm>
            <a:off x="70408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Client</a:t>
            </a:r>
            <a:endParaRPr lang="en-US" sz="2500"/>
          </a:p>
        </p:txBody>
      </p:sp>
      <p:sp>
        <p:nvSpPr>
          <p:cNvPr id="205" name="List tools Call named tool"/>
          <p:cNvSpPr txBox="1"/>
          <p:nvPr/>
        </p:nvSpPr>
        <p:spPr>
          <a:xfrm>
            <a:off x="70408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List tools</a:t>
            </a:r>
            <a:endParaRPr lang="en-US" sz="2200"/>
          </a:p>
          <a:p>
            <a:pPr marL="0" marR="0" indent="0">
              <a:lnSpc>
                <a:spcPct val="110000"/>
              </a:lnSpc>
              <a:spcAft>
                <a:spcPts val="900"/>
              </a:spcAft>
              <a:buNone/>
            </a:pPr>
            <a:r>
              <a:rPr lang="en-US" sz="2200" b="0">
                <a:solidFill>
                  <a:srgbClr val="FFFFFF"/>
                </a:solidFill>
                <a:latin typeface="Amazon Ember"/>
              </a:rPr>
              <a:t xml:space="preserve">Call named tool</a:t>
            </a:r>
            <a:endParaRPr lang="en-US" sz="2200"/>
          </a:p>
        </p:txBody>
      </p:sp>
      <p:sp>
        <p:nvSpPr>
          <p:cNvPr id="206" name="→"/>
          <p:cNvSpPr txBox="1"/>
          <p:nvPr/>
        </p:nvSpPr>
        <p:spPr>
          <a:xfrm>
            <a:off x="403098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07" name="">
            <a:extLst>
              <a:ext uri="{C183D7F6-B498-43B3-948B-1728B52AA6E4}">
                <adec:decorative xmlns:adec="http://schemas.microsoft.com/office/drawing/2017/decorative" val="1"/>
              </a:ext>
            </a:extLst>
          </p:cNvPr>
          <p:cNvSpPr txBox="1"/>
          <p:nvPr/>
        </p:nvSpPr>
        <p:spPr>
          <a:xfrm>
            <a:off x="432816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8" name="meridian-concierge"/>
          <p:cNvSpPr txBox="1"/>
          <p:nvPr/>
        </p:nvSpPr>
        <p:spPr>
          <a:xfrm>
            <a:off x="452932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meridian-concierge</a:t>
            </a:r>
            <a:endParaRPr lang="en-US" sz="2500"/>
          </a:p>
        </p:txBody>
      </p:sp>
      <p:sp>
        <p:nvSpPr>
          <p:cNvPr id="209" name="compare_packages currency_convert"/>
          <p:cNvSpPr txBox="1"/>
          <p:nvPr/>
        </p:nvSpPr>
        <p:spPr>
          <a:xfrm>
            <a:off x="452932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compare_packages</a:t>
            </a:r>
            <a:endParaRPr lang="en-US" sz="2200"/>
          </a:p>
          <a:p>
            <a:pPr marL="0" marR="0" indent="0">
              <a:lnSpc>
                <a:spcPct val="110000"/>
              </a:lnSpc>
              <a:spcAft>
                <a:spcPts val="900"/>
              </a:spcAft>
              <a:buNone/>
            </a:pPr>
            <a:r>
              <a:rPr lang="en-US" sz="2200" b="0">
                <a:solidFill>
                  <a:srgbClr val="FFFFFF"/>
                </a:solidFill>
                <a:latin typeface="Amazon Ember"/>
              </a:rPr>
              <a:t xml:space="preserve">currency_convert</a:t>
            </a:r>
            <a:endParaRPr lang="en-US" sz="2200"/>
          </a:p>
        </p:txBody>
      </p:sp>
      <p:sp>
        <p:nvSpPr>
          <p:cNvPr id="210" name="→"/>
          <p:cNvSpPr txBox="1"/>
          <p:nvPr/>
        </p:nvSpPr>
        <p:spPr>
          <a:xfrm>
            <a:off x="785622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11" name="">
            <a:extLst>
              <a:ext uri="{C183D7F6-B498-43B3-948B-1728B52AA6E4}">
                <adec:decorative xmlns:adec="http://schemas.microsoft.com/office/drawing/2017/decorative" val="1"/>
              </a:ext>
            </a:extLst>
          </p:cNvPr>
          <p:cNvSpPr txBox="1"/>
          <p:nvPr/>
        </p:nvSpPr>
        <p:spPr>
          <a:xfrm>
            <a:off x="815340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2" name="Aurora + rates"/>
          <p:cNvSpPr txBox="1"/>
          <p:nvPr/>
        </p:nvSpPr>
        <p:spPr>
          <a:xfrm>
            <a:off x="835456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Aurora + rates</a:t>
            </a:r>
            <a:endParaRPr lang="en-US" sz="2500"/>
          </a:p>
        </p:txBody>
      </p:sp>
      <p:sp>
        <p:nvSpPr>
          <p:cNvPr id="213" name="Catalog records Illustrative FX data"/>
          <p:cNvSpPr txBox="1"/>
          <p:nvPr/>
        </p:nvSpPr>
        <p:spPr>
          <a:xfrm>
            <a:off x="835456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Catalog records</a:t>
            </a:r>
            <a:endParaRPr lang="en-US" sz="2200"/>
          </a:p>
          <a:p>
            <a:pPr marL="0" marR="0" indent="0">
              <a:lnSpc>
                <a:spcPct val="110000"/>
              </a:lnSpc>
              <a:spcAft>
                <a:spcPts val="900"/>
              </a:spcAft>
              <a:buNone/>
            </a:pPr>
            <a:r>
              <a:rPr lang="en-US" sz="2200" b="0">
                <a:solidFill>
                  <a:srgbClr val="FFFFFF"/>
                </a:solidFill>
                <a:latin typeface="Amazon Ember"/>
              </a:rPr>
              <a:t xml:space="preserve">Illustrative FX data</a:t>
            </a:r>
            <a:endParaRPr lang="en-US" sz="2200"/>
          </a:p>
        </p:txBody>
      </p:sp>
      <p:sp>
        <p:nvSpPr>
          <p:cNvPr id="214" name="One server for this comparison prompt. PostgreSQL MCP is a separate ca"/>
          <p:cNvSpPr txBox="1"/>
          <p:nvPr/>
        </p:nvSpPr>
        <p:spPr>
          <a:xfrm>
            <a:off x="640080" y="4846320"/>
            <a:ext cx="10789920" cy="914400"/>
          </a:xfrm>
          <a:prstGeom prst="rect">
            <a:avLst/>
          </a:prstGeom>
          <a:noFill/>
          <a:ln>
            <a:noFill/>
          </a:ln>
        </p:spPr>
        <p:txBody>
          <a:bodyPr wrap="square" lIns="0" rIns="0" tIns="0" bIns="0"/>
          <a:lstStyle/>
          <a:p>
            <a:pPr marL="0" marR="0" indent="0">
              <a:lnSpc>
                <a:spcPct val="110000"/>
              </a:lnSpc>
              <a:spcAft>
                <a:spcPts val="900"/>
              </a:spcAft>
              <a:buNone/>
            </a:pPr>
            <a:r>
              <a:rPr lang="en-US" sz="2500" b="0">
                <a:solidFill>
                  <a:srgbClr val="FFFFFF"/>
                </a:solidFill>
                <a:latin typeface="Amazon Ember"/>
              </a:rPr>
              <a:t xml:space="preserve">One server for this comparison prompt. PostgreSQL MCP is a separate catalog path.</a:t>
            </a:r>
            <a:endParaRPr lang="en-US" sz="2500"/>
          </a:p>
        </p:txBody>
      </p:sp>
    </p:spTree>
    <p:extLst>
      <p:ext uri="{BB962C8B-B14F-4D97-AF65-F5344CB8AC3E}">
        <p14:creationId xmlns:p14="http://schemas.microsoft.com/office/powerpoint/2010/main" val="3616960895"/>
      </p:ext>
    </p:extLst>
  </p:cSld>
  <p:clrMapOvr>
    <a:masterClrMapping/>
  </p:clrMapOvr>
  <mc:AlternateContent xmlns:mc="http://schemas.openxmlformats.org/markup-compatibility/2006" xmlns:p159="http://schemas.microsoft.com/office/powerpoint/2015/09/main">
    <mc:Choice Requires="p159"/>
    <mc:Fallback xmlns=""/>
  </mc:AlternateContent>
</p:sld>
</file>

<file path=ppt/slides/slide21.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01" name="Search by meaning, then verify"/>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Search by meaning, then verify</a:t>
            </a:r>
            <a:endParaRPr lang="en-US" sz="3400"/>
          </a:p>
        </p:txBody>
      </p:sp>
      <p:sp>
        <p:nvSpPr>
          <p:cNvPr id="202" name="MERIDIAN CAPABILITY LADDER"/>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MERIDIAN CAPABILITY LADDER</a:t>
            </a:r>
            <a:endParaRPr lang="en-US" sz="1200"/>
          </a:p>
        </p:txBody>
      </p:sp>
      <p:sp>
        <p:nvSpPr>
          <p:cNvPr id="203" name="Retrieval finds candidates. Inventory decides availability."/>
          <p:cNvSpPr txBox="1"/>
          <p:nvPr/>
        </p:nvSpPr>
        <p:spPr>
          <a:xfrm>
            <a:off x="594360" y="3200400"/>
            <a:ext cx="10789920" cy="1097280"/>
          </a:xfrm>
          <a:prstGeom prst="rect">
            <a:avLst/>
          </a:prstGeom>
          <a:noFill/>
          <a:ln>
            <a:noFill/>
          </a:ln>
        </p:spPr>
        <p:txBody>
          <a:bodyPr wrap="square" lIns="0" rIns="0" tIns="0" bIns="0"/>
          <a:lstStyle/>
          <a:p>
            <a:pPr marL="0" marR="0" indent="0">
              <a:lnSpc>
                <a:spcPct val="110000"/>
              </a:lnSpc>
              <a:spcAft>
                <a:spcPts val="900"/>
              </a:spcAft>
              <a:buNone/>
            </a:pPr>
            <a:r>
              <a:rPr lang="en-US" sz="3200" b="0">
                <a:solidFill>
                  <a:srgbClr val="FFFFFF"/>
                </a:solidFill>
                <a:latin typeface="Amazon Ember"/>
              </a:rPr>
              <a:t xml:space="preserve">Retrieval finds candidates. Inventory decides availability.</a:t>
            </a:r>
            <a:endParaRPr lang="en-US" sz="3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95DBBA19-9A7A-86C2-2107-517031D7F48A}"/>
            </a:ext>
          </a:extLst>
        </p:cNvPr>
        <p:cNvGrpSpPr/>
        <p:nvPr/>
      </p:nvGrpSpPr>
      <p:grpSpPr>
        <a:xfrm>
          <a:off x="0" y="0"/>
          <a:ext cx="0" cy="0"/>
          <a:chOff x="0" y="0"/>
          <a:chExt cx="0" cy="0"/>
        </a:xfrm>
      </p:grpSpPr>
      <p:sp>
        <p:nvSpPr>
          <p:cNvPr id="201" name="The transaction owns replay protection"/>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The transaction owns replay protection</a:t>
            </a:r>
            <a:endParaRPr lang="en-US" sz="3400"/>
          </a:p>
        </p:txBody>
      </p:sp>
      <p:sp>
        <p:nvSpPr>
          <p:cNvPr id="202" name="ONE HOLD PER REQUEST ID · NOT UNIVERSAL EXACTLY ONCE"/>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ONE HOLD PER REQUEST ID · NOT UNIVERSAL EXACTLY ONCE</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Stable intent"/>
          <p:cNvSpPr txBox="1"/>
          <p:nvPr/>
        </p:nvSpPr>
        <p:spPr>
          <a:xfrm>
            <a:off x="70408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Stable intent</a:t>
            </a:r>
            <a:endParaRPr lang="en-US" sz="2500"/>
          </a:p>
        </p:txBody>
      </p:sp>
      <p:sp>
        <p:nvSpPr>
          <p:cNvPr id="205" name="Request ID Canonical fingerprint"/>
          <p:cNvSpPr txBox="1"/>
          <p:nvPr/>
        </p:nvSpPr>
        <p:spPr>
          <a:xfrm>
            <a:off x="70408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Request ID</a:t>
            </a:r>
            <a:endParaRPr lang="en-US" sz="2200"/>
          </a:p>
          <a:p>
            <a:pPr marL="0" marR="0" indent="0">
              <a:lnSpc>
                <a:spcPct val="110000"/>
              </a:lnSpc>
              <a:spcAft>
                <a:spcPts val="900"/>
              </a:spcAft>
              <a:buNone/>
            </a:pPr>
            <a:r>
              <a:rPr lang="en-US" sz="2200" b="0">
                <a:solidFill>
                  <a:srgbClr val="FFFFFF"/>
                </a:solidFill>
                <a:latin typeface="Amazon Ember"/>
              </a:rPr>
              <a:t xml:space="preserve">Canonical fingerprint</a:t>
            </a:r>
            <a:endParaRPr lang="en-US" sz="2200"/>
          </a:p>
        </p:txBody>
      </p:sp>
      <p:sp>
        <p:nvSpPr>
          <p:cNvPr id="206" name="→"/>
          <p:cNvSpPr txBox="1"/>
          <p:nvPr/>
        </p:nvSpPr>
        <p:spPr>
          <a:xfrm>
            <a:off x="403098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07" name="">
            <a:extLst>
              <a:ext uri="{C183D7F6-B498-43B3-948B-1728B52AA6E4}">
                <adec:decorative xmlns:adec="http://schemas.microsoft.com/office/drawing/2017/decorative" val="1"/>
              </a:ext>
            </a:extLst>
          </p:cNvPr>
          <p:cNvSpPr txBox="1"/>
          <p:nvPr/>
        </p:nvSpPr>
        <p:spPr>
          <a:xfrm>
            <a:off x="432816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8" name="Aurora lock"/>
          <p:cNvSpPr txBox="1"/>
          <p:nvPr/>
        </p:nvSpPr>
        <p:spPr>
          <a:xfrm>
            <a:off x="452932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Aurora lock</a:t>
            </a:r>
            <a:endParaRPr lang="en-US" sz="2500"/>
          </a:p>
        </p:txBody>
      </p:sp>
      <p:sp>
        <p:nvSpPr>
          <p:cNvPr id="209" name="Serialize request Validate same terms"/>
          <p:cNvSpPr txBox="1"/>
          <p:nvPr/>
        </p:nvSpPr>
        <p:spPr>
          <a:xfrm>
            <a:off x="452932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Serialize request</a:t>
            </a:r>
            <a:endParaRPr lang="en-US" sz="2200"/>
          </a:p>
          <a:p>
            <a:pPr marL="0" marR="0" indent="0">
              <a:lnSpc>
                <a:spcPct val="110000"/>
              </a:lnSpc>
              <a:spcAft>
                <a:spcPts val="900"/>
              </a:spcAft>
              <a:buNone/>
            </a:pPr>
            <a:r>
              <a:rPr lang="en-US" sz="2200" b="0">
                <a:solidFill>
                  <a:srgbClr val="FFFFFF"/>
                </a:solidFill>
                <a:latin typeface="Amazon Ember"/>
              </a:rPr>
              <a:t xml:space="preserve">Validate same terms</a:t>
            </a:r>
            <a:endParaRPr lang="en-US" sz="2200"/>
          </a:p>
        </p:txBody>
      </p:sp>
      <p:sp>
        <p:nvSpPr>
          <p:cNvPr id="210" name="→"/>
          <p:cNvSpPr txBox="1"/>
          <p:nvPr/>
        </p:nvSpPr>
        <p:spPr>
          <a:xfrm>
            <a:off x="785622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11" name="">
            <a:extLst>
              <a:ext uri="{C183D7F6-B498-43B3-948B-1728B52AA6E4}">
                <adec:decorative xmlns:adec="http://schemas.microsoft.com/office/drawing/2017/decorative" val="1"/>
              </a:ext>
            </a:extLst>
          </p:cNvPr>
          <p:cNvSpPr txBox="1"/>
          <p:nvPr/>
        </p:nvSpPr>
        <p:spPr>
          <a:xfrm>
            <a:off x="815340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2" name="Receipt"/>
          <p:cNvSpPr txBox="1"/>
          <p:nvPr/>
        </p:nvSpPr>
        <p:spPr>
          <a:xfrm>
            <a:off x="835456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Receipt</a:t>
            </a:r>
            <a:endParaRPr lang="en-US" sz="2500"/>
          </a:p>
        </p:txBody>
      </p:sp>
      <p:sp>
        <p:nvSpPr>
          <p:cNvPr id="213" name="Same booking ID Same original expiry"/>
          <p:cNvSpPr txBox="1"/>
          <p:nvPr/>
        </p:nvSpPr>
        <p:spPr>
          <a:xfrm>
            <a:off x="835456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Same booking ID</a:t>
            </a:r>
            <a:endParaRPr lang="en-US" sz="2200"/>
          </a:p>
          <a:p>
            <a:pPr marL="0" marR="0" indent="0">
              <a:lnSpc>
                <a:spcPct val="110000"/>
              </a:lnSpc>
              <a:spcAft>
                <a:spcPts val="900"/>
              </a:spcAft>
              <a:buNone/>
            </a:pPr>
            <a:r>
              <a:rPr lang="en-US" sz="2200" b="0">
                <a:solidFill>
                  <a:srgbClr val="FFFFFF"/>
                </a:solidFill>
                <a:latin typeface="Amazon Ember"/>
              </a:rPr>
              <a:t xml:space="preserve">Same original expiry</a:t>
            </a:r>
            <a:endParaRPr lang="en-US" sz="2200"/>
          </a:p>
        </p:txBody>
      </p:sp>
      <p:sp>
        <p:nvSpPr>
          <p:cNvPr id="214" name="A reused request ID with different terms is an error."/>
          <p:cNvSpPr txBox="1"/>
          <p:nvPr/>
        </p:nvSpPr>
        <p:spPr>
          <a:xfrm>
            <a:off x="640080" y="4709160"/>
            <a:ext cx="10789920" cy="640080"/>
          </a:xfrm>
          <a:prstGeom prst="rect">
            <a:avLst/>
          </a:prstGeom>
          <a:noFill/>
          <a:ln>
            <a:noFill/>
          </a:ln>
        </p:spPr>
        <p:txBody>
          <a:bodyPr wrap="square" lIns="0" rIns="0" tIns="0" bIns="0"/>
          <a:lstStyle/>
          <a:p>
            <a:pPr marL="0" marR="0" indent="0">
              <a:lnSpc>
                <a:spcPct val="110000"/>
              </a:lnSpc>
              <a:spcAft>
                <a:spcPts val="900"/>
              </a:spcAft>
              <a:buNone/>
            </a:pPr>
            <a:r>
              <a:rPr lang="en-US" sz="2800" b="0">
                <a:solidFill>
                  <a:srgbClr val="D6B6FF"/>
                </a:solidFill>
                <a:latin typeface="Amazon Ember"/>
              </a:rPr>
              <a:t xml:space="preserve">A reused request ID with different terms is an error.</a:t>
            </a:r>
            <a:endParaRPr lang="en-US" sz="2800"/>
          </a:p>
        </p:txBody>
      </p:sp>
      <p:sp>
        <p:nvSpPr>
          <p:cNvPr id="215" name="Inventory locking and lease fencing protect different races."/>
          <p:cNvSpPr txBox="1"/>
          <p:nvPr/>
        </p:nvSpPr>
        <p:spPr>
          <a:xfrm>
            <a:off x="640080" y="5532120"/>
            <a:ext cx="10789920" cy="640080"/>
          </a:xfrm>
          <a:prstGeom prst="rect">
            <a:avLst/>
          </a:prstGeom>
          <a:noFill/>
          <a:ln>
            <a:noFill/>
          </a:ln>
        </p:spPr>
        <p:txBody>
          <a:bodyPr wrap="square" lIns="0" rIns="0" tIns="0" bIns="0"/>
          <a:lstStyle/>
          <a:p>
            <a:pPr marL="0" marR="0" indent="0">
              <a:lnSpc>
                <a:spcPct val="110000"/>
              </a:lnSpc>
              <a:spcAft>
                <a:spcPts val="900"/>
              </a:spcAft>
              <a:buNone/>
            </a:pPr>
            <a:r>
              <a:rPr lang="en-US" sz="2500" b="0">
                <a:solidFill>
                  <a:srgbClr val="FFFFFF"/>
                </a:solidFill>
                <a:latin typeface="Amazon Ember"/>
              </a:rPr>
              <a:t xml:space="preserve">Inventory locking and lease fencing protect different races.</a:t>
            </a:r>
            <a:endParaRPr lang="en-US" sz="2500"/>
          </a:p>
        </p:txBody>
      </p:sp>
    </p:spTree>
    <p:extLst>
      <p:ext uri="{BB962C8B-B14F-4D97-AF65-F5344CB8AC3E}">
        <p14:creationId xmlns:p14="http://schemas.microsoft.com/office/powerpoint/2010/main" val="4065493038"/>
      </p:ext>
    </p:extLst>
  </p:cSld>
  <p:clrMapOvr>
    <a:masterClrMapping/>
  </p:clrMapOvr>
  <mc:AlternateContent xmlns:mc="http://schemas.openxmlformats.org/markup-compatibility/2006" xmlns:p159="http://schemas.microsoft.com/office/powerpoint/2015/09/main">
    <mc:Choice Requires="p159"/>
    <mc:Fallback xmlns=""/>
  </mc:AlternateContent>
</p:sld>
</file>

<file path=ppt/slides/slide23.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3DBFD193-9588-772D-1138-B4939FC51987}"/>
            </a:ext>
          </a:extLst>
        </p:cNvPr>
        <p:cNvGrpSpPr/>
        <p:nvPr/>
      </p:nvGrpSpPr>
      <p:grpSpPr>
        <a:xfrm>
          <a:off x="0" y="0"/>
          <a:ext cx="0" cy="0"/>
          <a:chOff x="0" y="0"/>
          <a:chExt cx="0" cy="0"/>
        </a:xfrm>
      </p:grpSpPr>
      <p:sp>
        <p:nvSpPr>
          <p:cNvPr id="201" name="Finding a trip does not authorize a reservation"/>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Finding a trip does not authorize a reservation</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IMPLEMENTED IN MERIDIAN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Search"/>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Search</a:t>
            </a:r>
            <a:endParaRPr lang="en-US" sz="2500"/>
          </a:p>
        </p:txBody>
      </p:sp>
      <p:sp>
        <p:nvSpPr>
          <p:cNvPr id="205" name="Interpret the request Retrieve grounded candidates"/>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Interpret the request</a:t>
            </a:r>
            <a:endParaRPr lang="en-US" sz="2200"/>
          </a:p>
          <a:p>
            <a:pPr marL="0" marR="0" indent="0">
              <a:lnSpc>
                <a:spcPct val="110000"/>
              </a:lnSpc>
              <a:spcAft>
                <a:spcPts val="900"/>
              </a:spcAft>
              <a:buNone/>
            </a:pPr>
            <a:r>
              <a:rPr lang="en-US" sz="2200" b="0">
                <a:solidFill>
                  <a:srgbClr val="FFFFFF"/>
                </a:solidFill>
                <a:latin typeface="Amazon Ember"/>
              </a:rPr>
              <a:t xml:space="preserve">Retrieve grounded candidates</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Details"/>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Details</a:t>
            </a:r>
            <a:endParaRPr lang="en-US" sz="2500"/>
          </a:p>
        </p:txBody>
      </p:sp>
      <p:sp>
        <p:nvSpPr>
          <p:cNvPr id="208" name="Read package attributes Check published durations"/>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Read package attributes</a:t>
            </a:r>
            <a:endParaRPr lang="en-US" sz="2200"/>
          </a:p>
          <a:p>
            <a:pPr marL="0" marR="0" indent="0">
              <a:lnSpc>
                <a:spcPct val="110000"/>
              </a:lnSpc>
              <a:spcAft>
                <a:spcPts val="900"/>
              </a:spcAft>
              <a:buNone/>
            </a:pPr>
            <a:r>
              <a:rPr lang="en-US" sz="2200" b="0">
                <a:solidFill>
                  <a:srgbClr val="FFFFFF"/>
                </a:solidFill>
                <a:latin typeface="Amazon Ember"/>
              </a:rPr>
              <a:t xml:space="preserve">Check published durations</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Availability"/>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Availability</a:t>
            </a:r>
            <a:endParaRPr lang="en-US" sz="2500"/>
          </a:p>
        </p:txBody>
      </p:sp>
      <p:sp>
        <p:nvSpPr>
          <p:cNvPr id="211" name="Read inventory No booking write in Retrieval"/>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Read inventory</a:t>
            </a:r>
            <a:endParaRPr lang="en-US" sz="2200"/>
          </a:p>
          <a:p>
            <a:pPr marL="0" marR="0" indent="0">
              <a:lnSpc>
                <a:spcPct val="110000"/>
              </a:lnSpc>
              <a:spcAft>
                <a:spcPts val="900"/>
              </a:spcAft>
              <a:buNone/>
            </a:pPr>
            <a:r>
              <a:rPr lang="en-US" sz="2200" b="0">
                <a:solidFill>
                  <a:srgbClr val="FFFFFF"/>
                </a:solidFill>
                <a:latin typeface="Amazon Ember"/>
              </a:rPr>
              <a:t xml:space="preserve">No booking write in Retrieval</a:t>
            </a:r>
            <a:endParaRPr lang="en-US" sz="2200"/>
          </a:p>
        </p:txBody>
      </p:sp>
    </p:spTree>
    <p:extLst>
      <p:ext uri="{BB962C8B-B14F-4D97-AF65-F5344CB8AC3E}">
        <p14:creationId xmlns:p14="http://schemas.microsoft.com/office/powerpoint/2010/main" val="4008364824"/>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24.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A5E71A26-B94E-DC0F-DCE9-F3C95F8765AB}"/>
            </a:ext>
          </a:extLst>
        </p:cNvPr>
        <p:cNvGrpSpPr/>
        <p:nvPr/>
      </p:nvGrpSpPr>
      <p:grpSpPr>
        <a:xfrm>
          <a:off x="0" y="0"/>
          <a:ext cx="0" cy="0"/>
          <a:chOff x="0" y="0"/>
          <a:chExt cx="0" cy="0"/>
        </a:xfrm>
      </p:grpSpPr>
      <p:sp>
        <p:nvSpPr>
          <p:cNvPr id="201" name="Words and meaning produce candidates"/>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Words and meaning produce candidates</a:t>
            </a:r>
            <a:endParaRPr lang="en-US" sz="3400"/>
          </a:p>
        </p:txBody>
      </p:sp>
      <p:sp>
        <p:nvSpPr>
          <p:cNvPr id="202" name="PHASE 3 · HYBRID RETRIEVAL + RERANK"/>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PHASE 3 · HYBRID RETRIEVAL + RERANK</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Retrieve"/>
          <p:cNvSpPr txBox="1"/>
          <p:nvPr/>
        </p:nvSpPr>
        <p:spPr>
          <a:xfrm>
            <a:off x="70408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Retrieve</a:t>
            </a:r>
            <a:endParaRPr lang="en-US" sz="2500"/>
          </a:p>
        </p:txBody>
      </p:sp>
      <p:sp>
        <p:nvSpPr>
          <p:cNvPr id="205" name="Full-text search pgvector similarity"/>
          <p:cNvSpPr txBox="1"/>
          <p:nvPr/>
        </p:nvSpPr>
        <p:spPr>
          <a:xfrm>
            <a:off x="70408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Full-text search</a:t>
            </a:r>
            <a:endParaRPr lang="en-US" sz="2200"/>
          </a:p>
          <a:p>
            <a:pPr marL="0" marR="0" indent="0">
              <a:lnSpc>
                <a:spcPct val="110000"/>
              </a:lnSpc>
              <a:spcAft>
                <a:spcPts val="900"/>
              </a:spcAft>
              <a:buNone/>
            </a:pPr>
            <a:r>
              <a:rPr lang="en-US" sz="2200" b="0">
                <a:solidFill>
                  <a:srgbClr val="FFFFFF"/>
                </a:solidFill>
                <a:latin typeface="Amazon Ember"/>
              </a:rPr>
              <a:t xml:space="preserve">pgvector similarity</a:t>
            </a:r>
            <a:endParaRPr lang="en-US" sz="2200"/>
          </a:p>
        </p:txBody>
      </p:sp>
      <p:sp>
        <p:nvSpPr>
          <p:cNvPr id="206" name="→"/>
          <p:cNvSpPr txBox="1"/>
          <p:nvPr/>
        </p:nvSpPr>
        <p:spPr>
          <a:xfrm>
            <a:off x="403098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07" name="">
            <a:extLst>
              <a:ext uri="{C183D7F6-B498-43B3-948B-1728B52AA6E4}">
                <adec:decorative xmlns:adec="http://schemas.microsoft.com/office/drawing/2017/decorative" val="1"/>
              </a:ext>
            </a:extLst>
          </p:cNvPr>
          <p:cNvSpPr txBox="1"/>
          <p:nvPr/>
        </p:nvSpPr>
        <p:spPr>
          <a:xfrm>
            <a:off x="432816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8" name="Fuse"/>
          <p:cNvSpPr txBox="1"/>
          <p:nvPr/>
        </p:nvSpPr>
        <p:spPr>
          <a:xfrm>
            <a:off x="452932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Fuse</a:t>
            </a:r>
            <a:endParaRPr lang="en-US" sz="2500"/>
          </a:p>
        </p:txBody>
      </p:sp>
      <p:sp>
        <p:nvSpPr>
          <p:cNvPr id="209" name="Merge + deduplicate Bound candidates"/>
          <p:cNvSpPr txBox="1"/>
          <p:nvPr/>
        </p:nvSpPr>
        <p:spPr>
          <a:xfrm>
            <a:off x="452932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Merge + deduplicate</a:t>
            </a:r>
            <a:endParaRPr lang="en-US" sz="2200"/>
          </a:p>
          <a:p>
            <a:pPr marL="0" marR="0" indent="0">
              <a:lnSpc>
                <a:spcPct val="110000"/>
              </a:lnSpc>
              <a:spcAft>
                <a:spcPts val="900"/>
              </a:spcAft>
              <a:buNone/>
            </a:pPr>
            <a:r>
              <a:rPr lang="en-US" sz="2200" b="0">
                <a:solidFill>
                  <a:srgbClr val="FFFFFF"/>
                </a:solidFill>
                <a:latin typeface="Amazon Ember"/>
              </a:rPr>
              <a:t xml:space="preserve">Bound candidates</a:t>
            </a:r>
            <a:endParaRPr lang="en-US" sz="2200"/>
          </a:p>
        </p:txBody>
      </p:sp>
      <p:sp>
        <p:nvSpPr>
          <p:cNvPr id="210" name="→"/>
          <p:cNvSpPr txBox="1"/>
          <p:nvPr/>
        </p:nvSpPr>
        <p:spPr>
          <a:xfrm>
            <a:off x="7856220" y="274320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11" name="">
            <a:extLst>
              <a:ext uri="{C183D7F6-B498-43B3-948B-1728B52AA6E4}">
                <adec:decorative xmlns:adec="http://schemas.microsoft.com/office/drawing/2017/decorative" val="1"/>
              </a:ext>
            </a:extLst>
          </p:cNvPr>
          <p:cNvSpPr txBox="1"/>
          <p:nvPr/>
        </p:nvSpPr>
        <p:spPr>
          <a:xfrm>
            <a:off x="8153400" y="201168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2" name="Rerank"/>
          <p:cNvSpPr txBox="1"/>
          <p:nvPr/>
        </p:nvSpPr>
        <p:spPr>
          <a:xfrm>
            <a:off x="8354568" y="219456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Rerank</a:t>
            </a:r>
            <a:endParaRPr lang="en-US" sz="2500"/>
          </a:p>
        </p:txBody>
      </p:sp>
      <p:sp>
        <p:nvSpPr>
          <p:cNvPr id="213" name="Bedrock relevance Return a shortlist"/>
          <p:cNvSpPr txBox="1"/>
          <p:nvPr/>
        </p:nvSpPr>
        <p:spPr>
          <a:xfrm>
            <a:off x="8354568" y="299923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Bedrock relevance</a:t>
            </a:r>
            <a:endParaRPr lang="en-US" sz="2200"/>
          </a:p>
          <a:p>
            <a:pPr marL="0" marR="0" indent="0">
              <a:lnSpc>
                <a:spcPct val="110000"/>
              </a:lnSpc>
              <a:spcAft>
                <a:spcPts val="900"/>
              </a:spcAft>
              <a:buNone/>
            </a:pPr>
            <a:r>
              <a:rPr lang="en-US" sz="2200" b="0">
                <a:solidFill>
                  <a:srgbClr val="FFFFFF"/>
                </a:solidFill>
                <a:latin typeface="Amazon Ember"/>
              </a:rPr>
              <a:t xml:space="preserve">Return a shortlist</a:t>
            </a:r>
            <a:endParaRPr lang="en-US" sz="2200"/>
          </a:p>
        </p:txBody>
      </p:sp>
      <p:sp>
        <p:nvSpPr>
          <p:cNvPr id="214" name="“Find a quiet, romantic wine-country retreat with a private villa.”"/>
          <p:cNvSpPr txBox="1"/>
          <p:nvPr/>
        </p:nvSpPr>
        <p:spPr>
          <a:xfrm>
            <a:off x="640080" y="4663440"/>
            <a:ext cx="10698480" cy="914400"/>
          </a:xfrm>
          <a:prstGeom prst="rect">
            <a:avLst/>
          </a:prstGeom>
          <a:noFill/>
          <a:ln>
            <a:noFill/>
          </a:ln>
        </p:spPr>
        <p:txBody>
          <a:bodyPr wrap="square" lIns="0" rIns="0" tIns="0" bIns="0"/>
          <a:lstStyle/>
          <a:p>
            <a:pPr marL="0" marR="0" indent="0">
              <a:lnSpc>
                <a:spcPct val="110000"/>
              </a:lnSpc>
              <a:spcAft>
                <a:spcPts val="900"/>
              </a:spcAft>
              <a:buNone/>
            </a:pPr>
            <a:r>
              <a:rPr lang="en-US" sz="2700" b="0">
                <a:solidFill>
                  <a:srgbClr val="D6B6FF"/>
                </a:solidFill>
                <a:latin typeface="Amazon Ember"/>
              </a:rPr>
              <a:t xml:space="preserve">“Find a quiet, romantic wine-country retreat with a private villa.”</a:t>
            </a:r>
            <a:endParaRPr lang="en-US" sz="2700"/>
          </a:p>
        </p:txBody>
      </p:sp>
      <p:sp>
        <p:nvSpPr>
          <p:cNvPr id="215" name="If reranking is unavailable, label the hybrid-order fallback."/>
          <p:cNvSpPr txBox="1"/>
          <p:nvPr/>
        </p:nvSpPr>
        <p:spPr>
          <a:xfrm>
            <a:off x="640080" y="5669280"/>
            <a:ext cx="10698480" cy="548640"/>
          </a:xfrm>
          <a:prstGeom prst="rect">
            <a:avLst/>
          </a:prstGeom>
          <a:noFill/>
          <a:ln>
            <a:noFill/>
          </a:ln>
        </p:spPr>
        <p:txBody>
          <a:bodyPr wrap="square" lIns="0" rIns="0" tIns="0" bIns="0"/>
          <a:lstStyle/>
          <a:p>
            <a:pPr marL="0" marR="0" indent="0">
              <a:lnSpc>
                <a:spcPct val="110000"/>
              </a:lnSpc>
              <a:spcAft>
                <a:spcPts val="900"/>
              </a:spcAft>
              <a:buNone/>
            </a:pPr>
            <a:r>
              <a:rPr lang="en-US" sz="2300" b="0">
                <a:solidFill>
                  <a:srgbClr val="FFFFFF"/>
                </a:solidFill>
                <a:latin typeface="Amazon Ember"/>
              </a:rPr>
              <a:t xml:space="preserve">If reranking is unavailable, label the hybrid-order fallback.</a:t>
            </a:r>
            <a:endParaRPr lang="en-US" sz="2300"/>
          </a:p>
        </p:txBody>
      </p:sp>
    </p:spTree>
    <p:extLst>
      <p:ext uri="{BB962C8B-B14F-4D97-AF65-F5344CB8AC3E}">
        <p14:creationId xmlns:p14="http://schemas.microsoft.com/office/powerpoint/2010/main" val="2556776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7F2A9996-E0C1-F56D-DE03-91813426E882}"/>
            </a:ext>
          </a:extLst>
        </p:cNvPr>
        <p:cNvGrpSpPr/>
        <p:nvPr/>
      </p:nvGrpSpPr>
      <p:grpSpPr>
        <a:xfrm>
          <a:off x="0" y="0"/>
          <a:ext cx="0" cy="0"/>
          <a:chOff x="0" y="0"/>
          <a:chExt cx="0" cy="0"/>
        </a:xfrm>
      </p:grpSpPr>
      <p:sp>
        <p:nvSpPr>
          <p:cNvPr id="201" name="Follow each claim to an independent record"/>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Follow each claim to an independent record</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IMPLEMENTED IN MERIDIAN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Workflow"/>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Workflow</a:t>
            </a:r>
            <a:endParaRPr lang="en-US" sz="2500"/>
          </a:p>
        </p:txBody>
      </p:sp>
      <p:sp>
        <p:nvSpPr>
          <p:cNvPr id="205" name="Thread + checkpoint Attempt + worker ID Saved resume receipt"/>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Thread + checkpoint</a:t>
            </a:r>
            <a:endParaRPr lang="en-US" sz="2200"/>
          </a:p>
          <a:p>
            <a:pPr marL="0" marR="0" indent="0">
              <a:lnSpc>
                <a:spcPct val="110000"/>
              </a:lnSpc>
              <a:spcAft>
                <a:spcPts val="900"/>
              </a:spcAft>
              <a:buNone/>
            </a:pPr>
            <a:r>
              <a:rPr lang="en-US" sz="2200" b="0">
                <a:solidFill>
                  <a:srgbClr val="FFFFFF"/>
                </a:solidFill>
                <a:latin typeface="Amazon Ember"/>
              </a:rPr>
              <a:t xml:space="preserve">Attempt + worker ID</a:t>
            </a:r>
            <a:endParaRPr lang="en-US" sz="2200"/>
          </a:p>
          <a:p>
            <a:pPr marL="0" marR="0" indent="0">
              <a:lnSpc>
                <a:spcPct val="110000"/>
              </a:lnSpc>
              <a:spcAft>
                <a:spcPts val="900"/>
              </a:spcAft>
              <a:buNone/>
            </a:pPr>
            <a:r>
              <a:rPr lang="en-US" sz="2200" b="0">
                <a:solidFill>
                  <a:srgbClr val="FFFFFF"/>
                </a:solidFill>
                <a:latin typeface="Amazon Ember"/>
              </a:rPr>
              <a:t xml:space="preserve">Saved resume receipt</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Authority"/>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Authority</a:t>
            </a:r>
            <a:endParaRPr lang="en-US" sz="2500"/>
          </a:p>
        </p:txBody>
      </p:sp>
      <p:sp>
        <p:nvSpPr>
          <p:cNvPr id="208" name="Workload binding audit Cedar allow or deny Pinned arguments"/>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Workload binding audit</a:t>
            </a:r>
            <a:endParaRPr lang="en-US" sz="2200"/>
          </a:p>
          <a:p>
            <a:pPr marL="0" marR="0" indent="0">
              <a:lnSpc>
                <a:spcPct val="110000"/>
              </a:lnSpc>
              <a:spcAft>
                <a:spcPts val="900"/>
              </a:spcAft>
              <a:buNone/>
            </a:pPr>
            <a:r>
              <a:rPr lang="en-US" sz="2200" b="0">
                <a:solidFill>
                  <a:srgbClr val="FFFFFF"/>
                </a:solidFill>
                <a:latin typeface="Amazon Ember"/>
              </a:rPr>
              <a:t xml:space="preserve">Cedar allow or deny</a:t>
            </a:r>
            <a:endParaRPr lang="en-US" sz="2200"/>
          </a:p>
          <a:p>
            <a:pPr marL="0" marR="0" indent="0">
              <a:lnSpc>
                <a:spcPct val="110000"/>
              </a:lnSpc>
              <a:spcAft>
                <a:spcPts val="900"/>
              </a:spcAft>
              <a:buNone/>
            </a:pPr>
            <a:r>
              <a:rPr lang="en-US" sz="2200" b="0">
                <a:solidFill>
                  <a:srgbClr val="FFFFFF"/>
                </a:solidFill>
                <a:latin typeface="Amazon Ember"/>
              </a:rPr>
              <a:t xml:space="preserve">Pinned arguments</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Business result"/>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Business result</a:t>
            </a:r>
            <a:endParaRPr lang="en-US" sz="2500"/>
          </a:p>
        </p:txBody>
      </p:sp>
      <p:sp>
        <p:nvSpPr>
          <p:cNvPr id="211" name="hold_requests + bookings One request, one record Original expiry retai"/>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hold_requests + bookings</a:t>
            </a:r>
            <a:endParaRPr lang="en-US" sz="2200"/>
          </a:p>
          <a:p>
            <a:pPr marL="0" marR="0" indent="0">
              <a:lnSpc>
                <a:spcPct val="110000"/>
              </a:lnSpc>
              <a:spcAft>
                <a:spcPts val="900"/>
              </a:spcAft>
              <a:buNone/>
            </a:pPr>
            <a:r>
              <a:rPr lang="en-US" sz="2200" b="0">
                <a:solidFill>
                  <a:srgbClr val="FFFFFF"/>
                </a:solidFill>
                <a:latin typeface="Amazon Ember"/>
              </a:rPr>
              <a:t xml:space="preserve">One request, one record</a:t>
            </a:r>
            <a:endParaRPr lang="en-US" sz="2200"/>
          </a:p>
          <a:p>
            <a:pPr marL="0" marR="0" indent="0">
              <a:lnSpc>
                <a:spcPct val="110000"/>
              </a:lnSpc>
              <a:spcAft>
                <a:spcPts val="900"/>
              </a:spcAft>
              <a:buNone/>
            </a:pPr>
            <a:r>
              <a:rPr lang="en-US" sz="2200" b="0">
                <a:solidFill>
                  <a:srgbClr val="FFFFFF"/>
                </a:solidFill>
                <a:latin typeface="Amazon Ember"/>
              </a:rPr>
              <a:t xml:space="preserve">Original expiry retained</a:t>
            </a:r>
            <a:endParaRPr lang="en-US" sz="2200"/>
          </a:p>
        </p:txBody>
      </p:sp>
    </p:spTree>
    <p:extLst>
      <p:ext uri="{BB962C8B-B14F-4D97-AF65-F5344CB8AC3E}">
        <p14:creationId xmlns:p14="http://schemas.microsoft.com/office/powerpoint/2010/main" val="3348871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01" name="Remember the traveler. Govern the action."/>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Remember the traveler. Govern the action.</a:t>
            </a:r>
            <a:endParaRPr lang="en-US" sz="3400"/>
          </a:p>
        </p:txBody>
      </p:sp>
      <p:sp>
        <p:nvSpPr>
          <p:cNvPr id="202" name="MERIDIAN CAPABILITY LADDER"/>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MERIDIAN CAPABILITY LADDER</a:t>
            </a:r>
            <a:endParaRPr lang="en-US" sz="1200"/>
          </a:p>
        </p:txBody>
      </p:sp>
      <p:sp>
        <p:nvSpPr>
          <p:cNvPr id="203" name="Context is useful. Authority must be explicit."/>
          <p:cNvSpPr txBox="1"/>
          <p:nvPr/>
        </p:nvSpPr>
        <p:spPr>
          <a:xfrm>
            <a:off x="594360" y="3200400"/>
            <a:ext cx="10789920" cy="1097280"/>
          </a:xfrm>
          <a:prstGeom prst="rect">
            <a:avLst/>
          </a:prstGeom>
          <a:noFill/>
          <a:ln>
            <a:noFill/>
          </a:ln>
        </p:spPr>
        <p:txBody>
          <a:bodyPr wrap="square" lIns="0" rIns="0" tIns="0" bIns="0"/>
          <a:lstStyle/>
          <a:p>
            <a:pPr marL="0" marR="0" indent="0">
              <a:lnSpc>
                <a:spcPct val="110000"/>
              </a:lnSpc>
              <a:spcAft>
                <a:spcPts val="900"/>
              </a:spcAft>
              <a:buNone/>
            </a:pPr>
            <a:r>
              <a:rPr lang="en-US" sz="3200" b="0">
                <a:solidFill>
                  <a:srgbClr val="FFFFFF"/>
                </a:solidFill>
                <a:latin typeface="Amazon Ember"/>
              </a:rPr>
              <a:t xml:space="preserve">Context is useful. Authority must be explicit.</a:t>
            </a:r>
            <a:endParaRPr lang="en-US" sz="3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9E335820-23A8-9A34-AE2E-4A4C4574770D}"/>
            </a:ext>
          </a:extLst>
        </p:cNvPr>
        <p:cNvGrpSpPr/>
        <p:nvPr/>
      </p:nvGrpSpPr>
      <p:grpSpPr>
        <a:xfrm>
          <a:off x="0" y="0"/>
          <a:ext cx="0" cy="0"/>
          <a:chOff x="0" y="0"/>
          <a:chExt cx="0" cy="0"/>
        </a:xfrm>
      </p:grpSpPr>
      <p:sp>
        <p:nvSpPr>
          <p:cNvPr id="201" name="Put authority outside the model"/>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Put authority outside the model</a:t>
            </a:r>
            <a:endParaRPr lang="en-US" sz="3400"/>
          </a:p>
        </p:txBody>
      </p:sp>
      <p:sp>
        <p:nvSpPr>
          <p:cNvPr id="202" name="PHASE 4 · TRUST BOUNDARIES"/>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PHASE 4 · TRUST BOUNDARIES</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Browser → API"/>
          <p:cNvSpPr txBox="1"/>
          <p:nvPr/>
        </p:nvSpPr>
        <p:spPr>
          <a:xfrm>
            <a:off x="704088" y="201168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Browser → API</a:t>
            </a:r>
            <a:endParaRPr lang="en-US" sz="2500"/>
          </a:p>
        </p:txBody>
      </p:sp>
      <p:sp>
        <p:nvSpPr>
          <p:cNvPr id="205" name="Authenticate caller Bind Alex"/>
          <p:cNvSpPr txBox="1"/>
          <p:nvPr/>
        </p:nvSpPr>
        <p:spPr>
          <a:xfrm>
            <a:off x="704088" y="281635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Authenticate caller</a:t>
            </a:r>
            <a:endParaRPr lang="en-US" sz="2200"/>
          </a:p>
          <a:p>
            <a:pPr marL="0" marR="0" indent="0">
              <a:lnSpc>
                <a:spcPct val="110000"/>
              </a:lnSpc>
              <a:spcAft>
                <a:spcPts val="900"/>
              </a:spcAft>
              <a:buNone/>
            </a:pPr>
            <a:r>
              <a:rPr lang="en-US" sz="2200" b="0">
                <a:solidFill>
                  <a:srgbClr val="FFFFFF"/>
                </a:solidFill>
                <a:latin typeface="Amazon Ember"/>
              </a:rPr>
              <a:t xml:space="preserve">Bind Alex</a:t>
            </a:r>
            <a:endParaRPr lang="en-US" sz="2200"/>
          </a:p>
        </p:txBody>
      </p:sp>
      <p:sp>
        <p:nvSpPr>
          <p:cNvPr id="206" name="→"/>
          <p:cNvSpPr txBox="1"/>
          <p:nvPr/>
        </p:nvSpPr>
        <p:spPr>
          <a:xfrm>
            <a:off x="4030980" y="256032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07" name="">
            <a:extLst>
              <a:ext uri="{C183D7F6-B498-43B3-948B-1728B52AA6E4}">
                <adec:decorative xmlns:adec="http://schemas.microsoft.com/office/drawing/2017/decorative" val="1"/>
              </a:ext>
            </a:extLst>
          </p:cNvPr>
          <p:cNvSpPr txBox="1"/>
          <p:nvPr/>
        </p:nvSpPr>
        <p:spPr>
          <a:xfrm>
            <a:off x="4328160" y="182880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8" name="Runtime hooks"/>
          <p:cNvSpPr txBox="1"/>
          <p:nvPr/>
        </p:nvSpPr>
        <p:spPr>
          <a:xfrm>
            <a:off x="4529328" y="201168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Runtime hooks</a:t>
            </a:r>
            <a:endParaRPr lang="en-US" sz="2500"/>
          </a:p>
        </p:txBody>
      </p:sp>
      <p:sp>
        <p:nvSpPr>
          <p:cNvPr id="209" name="Pin traveler Confirmation + budget"/>
          <p:cNvSpPr txBox="1"/>
          <p:nvPr/>
        </p:nvSpPr>
        <p:spPr>
          <a:xfrm>
            <a:off x="4529328" y="281635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Pin traveler</a:t>
            </a:r>
            <a:endParaRPr lang="en-US" sz="2200"/>
          </a:p>
          <a:p>
            <a:pPr marL="0" marR="0" indent="0">
              <a:lnSpc>
                <a:spcPct val="110000"/>
              </a:lnSpc>
              <a:spcAft>
                <a:spcPts val="900"/>
              </a:spcAft>
              <a:buNone/>
            </a:pPr>
            <a:r>
              <a:rPr lang="en-US" sz="2200" b="0">
                <a:solidFill>
                  <a:srgbClr val="FFFFFF"/>
                </a:solidFill>
                <a:latin typeface="Amazon Ember"/>
              </a:rPr>
              <a:t xml:space="preserve">Confirmation + budget</a:t>
            </a:r>
            <a:endParaRPr lang="en-US" sz="2200"/>
          </a:p>
        </p:txBody>
      </p:sp>
      <p:sp>
        <p:nvSpPr>
          <p:cNvPr id="210" name="→"/>
          <p:cNvSpPr txBox="1"/>
          <p:nvPr/>
        </p:nvSpPr>
        <p:spPr>
          <a:xfrm>
            <a:off x="7856220" y="256032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11" name="">
            <a:extLst>
              <a:ext uri="{C183D7F6-B498-43B3-948B-1728B52AA6E4}">
                <adec:decorative xmlns:adec="http://schemas.microsoft.com/office/drawing/2017/decorative" val="1"/>
              </a:ext>
            </a:extLst>
          </p:cNvPr>
          <p:cNvSpPr txBox="1"/>
          <p:nvPr/>
        </p:nvSpPr>
        <p:spPr>
          <a:xfrm>
            <a:off x="8153400" y="182880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2" name="Gateway + Cedar"/>
          <p:cNvSpPr txBox="1"/>
          <p:nvPr/>
        </p:nvSpPr>
        <p:spPr>
          <a:xfrm>
            <a:off x="8354568" y="201168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Gateway + Cedar</a:t>
            </a:r>
            <a:endParaRPr lang="en-US" sz="2500"/>
          </a:p>
        </p:txBody>
      </p:sp>
      <p:sp>
        <p:nvSpPr>
          <p:cNvPr id="213" name="Evaluate permission Then invoke Lambda"/>
          <p:cNvSpPr txBox="1"/>
          <p:nvPr/>
        </p:nvSpPr>
        <p:spPr>
          <a:xfrm>
            <a:off x="8354568" y="281635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Evaluate permission</a:t>
            </a:r>
            <a:endParaRPr lang="en-US" sz="2200"/>
          </a:p>
          <a:p>
            <a:pPr marL="0" marR="0" indent="0">
              <a:lnSpc>
                <a:spcPct val="110000"/>
              </a:lnSpc>
              <a:spcAft>
                <a:spcPts val="900"/>
              </a:spcAft>
              <a:buNone/>
            </a:pPr>
            <a:r>
              <a:rPr lang="en-US" sz="2200" b="0">
                <a:solidFill>
                  <a:srgbClr val="FFFFFF"/>
                </a:solidFill>
                <a:latin typeface="Amazon Ember"/>
              </a:rPr>
              <a:t xml:space="preserve">Then invoke Lambda</a:t>
            </a:r>
            <a:endParaRPr lang="en-US" sz="2200"/>
          </a:p>
        </p:txBody>
      </p:sp>
      <p:sp>
        <p:nvSpPr>
          <p:cNvPr id="214" name="">
            <a:extLst>
              <a:ext uri="{C183D7F6-B498-43B3-948B-1728B52AA6E4}">
                <adec:decorative xmlns:adec="http://schemas.microsoft.com/office/drawing/2017/decorative" val="1"/>
              </a:ext>
            </a:extLst>
          </p:cNvPr>
          <p:cNvSpPr txBox="1"/>
          <p:nvPr/>
        </p:nvSpPr>
        <p:spPr>
          <a:xfrm>
            <a:off x="594360" y="4251960"/>
            <a:ext cx="10972800" cy="187451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5" name="Aurora transaction"/>
          <p:cNvSpPr txBox="1"/>
          <p:nvPr/>
        </p:nvSpPr>
        <p:spPr>
          <a:xfrm>
            <a:off x="795528" y="4434840"/>
            <a:ext cx="105704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Aurora transaction</a:t>
            </a:r>
            <a:endParaRPr lang="en-US" sz="2500"/>
          </a:p>
        </p:txBody>
      </p:sp>
      <p:sp>
        <p:nvSpPr>
          <p:cNvPr id="216" name="Authorize the Lambda workload; apply RLS; validate ownership, price an"/>
          <p:cNvSpPr txBox="1"/>
          <p:nvPr/>
        </p:nvSpPr>
        <p:spPr>
          <a:xfrm>
            <a:off x="795528" y="5239512"/>
            <a:ext cx="10570464" cy="74980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Authorize the Lambda workload; apply RLS; validate ownership, price and inventory.</a:t>
            </a:r>
            <a:endParaRPr lang="en-US" sz="2200"/>
          </a:p>
        </p:txBody>
      </p:sp>
    </p:spTree>
    <p:extLst>
      <p:ext uri="{BB962C8B-B14F-4D97-AF65-F5344CB8AC3E}">
        <p14:creationId xmlns:p14="http://schemas.microsoft.com/office/powerpoint/2010/main" val="81584142"/>
      </p:ext>
    </p:extLst>
  </p:cSld>
  <p:clrMapOvr>
    <a:masterClrMapping/>
  </p:clrMapOvr>
  <mc:AlternateContent xmlns:mc="http://schemas.openxmlformats.org/markup-compatibility/2006" xmlns:p159="http://schemas.microsoft.com/office/powerpoint/2015/09/main">
    <mc:Choice Requires="p159"/>
    <mc:Fallback xmlns=""/>
  </mc:AlternateContent>
</p:sld>
</file>

<file path=ppt/slides/slide29.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76C05782-2F29-EA5D-DD92-73B490E8DE16}"/>
            </a:ext>
          </a:extLst>
        </p:cNvPr>
        <p:cNvGrpSpPr/>
        <p:nvPr/>
      </p:nvGrpSpPr>
      <p:grpSpPr>
        <a:xfrm>
          <a:off x="0" y="0"/>
          <a:ext cx="0" cy="0"/>
          <a:chOff x="0" y="0"/>
          <a:chExt cx="0" cy="0"/>
        </a:xfrm>
      </p:grpSpPr>
      <p:sp>
        <p:nvSpPr>
          <p:cNvPr id="201" name="Three kinds of state have different owners"/>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Three kinds of state have different owners</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IMPLEMENTED IN MERIDIAN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Traveler facts"/>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Traveler facts</a:t>
            </a:r>
            <a:endParaRPr lang="en-US" sz="2500"/>
          </a:p>
        </p:txBody>
      </p:sp>
      <p:sp>
        <p:nvSpPr>
          <p:cNvPr id="205" name="Aurora preferences Saved budget Read under RLS"/>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Aurora preferences</a:t>
            </a:r>
            <a:endParaRPr lang="en-US" sz="2200"/>
          </a:p>
          <a:p>
            <a:pPr marL="0" marR="0" indent="0">
              <a:lnSpc>
                <a:spcPct val="110000"/>
              </a:lnSpc>
              <a:spcAft>
                <a:spcPts val="900"/>
              </a:spcAft>
              <a:buNone/>
            </a:pPr>
            <a:r>
              <a:rPr lang="en-US" sz="2200" b="0">
                <a:solidFill>
                  <a:srgbClr val="FFFFFF"/>
                </a:solidFill>
                <a:latin typeface="Amazon Ember"/>
              </a:rPr>
              <a:t xml:space="preserve">Saved budget</a:t>
            </a:r>
            <a:endParaRPr lang="en-US" sz="2200"/>
          </a:p>
          <a:p>
            <a:pPr marL="0" marR="0" indent="0">
              <a:lnSpc>
                <a:spcPct val="110000"/>
              </a:lnSpc>
              <a:spcAft>
                <a:spcPts val="900"/>
              </a:spcAft>
              <a:buNone/>
            </a:pPr>
            <a:r>
              <a:rPr lang="en-US" sz="2200" b="0">
                <a:solidFill>
                  <a:srgbClr val="FFFFFF"/>
                </a:solidFill>
                <a:latin typeface="Amazon Ember"/>
              </a:rPr>
              <a:t xml:space="preserve">Read under RLS</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Conversation"/>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Conversation</a:t>
            </a:r>
            <a:endParaRPr lang="en-US" sz="2500"/>
          </a:p>
        </p:txBody>
      </p:sp>
      <p:sp>
        <p:nvSpPr>
          <p:cNvPr id="208" name="AgentCore Memory Runtime session context Aurora turn mirror"/>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AgentCore Memory</a:t>
            </a:r>
            <a:endParaRPr lang="en-US" sz="2200"/>
          </a:p>
          <a:p>
            <a:pPr marL="0" marR="0" indent="0">
              <a:lnSpc>
                <a:spcPct val="110000"/>
              </a:lnSpc>
              <a:spcAft>
                <a:spcPts val="900"/>
              </a:spcAft>
              <a:buNone/>
            </a:pPr>
            <a:r>
              <a:rPr lang="en-US" sz="2200" b="0">
                <a:solidFill>
                  <a:srgbClr val="FFFFFF"/>
                </a:solidFill>
                <a:latin typeface="Amazon Ember"/>
              </a:rPr>
              <a:t xml:space="preserve">Runtime session context</a:t>
            </a:r>
            <a:endParaRPr lang="en-US" sz="2200"/>
          </a:p>
          <a:p>
            <a:pPr marL="0" marR="0" indent="0">
              <a:lnSpc>
                <a:spcPct val="110000"/>
              </a:lnSpc>
              <a:spcAft>
                <a:spcPts val="900"/>
              </a:spcAft>
              <a:buNone/>
            </a:pPr>
            <a:r>
              <a:rPr lang="en-US" sz="2200" b="0">
                <a:solidFill>
                  <a:srgbClr val="FFFFFF"/>
                </a:solidFill>
                <a:latin typeface="Amazon Ember"/>
              </a:rPr>
              <a:t xml:space="preserve">Aurora turn mirror</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Execution"/>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Execution</a:t>
            </a:r>
            <a:endParaRPr lang="en-US" sz="2500"/>
          </a:p>
        </p:txBody>
      </p:sp>
      <p:sp>
        <p:nvSpPr>
          <p:cNvPr id="211" name="Aurora checkpoints Worker leases Stable hold intent"/>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Aurora checkpoints</a:t>
            </a:r>
            <a:endParaRPr lang="en-US" sz="2200"/>
          </a:p>
          <a:p>
            <a:pPr marL="0" marR="0" indent="0">
              <a:lnSpc>
                <a:spcPct val="110000"/>
              </a:lnSpc>
              <a:spcAft>
                <a:spcPts val="900"/>
              </a:spcAft>
              <a:buNone/>
            </a:pPr>
            <a:r>
              <a:rPr lang="en-US" sz="2200" b="0">
                <a:solidFill>
                  <a:srgbClr val="FFFFFF"/>
                </a:solidFill>
                <a:latin typeface="Amazon Ember"/>
              </a:rPr>
              <a:t xml:space="preserve">Worker leases</a:t>
            </a:r>
            <a:endParaRPr lang="en-US" sz="2200"/>
          </a:p>
          <a:p>
            <a:pPr marL="0" marR="0" indent="0">
              <a:lnSpc>
                <a:spcPct val="110000"/>
              </a:lnSpc>
              <a:spcAft>
                <a:spcPts val="900"/>
              </a:spcAft>
              <a:buNone/>
            </a:pPr>
            <a:r>
              <a:rPr lang="en-US" sz="2200" b="0">
                <a:solidFill>
                  <a:srgbClr val="FFFFFF"/>
                </a:solidFill>
                <a:latin typeface="Amazon Ember"/>
              </a:rPr>
              <a:t xml:space="preserve">Stable hold intent</a:t>
            </a:r>
            <a:endParaRPr lang="en-US" sz="2200"/>
          </a:p>
        </p:txBody>
      </p:sp>
    </p:spTree>
    <p:extLst>
      <p:ext uri="{BB962C8B-B14F-4D97-AF65-F5344CB8AC3E}">
        <p14:creationId xmlns:p14="http://schemas.microsoft.com/office/powerpoint/2010/main" val="3435856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CF00343A-384B-E594-FF15-994B1E648563}"/>
            </a:ext>
          </a:extLst>
        </p:cNvPr>
        <p:cNvGrpSpPr/>
        <p:nvPr/>
      </p:nvGrpSpPr>
      <p:grpSpPr>
        <a:xfrm>
          <a:off x="0" y="0"/>
          <a:ext cx="0" cy="0"/>
          <a:chOff x="0" y="0"/>
          <a:chExt cx="0" cy="0"/>
        </a:xfrm>
      </p:grpSpPr>
      <p:sp>
        <p:nvSpPr>
          <p:cNvPr id="201" name="An applicable permit is required"/>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An applicable permit is required</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IMPLEMENTED IN MERIDIAN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Read"/>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Read</a:t>
            </a:r>
            <a:endParaRPr lang="en-US" sz="2500"/>
          </a:p>
        </p:txBody>
      </p:sp>
      <p:sp>
        <p:nvSpPr>
          <p:cNvPr id="205" name="Search packages Read package details Authenticated tools"/>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Search packages</a:t>
            </a:r>
            <a:endParaRPr lang="en-US" sz="2200"/>
          </a:p>
          <a:p>
            <a:pPr marL="0" marR="0" indent="0">
              <a:lnSpc>
                <a:spcPct val="110000"/>
              </a:lnSpc>
              <a:spcAft>
                <a:spcPts val="900"/>
              </a:spcAft>
              <a:buNone/>
            </a:pPr>
            <a:r>
              <a:rPr lang="en-US" sz="2200" b="0">
                <a:solidFill>
                  <a:srgbClr val="FFFFFF"/>
                </a:solidFill>
                <a:latin typeface="Amazon Ember"/>
              </a:rPr>
              <a:t xml:space="preserve">Read package details</a:t>
            </a:r>
            <a:endParaRPr lang="en-US" sz="2200"/>
          </a:p>
          <a:p>
            <a:pPr marL="0" marR="0" indent="0">
              <a:lnSpc>
                <a:spcPct val="110000"/>
              </a:lnSpc>
              <a:spcAft>
                <a:spcPts val="900"/>
              </a:spcAft>
              <a:buNone/>
            </a:pPr>
            <a:r>
              <a:rPr lang="en-US" sz="2200" b="0">
                <a:solidFill>
                  <a:srgbClr val="FFFFFF"/>
                </a:solidFill>
                <a:latin typeface="Amazon Ember"/>
              </a:rPr>
              <a:t xml:space="preserve">Authenticated tools</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Hold"/>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Hold</a:t>
            </a:r>
            <a:endParaRPr lang="en-US" sz="2500"/>
          </a:p>
        </p:txBody>
      </p:sp>
      <p:sp>
        <p:nvSpPr>
          <p:cNvPr id="208" name="Traveler confirmed ≤6 travelers · ≤12 hours Within saved budget"/>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Traveler confirmed</a:t>
            </a:r>
            <a:endParaRPr lang="en-US" sz="2200"/>
          </a:p>
          <a:p>
            <a:pPr marL="0" marR="0" indent="0">
              <a:lnSpc>
                <a:spcPct val="110000"/>
              </a:lnSpc>
              <a:spcAft>
                <a:spcPts val="900"/>
              </a:spcAft>
              <a:buNone/>
            </a:pPr>
            <a:r>
              <a:rPr lang="en-US" sz="2200" b="0">
                <a:solidFill>
                  <a:srgbClr val="FFFFFF"/>
                </a:solidFill>
                <a:latin typeface="Amazon Ember"/>
              </a:rPr>
              <a:t xml:space="preserve">≤6 travelers · ≤12 hours</a:t>
            </a:r>
            <a:endParaRPr lang="en-US" sz="2200"/>
          </a:p>
          <a:p>
            <a:pPr marL="0" marR="0" indent="0">
              <a:lnSpc>
                <a:spcPct val="110000"/>
              </a:lnSpc>
              <a:spcAft>
                <a:spcPts val="900"/>
              </a:spcAft>
              <a:buNone/>
            </a:pPr>
            <a:r>
              <a:rPr lang="en-US" sz="2200" b="0">
                <a:solidFill>
                  <a:srgbClr val="FFFFFF"/>
                </a:solidFill>
                <a:latin typeface="Amazon Ember"/>
              </a:rPr>
              <a:t xml:space="preserve">Within saved budget</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Confirm"/>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Confirm</a:t>
            </a:r>
            <a:endParaRPr lang="en-US" sz="2500"/>
          </a:p>
        </p:txBody>
      </p:sp>
      <p:sp>
        <p:nvSpPr>
          <p:cNvPr id="211" name="Traveler confirmed Within saved budget Aurora checks owner + expiry"/>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Traveler confirmed</a:t>
            </a:r>
            <a:endParaRPr lang="en-US" sz="2200"/>
          </a:p>
          <a:p>
            <a:pPr marL="0" marR="0" indent="0">
              <a:lnSpc>
                <a:spcPct val="110000"/>
              </a:lnSpc>
              <a:spcAft>
                <a:spcPts val="900"/>
              </a:spcAft>
              <a:buNone/>
            </a:pPr>
            <a:r>
              <a:rPr lang="en-US" sz="2200" b="0">
                <a:solidFill>
                  <a:srgbClr val="FFFFFF"/>
                </a:solidFill>
                <a:latin typeface="Amazon Ember"/>
              </a:rPr>
              <a:t xml:space="preserve">Within saved budget</a:t>
            </a:r>
            <a:endParaRPr lang="en-US" sz="2200"/>
          </a:p>
          <a:p>
            <a:pPr marL="0" marR="0" indent="0">
              <a:lnSpc>
                <a:spcPct val="110000"/>
              </a:lnSpc>
              <a:spcAft>
                <a:spcPts val="900"/>
              </a:spcAft>
              <a:buNone/>
            </a:pPr>
            <a:r>
              <a:rPr lang="en-US" sz="2200" b="0">
                <a:solidFill>
                  <a:srgbClr val="FFFFFF"/>
                </a:solidFill>
                <a:latin typeface="Amazon Ember"/>
              </a:rPr>
              <a:t xml:space="preserve">Aurora checks owner + expiry</a:t>
            </a:r>
            <a:endParaRPr lang="en-US" sz="2200"/>
          </a:p>
        </p:txBody>
      </p:sp>
    </p:spTree>
    <p:extLst>
      <p:ext uri="{BB962C8B-B14F-4D97-AF65-F5344CB8AC3E}">
        <p14:creationId xmlns:p14="http://schemas.microsoft.com/office/powerpoint/2010/main" val="1289219580"/>
      </p:ext>
    </p:extLst>
  </p:cSld>
  <p:clrMapOvr>
    <a:masterClrMapping/>
  </p:clrMapOvr>
  <mc:AlternateContent xmlns:mc="http://schemas.openxmlformats.org/markup-compatibility/2006" xmlns:p159="http://schemas.microsoft.com/office/powerpoint/2015/09/main">
    <mc:Choice Requires="p159"/>
    <mc:Fallback xmlns=""/>
  </mc:AlternateContent>
</p:sld>
</file>

<file path=ppt/slides/slide31.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63D218FE-B630-C394-5C19-B44B6056BEFD}"/>
            </a:ext>
          </a:extLst>
        </p:cNvPr>
        <p:cNvGrpSpPr/>
        <p:nvPr/>
      </p:nvGrpSpPr>
      <p:grpSpPr>
        <a:xfrm>
          <a:off x="0" y="0"/>
          <a:ext cx="0" cy="0"/>
          <a:chOff x="0" y="0"/>
          <a:chExt cx="0" cy="0"/>
        </a:xfrm>
      </p:grpSpPr>
      <p:sp>
        <p:nvSpPr>
          <p:cNvPr id="201" name="The worker can disappear"/>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The worker can disappear</a:t>
            </a:r>
            <a:endParaRPr lang="en-US" sz="3400"/>
          </a:p>
        </p:txBody>
      </p:sp>
      <p:sp>
        <p:nvSpPr>
          <p:cNvPr id="202" name="MERIDIAN CAPABILITY LADDER"/>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MERIDIAN CAPABILITY LADDER</a:t>
            </a:r>
            <a:endParaRPr lang="en-US" sz="1200"/>
          </a:p>
        </p:txBody>
      </p:sp>
      <p:sp>
        <p:nvSpPr>
          <p:cNvPr id="203" name="The journey should not."/>
          <p:cNvSpPr txBox="1"/>
          <p:nvPr/>
        </p:nvSpPr>
        <p:spPr>
          <a:xfrm>
            <a:off x="594360" y="3200400"/>
            <a:ext cx="10789920" cy="1097280"/>
          </a:xfrm>
          <a:prstGeom prst="rect">
            <a:avLst/>
          </a:prstGeom>
          <a:noFill/>
          <a:ln>
            <a:noFill/>
          </a:ln>
        </p:spPr>
        <p:txBody>
          <a:bodyPr wrap="square" lIns="0" rIns="0" tIns="0" bIns="0"/>
          <a:lstStyle/>
          <a:p>
            <a:pPr marL="0" marR="0" indent="0">
              <a:lnSpc>
                <a:spcPct val="110000"/>
              </a:lnSpc>
              <a:spcAft>
                <a:spcPts val="900"/>
              </a:spcAft>
              <a:buNone/>
            </a:pPr>
            <a:r>
              <a:rPr lang="en-US" sz="3200" b="0">
                <a:solidFill>
                  <a:srgbClr val="FFFFFF"/>
                </a:solidFill>
                <a:latin typeface="Amazon Ember"/>
              </a:rPr>
              <a:t xml:space="preserve">The journey should not.</a:t>
            </a:r>
            <a:endParaRPr lang="en-US" sz="3200"/>
          </a:p>
        </p:txBody>
      </p:sp>
    </p:spTree>
    <p:extLst>
      <p:ext uri="{BB962C8B-B14F-4D97-AF65-F5344CB8AC3E}">
        <p14:creationId xmlns:p14="http://schemas.microsoft.com/office/powerpoint/2010/main" val="3843078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01" name="The mechanism has deliberate limits"/>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The mechanism has deliberate limits</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IMPLEMENTATION BOUNDARIES + PRODUCTION DECISIONS</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Single presenter"/>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Single presenter</a:t>
            </a:r>
            <a:endParaRPr lang="en-US" sz="2500"/>
          </a:p>
        </p:txBody>
      </p:sp>
      <p:sp>
        <p:nvSpPr>
          <p:cNvPr id="205" name="Shared demo principal No multi-user login Trusted Gateway callers"/>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Shared demo principal</a:t>
            </a:r>
            <a:endParaRPr lang="en-US" sz="2200"/>
          </a:p>
          <a:p>
            <a:pPr marL="0" marR="0" indent="0">
              <a:lnSpc>
                <a:spcPct val="110000"/>
              </a:lnSpc>
              <a:spcAft>
                <a:spcPts val="900"/>
              </a:spcAft>
              <a:buNone/>
            </a:pPr>
            <a:r>
              <a:rPr lang="en-US" sz="2200" b="0">
                <a:solidFill>
                  <a:srgbClr val="FFFFFF"/>
                </a:solidFill>
                <a:latin typeface="Amazon Ember"/>
              </a:rPr>
              <a:t xml:space="preserve">No multi-user login</a:t>
            </a:r>
            <a:endParaRPr lang="en-US" sz="2200"/>
          </a:p>
          <a:p>
            <a:pPr marL="0" marR="0" indent="0">
              <a:lnSpc>
                <a:spcPct val="110000"/>
              </a:lnSpc>
              <a:spcAft>
                <a:spcPts val="900"/>
              </a:spcAft>
              <a:buNone/>
            </a:pPr>
            <a:r>
              <a:rPr lang="en-US" sz="2200" b="0">
                <a:solidFill>
                  <a:srgbClr val="FFFFFF"/>
                </a:solidFill>
                <a:latin typeface="Amazon Ember"/>
              </a:rPr>
              <a:t xml:space="preserve">Trusted Gateway callers</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Operational cost"/>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Operational cost</a:t>
            </a:r>
            <a:endParaRPr lang="en-US" sz="2500"/>
          </a:p>
        </p:txBody>
      </p:sp>
      <p:sp>
        <p:nvSpPr>
          <p:cNvPr id="208" name="Aurora capacity + backup Model calls + memory Logs and hosted services"/>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Aurora capacity + backup</a:t>
            </a:r>
            <a:endParaRPr lang="en-US" sz="2200"/>
          </a:p>
          <a:p>
            <a:pPr marL="0" marR="0" indent="0">
              <a:lnSpc>
                <a:spcPct val="110000"/>
              </a:lnSpc>
              <a:spcAft>
                <a:spcPts val="900"/>
              </a:spcAft>
              <a:buNone/>
            </a:pPr>
            <a:r>
              <a:rPr lang="en-US" sz="2200" b="0">
                <a:solidFill>
                  <a:srgbClr val="FFFFFF"/>
                </a:solidFill>
                <a:latin typeface="Amazon Ember"/>
              </a:rPr>
              <a:t xml:space="preserve">Model calls + memory</a:t>
            </a:r>
            <a:endParaRPr lang="en-US" sz="2200"/>
          </a:p>
          <a:p>
            <a:pPr marL="0" marR="0" indent="0">
              <a:lnSpc>
                <a:spcPct val="110000"/>
              </a:lnSpc>
              <a:spcAft>
                <a:spcPts val="900"/>
              </a:spcAft>
              <a:buNone/>
            </a:pPr>
            <a:r>
              <a:rPr lang="en-US" sz="2200" b="0">
                <a:solidFill>
                  <a:srgbClr val="FFFFFF"/>
                </a:solidFill>
                <a:latin typeface="Amazon Ember"/>
              </a:rPr>
              <a:t xml:space="preserve">Logs and hosted services</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Release proof"/>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Workload limits</a:t>
            </a:r>
            <a:endParaRPr lang="en-US" sz="2500"/>
          </a:p>
        </p:txBody>
      </p:sp>
      <p:sp>
        <p:nvSpPr>
          <p:cNvPr id="211" name="Local source validated Runtime source parity checked Hosted web still "/>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Bound execution + retries</a:t>
            </a:r>
            <a:endParaRPr lang="en-US" sz="2200"/>
          </a:p>
          <a:p>
            <a:pPr marL="0" marR="0" indent="0">
              <a:lnSpc>
                <a:spcPct val="110000"/>
              </a:lnSpc>
              <a:spcAft>
                <a:spcPts val="900"/>
              </a:spcAft>
              <a:buNone/>
            </a:pPr>
            <a:r>
              <a:rPr lang="en-US" sz="2200" b="0">
                <a:solidFill>
                  <a:srgbClr val="FFFFFF"/>
                </a:solidFill>
                <a:latin typeface="Amazon Ember"/>
              </a:rPr>
              <a:t xml:space="preserve">Protect checkout capacity</a:t>
            </a:r>
            <a:endParaRPr lang="en-US" sz="2200"/>
          </a:p>
          <a:p>
            <a:pPr marL="0" marR="0" indent="0">
              <a:lnSpc>
                <a:spcPct val="110000"/>
              </a:lnSpc>
              <a:spcAft>
                <a:spcPts val="900"/>
              </a:spcAft>
              <a:buNone/>
            </a:pPr>
            <a:r>
              <a:rPr lang="en-US" sz="2200" b="0">
                <a:solidFill>
                  <a:srgbClr val="FFFFFF"/>
                </a:solidFill>
                <a:latin typeface="Amazon Ember"/>
              </a:rPr>
              <a:t xml:space="preserve">Test business recovery</a:t>
            </a:r>
            <a:endParaRPr lang="en-US" sz="2200"/>
          </a:p>
        </p:txBody>
      </p:sp>
    </p:spTree>
    <p:extLst>
      <p:ext uri="{BB962C8B-B14F-4D97-AF65-F5344CB8AC3E}">
        <p14:creationId xmlns:p14="http://schemas.microsoft.com/office/powerpoint/2010/main" val="904105164"/>
      </p:ext>
    </p:extLst>
  </p:cSld>
  <p:clrMapOvr>
    <a:masterClrMapping/>
  </p:clrMapOvr>
  <mc:AlternateContent xmlns:mc="http://schemas.openxmlformats.org/markup-compatibility/2006" xmlns:p159="http://schemas.microsoft.com/office/powerpoint/2015/09/main">
    <mc:Choice Requires="p159"/>
    <mc:Fallback xmlns=""/>
  </mc:AlternateContent>
</p:sld>
</file>

<file path=ppt/slides/slide33.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01" name="Checkpoint progress; transact the business write"/>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Checkpoint progress; transact the business write</a:t>
            </a:r>
            <a:endParaRPr lang="en-US" sz="3400"/>
          </a:p>
        </p:txBody>
      </p:sp>
      <p:sp>
        <p:nvSpPr>
          <p:cNvPr id="202" name="PHASE 5 · LANGGRAPH IN FASTAPI"/>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PHASE 5 · LANGGRAPH IN FASTAPI</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Search"/>
          <p:cNvSpPr txBox="1"/>
          <p:nvPr/>
        </p:nvSpPr>
        <p:spPr>
          <a:xfrm>
            <a:off x="704088" y="201168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Search</a:t>
            </a:r>
            <a:endParaRPr lang="en-US" sz="2500"/>
          </a:p>
        </p:txBody>
      </p:sp>
      <p:sp>
        <p:nvSpPr>
          <p:cNvPr id="205" name="Rank alternatives Save shortlist"/>
          <p:cNvSpPr txBox="1"/>
          <p:nvPr/>
        </p:nvSpPr>
        <p:spPr>
          <a:xfrm>
            <a:off x="704088" y="281635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Rank alternatives</a:t>
            </a:r>
            <a:endParaRPr lang="en-US" sz="2200"/>
          </a:p>
          <a:p>
            <a:pPr marL="0" marR="0" indent="0">
              <a:lnSpc>
                <a:spcPct val="110000"/>
              </a:lnSpc>
              <a:spcAft>
                <a:spcPts val="900"/>
              </a:spcAft>
              <a:buNone/>
            </a:pPr>
            <a:r>
              <a:rPr lang="en-US" sz="2200" b="0">
                <a:solidFill>
                  <a:srgbClr val="FFFFFF"/>
                </a:solidFill>
                <a:latin typeface="Amazon Ember"/>
              </a:rPr>
              <a:t xml:space="preserve">Save shortlist</a:t>
            </a:r>
            <a:endParaRPr lang="en-US" sz="2200"/>
          </a:p>
        </p:txBody>
      </p:sp>
      <p:sp>
        <p:nvSpPr>
          <p:cNvPr id="206" name="→"/>
          <p:cNvSpPr txBox="1"/>
          <p:nvPr/>
        </p:nvSpPr>
        <p:spPr>
          <a:xfrm>
            <a:off x="4030980" y="256032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07" name="">
            <a:extLst>
              <a:ext uri="{C183D7F6-B498-43B3-948B-1728B52AA6E4}">
                <adec:decorative xmlns:adec="http://schemas.microsoft.com/office/drawing/2017/decorative" val="1"/>
              </a:ext>
            </a:extLst>
          </p:cNvPr>
          <p:cNvSpPr txBox="1"/>
          <p:nvPr/>
        </p:nvSpPr>
        <p:spPr>
          <a:xfrm>
            <a:off x="4328160" y="182880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8" name="Availability"/>
          <p:cNvSpPr txBox="1"/>
          <p:nvPr/>
        </p:nvSpPr>
        <p:spPr>
          <a:xfrm>
            <a:off x="4529328" y="201168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Availability</a:t>
            </a:r>
            <a:endParaRPr lang="en-US" sz="2500"/>
          </a:p>
        </p:txBody>
      </p:sp>
      <p:sp>
        <p:nvSpPr>
          <p:cNvPr id="209" name="Check durations Prepare hold intent"/>
          <p:cNvSpPr txBox="1"/>
          <p:nvPr/>
        </p:nvSpPr>
        <p:spPr>
          <a:xfrm>
            <a:off x="4529328" y="281635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Check durations</a:t>
            </a:r>
            <a:endParaRPr lang="en-US" sz="2200"/>
          </a:p>
          <a:p>
            <a:pPr marL="0" marR="0" indent="0">
              <a:lnSpc>
                <a:spcPct val="110000"/>
              </a:lnSpc>
              <a:spcAft>
                <a:spcPts val="900"/>
              </a:spcAft>
              <a:buNone/>
            </a:pPr>
            <a:r>
              <a:rPr lang="en-US" sz="2200" b="0">
                <a:solidFill>
                  <a:srgbClr val="FFFFFF"/>
                </a:solidFill>
                <a:latin typeface="Amazon Ember"/>
              </a:rPr>
              <a:t xml:space="preserve">Prepare hold intent</a:t>
            </a:r>
            <a:endParaRPr lang="en-US" sz="2200"/>
          </a:p>
        </p:txBody>
      </p:sp>
      <p:sp>
        <p:nvSpPr>
          <p:cNvPr id="210" name="→"/>
          <p:cNvSpPr txBox="1"/>
          <p:nvPr/>
        </p:nvSpPr>
        <p:spPr>
          <a:xfrm>
            <a:off x="7856220" y="2560320"/>
            <a:ext cx="274320" cy="457200"/>
          </a:xfrm>
          <a:prstGeom prst="rect">
            <a:avLst/>
          </a:prstGeom>
          <a:noFill/>
          <a:ln>
            <a:noFill/>
          </a:ln>
        </p:spPr>
        <p:txBody>
          <a:bodyPr wrap="square" lIns="0" rIns="0" tIns="0" bIns="0"/>
          <a:lstStyle/>
          <a:p>
            <a:pPr marL="0" marR="0" indent="0">
              <a:lnSpc>
                <a:spcPct val="110000"/>
              </a:lnSpc>
              <a:spcAft>
                <a:spcPts val="900"/>
              </a:spcAft>
              <a:buNone/>
            </a:pPr>
            <a:r>
              <a:rPr lang="en-US" sz="2400" b="0">
                <a:solidFill>
                  <a:srgbClr val="C9A4FF"/>
                </a:solidFill>
                <a:latin typeface="Amazon Ember"/>
              </a:rPr>
              <a:t xml:space="preserve">→</a:t>
            </a:r>
            <a:endParaRPr lang="en-US" sz="2400"/>
          </a:p>
        </p:txBody>
      </p:sp>
      <p:sp>
        <p:nvSpPr>
          <p:cNvPr id="211" name="">
            <a:extLst>
              <a:ext uri="{C183D7F6-B498-43B3-948B-1728B52AA6E4}">
                <adec:decorative xmlns:adec="http://schemas.microsoft.com/office/drawing/2017/decorative" val="1"/>
              </a:ext>
            </a:extLst>
          </p:cNvPr>
          <p:cNvSpPr txBox="1"/>
          <p:nvPr/>
        </p:nvSpPr>
        <p:spPr>
          <a:xfrm>
            <a:off x="8153400" y="1828800"/>
            <a:ext cx="3505200" cy="2057400"/>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2" name="Hold"/>
          <p:cNvSpPr txBox="1"/>
          <p:nvPr/>
        </p:nvSpPr>
        <p:spPr>
          <a:xfrm>
            <a:off x="8354568" y="2011680"/>
            <a:ext cx="310286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Hold</a:t>
            </a:r>
            <a:endParaRPr lang="en-US" sz="2500"/>
          </a:p>
        </p:txBody>
      </p:sp>
      <p:sp>
        <p:nvSpPr>
          <p:cNvPr id="213" name="Gateway + Cedar Atomic Aurora write"/>
          <p:cNvSpPr txBox="1"/>
          <p:nvPr/>
        </p:nvSpPr>
        <p:spPr>
          <a:xfrm>
            <a:off x="8354568" y="2816352"/>
            <a:ext cx="3102864" cy="932688"/>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Gateway + Cedar</a:t>
            </a:r>
            <a:endParaRPr lang="en-US" sz="2200"/>
          </a:p>
          <a:p>
            <a:pPr marL="0" marR="0" indent="0">
              <a:lnSpc>
                <a:spcPct val="110000"/>
              </a:lnSpc>
              <a:spcAft>
                <a:spcPts val="900"/>
              </a:spcAft>
              <a:buNone/>
            </a:pPr>
            <a:r>
              <a:rPr lang="en-US" sz="2200" b="0">
                <a:solidFill>
                  <a:srgbClr val="FFFFFF"/>
                </a:solidFill>
                <a:latin typeface="Amazon Ember"/>
              </a:rPr>
              <a:t xml:space="preserve">Atomic Aurora write</a:t>
            </a:r>
            <a:endParaRPr lang="en-US" sz="2200"/>
          </a:p>
        </p:txBody>
      </p:sp>
      <p:sp>
        <p:nvSpPr>
          <p:cNvPr id="214" name="AuroraDataApiSaver stores checkpoints between nodes over HTTPS Data AP"/>
          <p:cNvSpPr txBox="1"/>
          <p:nvPr/>
        </p:nvSpPr>
        <p:spPr>
          <a:xfrm>
            <a:off x="640080" y="4617720"/>
            <a:ext cx="10789920" cy="685800"/>
          </a:xfrm>
          <a:prstGeom prst="rect">
            <a:avLst/>
          </a:prstGeom>
          <a:noFill/>
          <a:ln>
            <a:noFill/>
          </a:ln>
        </p:spPr>
        <p:txBody>
          <a:bodyPr wrap="square" lIns="0" rIns="0" tIns="0" bIns="0"/>
          <a:lstStyle/>
          <a:p>
            <a:pPr marL="0" marR="0" indent="0">
              <a:lnSpc>
                <a:spcPct val="110000"/>
              </a:lnSpc>
              <a:spcAft>
                <a:spcPts val="900"/>
              </a:spcAft>
              <a:buNone/>
            </a:pPr>
            <a:r>
              <a:rPr lang="en-US" sz="2600" b="0">
                <a:solidFill>
                  <a:srgbClr val="D6B6FF"/>
                </a:solidFill>
                <a:latin typeface="Amazon Ember"/>
              </a:rPr>
              <a:t xml:space="preserve">AuroraDataApiSaver stores checkpoints between nodes over HTTPS Data API.</a:t>
            </a:r>
            <a:endParaRPr lang="en-US" sz="2600"/>
          </a:p>
        </p:txBody>
      </p:sp>
      <p:sp>
        <p:nvSpPr>
          <p:cNvPr id="215" name="Execution lease → one active worker for a thread → saved intent reused"/>
          <p:cNvSpPr txBox="1"/>
          <p:nvPr/>
        </p:nvSpPr>
        <p:spPr>
          <a:xfrm>
            <a:off x="640080" y="5486400"/>
            <a:ext cx="10789920" cy="731520"/>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Execution lease → one active worker for a thread → saved intent reused on resume</a:t>
            </a:r>
            <a:endParaRPr lang="en-US" sz="2200"/>
          </a:p>
        </p:txBody>
      </p:sp>
    </p:spTree>
    <p:extLst>
      <p:ext uri="{BB962C8B-B14F-4D97-AF65-F5344CB8AC3E}">
        <p14:creationId xmlns:p14="http://schemas.microsoft.com/office/powerpoint/2010/main" val="490886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2E286FD5-E7A1-86D9-80B2-1FFD279C1BF6}"/>
            </a:ext>
          </a:extLst>
        </p:cNvPr>
        <p:cNvGrpSpPr/>
        <p:nvPr/>
      </p:nvGrpSpPr>
      <p:grpSpPr>
        <a:xfrm>
          <a:off x="0" y="0"/>
          <a:ext cx="0" cy="0"/>
          <a:chOff x="0" y="0"/>
          <a:chExt cx="0" cy="0"/>
        </a:xfrm>
      </p:grpSpPr>
      <p:sp>
        <p:nvSpPr>
          <p:cNvPr id="201" name="Pause. Reload. Resume the same journey."/>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Pause. Reload. Resume the same journey.</a:t>
            </a:r>
            <a:endParaRPr lang="en-US" sz="3400"/>
          </a:p>
        </p:txBody>
      </p:sp>
      <p:sp>
        <p:nvSpPr>
          <p:cNvPr id="202" name="LIVE DEMO · RECORDS, NOT A SIMULATED RESTART"/>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LIVE DEMO · RECORDS, NOT A SIMULATED RESTART</a:t>
            </a:r>
            <a:endParaRPr lang="en-US" sz="1200"/>
          </a:p>
        </p:txBody>
      </p:sp>
      <p:sp>
        <p:nvSpPr>
          <p:cNvPr id="203" name="1  Start recovery 2  Reload the saved URL 3  Resume the hold 4  Open e"/>
          <p:cNvSpPr txBox="1"/>
          <p:nvPr/>
        </p:nvSpPr>
        <p:spPr>
          <a:xfrm>
            <a:off x="594360" y="1828800"/>
            <a:ext cx="3886200" cy="3200400"/>
          </a:xfrm>
          <a:prstGeom prst="rect">
            <a:avLst/>
          </a:prstGeom>
          <a:noFill/>
          <a:ln>
            <a:noFill/>
          </a:ln>
        </p:spPr>
        <p:txBody>
          <a:bodyPr wrap="square" lIns="0" rIns="0" tIns="0" bIns="0"/>
          <a:lstStyle/>
          <a:p>
            <a:pPr marL="0" marR="0" indent="0">
              <a:lnSpc>
                <a:spcPct val="110000"/>
              </a:lnSpc>
              <a:spcAft>
                <a:spcPts val="900"/>
              </a:spcAft>
              <a:buNone/>
            </a:pPr>
            <a:r>
              <a:rPr lang="en-US" sz="2500" b="0">
                <a:solidFill>
                  <a:srgbClr val="FFFFFF"/>
                </a:solidFill>
                <a:latin typeface="Amazon Ember"/>
              </a:rPr>
              <a:t xml:space="preserve">1  Start recovery</a:t>
            </a:r>
            <a:endParaRPr lang="en-US" sz="2500"/>
          </a:p>
          <a:p>
            <a:pPr marL="0" marR="0" indent="0">
              <a:lnSpc>
                <a:spcPct val="110000"/>
              </a:lnSpc>
              <a:spcAft>
                <a:spcPts val="900"/>
              </a:spcAft>
              <a:buNone/>
            </a:pPr>
            <a:r>
              <a:rPr lang="en-US" sz="2500" b="0">
                <a:solidFill>
                  <a:srgbClr val="FFFFFF"/>
                </a:solidFill>
                <a:latin typeface="Amazon Ember"/>
              </a:rPr>
              <a:t xml:space="preserve">2  Reload the saved URL</a:t>
            </a:r>
            <a:endParaRPr lang="en-US" sz="2500"/>
          </a:p>
          <a:p>
            <a:pPr marL="0" marR="0" indent="0">
              <a:lnSpc>
                <a:spcPct val="110000"/>
              </a:lnSpc>
              <a:spcAft>
                <a:spcPts val="900"/>
              </a:spcAft>
              <a:buNone/>
            </a:pPr>
            <a:r>
              <a:rPr lang="en-US" sz="2500" b="0">
                <a:solidFill>
                  <a:srgbClr val="FFFFFF"/>
                </a:solidFill>
                <a:latin typeface="Amazon Ember"/>
              </a:rPr>
              <a:t xml:space="preserve">3  Resume the hold</a:t>
            </a:r>
            <a:endParaRPr lang="en-US" sz="2500"/>
          </a:p>
          <a:p>
            <a:pPr marL="0" marR="0" indent="0">
              <a:lnSpc>
                <a:spcPct val="110000"/>
              </a:lnSpc>
              <a:spcAft>
                <a:spcPts val="900"/>
              </a:spcAft>
              <a:buNone/>
            </a:pPr>
            <a:r>
              <a:rPr lang="en-US" sz="2500" b="0">
                <a:solidFill>
                  <a:srgbClr val="FFFFFF"/>
                </a:solidFill>
                <a:latin typeface="Amazon Ember"/>
              </a:rPr>
              <a:t xml:space="preserve">4  Open evidence</a:t>
            </a:r>
            <a:endParaRPr lang="en-US" sz="2500"/>
          </a:p>
        </p:txBody>
      </p:sp>
      <p:sp>
        <p:nvSpPr>
          <p:cNvPr id="204" name="A normal pause/resume is not proof that a worker was killed."/>
          <p:cNvSpPr txBox="1"/>
          <p:nvPr/>
        </p:nvSpPr>
        <p:spPr>
          <a:xfrm>
            <a:off x="594360" y="5120640"/>
            <a:ext cx="3886200" cy="1097280"/>
          </a:xfrm>
          <a:prstGeom prst="rect">
            <a:avLst/>
          </a:prstGeom>
          <a:noFill/>
          <a:ln>
            <a:noFill/>
          </a:ln>
        </p:spPr>
        <p:txBody>
          <a:bodyPr wrap="square" lIns="0" rIns="0" tIns="0" bIns="0"/>
          <a:lstStyle/>
          <a:p>
            <a:pPr marL="0" marR="0" indent="0">
              <a:lnSpc>
                <a:spcPct val="110000"/>
              </a:lnSpc>
              <a:spcAft>
                <a:spcPts val="900"/>
              </a:spcAft>
              <a:buNone/>
            </a:pPr>
            <a:r>
              <a:rPr lang="en-US" sz="2300" b="0">
                <a:solidFill>
                  <a:srgbClr val="D6B6FF"/>
                </a:solidFill>
                <a:latin typeface="Amazon Ember"/>
              </a:rPr>
              <a:t xml:space="preserve">A normal pause/resume is not proof that a worker was killed.</a:t>
            </a:r>
            <a:endParaRPr lang="en-US" sz="2300"/>
          </a:p>
        </p:txBody>
      </p:sp>
      <p:pic>
        <p:nvPicPr>
          <p:cNvPr id="205" name="Current Meridian capture" descr="Recovery completed against the local build and live Aurora on 19 September 2026; ordinary pause/resume."/>
          <p:cNvPicPr>
            <a:picLocks noChangeAspect="1"/>
          </p:cNvPicPr>
          <p:nvPr/>
        </p:nvPicPr>
        <p:blipFill>
          <a:blip r:embed="rIdReadinessImage204"/>
          <a:stretch>
            <a:fillRect/>
          </a:stretch>
        </p:blipFill>
        <p:spPr>
          <a:xfrm>
            <a:off x="4663440" y="1691640"/>
            <a:ext cx="6858000" cy="4286250"/>
          </a:xfrm>
          <a:prstGeom prst="rect">
            <a:avLst/>
          </a:prstGeom>
        </p:spPr>
      </p:pic>
    </p:spTree>
    <p:extLst>
      <p:ext uri="{BB962C8B-B14F-4D97-AF65-F5344CB8AC3E}">
        <p14:creationId xmlns:p14="http://schemas.microsoft.com/office/powerpoint/2010/main" val="495668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5B9714B0-4F59-8B1E-AB46-E16A3FA51793}"/>
            </a:ext>
          </a:extLst>
        </p:cNvPr>
        <p:cNvGrpSpPr/>
        <p:nvPr/>
      </p:nvGrpSpPr>
      <p:grpSpPr>
        <a:xfrm>
          <a:off x="0" y="0"/>
          <a:ext cx="0" cy="0"/>
          <a:chOff x="0" y="0"/>
          <a:chExt cx="0" cy="0"/>
        </a:xfrm>
      </p:grpSpPr>
      <p:sp>
        <p:nvSpPr>
          <p:cNvPr id="201" name="Continue from the source"/>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Continue from the source</a:t>
            </a:r>
            <a:endParaRPr lang="en-US" sz="3400"/>
          </a:p>
        </p:txBody>
      </p:sp>
      <p:sp>
        <p:nvSpPr>
          <p:cNvPr id="202" name="SOURCE + RUNBOOK + AUTHORITATIVE SERVICE DOCUMENTATIO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SOURCE + RUNBOOK + AUTHORITATIVE SERVICE DOCUMENTATION</a:t>
            </a:r>
            <a:endParaRPr lang="en-US" sz="1200"/>
          </a:p>
        </p:txBody>
      </p:sp>
      <p:sp>
        <p:nvSpPr>
          <p:cNvPr id="203" name="github.com/aws-samples/ sample-stateful-agentic-ai-workflows-aurora-mc"/>
          <p:cNvSpPr txBox="1"/>
          <p:nvPr/>
        </p:nvSpPr>
        <p:spPr>
          <a:xfrm>
            <a:off x="640080" y="1828800"/>
            <a:ext cx="10789920" cy="1143000"/>
          </a:xfrm>
          <a:prstGeom prst="rect">
            <a:avLst/>
          </a:prstGeom>
          <a:noFill/>
          <a:ln>
            <a:noFill/>
          </a:ln>
        </p:spPr>
        <p:txBody>
          <a:bodyPr wrap="square" lIns="0" rIns="0" tIns="0" bIns="0"/>
          <a:lstStyle/>
          <a:p>
            <a:pPr marL="0" marR="0" indent="0">
              <a:lnSpc>
                <a:spcPct val="110000"/>
              </a:lnSpc>
              <a:spcAft>
                <a:spcPts val="900"/>
              </a:spcAft>
              <a:buNone/>
            </a:pPr>
            <a:r>
              <a:rPr lang="en-US" sz="2500" b="0">
                <a:solidFill>
                  <a:srgbClr val="D6B6FF"/>
                </a:solidFill>
                <a:latin typeface="Amazon Ember"/>
              </a:rPr>
              <a:t xml:space="preserve">github.com/aws-samples/</a:t>
            </a:r>
            <a:endParaRPr lang="en-US" sz="2500"/>
          </a:p>
          <a:p>
            <a:pPr marL="0" marR="0" indent="0">
              <a:lnSpc>
                <a:spcPct val="110000"/>
              </a:lnSpc>
              <a:spcAft>
                <a:spcPts val="900"/>
              </a:spcAft>
              <a:buNone/>
            </a:pPr>
            <a:r>
              <a:rPr lang="en-US" sz="2500" b="0">
                <a:solidFill>
                  <a:srgbClr val="D6B6FF"/>
                </a:solidFill>
                <a:latin typeface="Amazon Ember"/>
              </a:rPr>
              <a:t xml:space="preserve">sample-stateful-agentic-ai-workflows-aurora-mcp-agentcore</a:t>
            </a:r>
            <a:endParaRPr lang="en-US" sz="2500"/>
          </a:p>
        </p:txBody>
      </p:sp>
      <p:sp>
        <p:nvSpPr>
          <p:cNvPr id="204" name="">
            <a:extLst>
              <a:ext uri="{C183D7F6-B498-43B3-948B-1728B52AA6E4}">
                <adec:decorative xmlns:adec="http://schemas.microsoft.com/office/drawing/2017/decorative" val="1"/>
              </a:ext>
            </a:extLst>
          </p:cNvPr>
          <p:cNvSpPr txBox="1"/>
          <p:nvPr/>
        </p:nvSpPr>
        <p:spPr>
          <a:xfrm>
            <a:off x="640080" y="3246120"/>
            <a:ext cx="10698480" cy="187451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5" name="Presenter path"/>
          <p:cNvSpPr txBox="1"/>
          <p:nvPr/>
        </p:nvSpPr>
        <p:spPr>
          <a:xfrm>
            <a:off x="841247" y="3429000"/>
            <a:ext cx="1029614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Presenter path</a:t>
            </a:r>
            <a:endParaRPr lang="en-US" sz="2500"/>
          </a:p>
        </p:txBody>
      </p:sp>
      <p:sp>
        <p:nvSpPr>
          <p:cNvPr id="206" name="meridian/DEMO_SCRIPT.md meridian/docs/PRESENTER_RUNBOOK_2026-09-19.md"/>
          <p:cNvSpPr txBox="1"/>
          <p:nvPr/>
        </p:nvSpPr>
        <p:spPr>
          <a:xfrm>
            <a:off x="841247" y="4233672"/>
            <a:ext cx="10296144" cy="74980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meridian/DEMO_SCRIPT.md</a:t>
            </a:r>
            <a:endParaRPr lang="en-US" sz="2200"/>
          </a:p>
          <a:p>
            <a:pPr marL="0" marR="0" indent="0">
              <a:lnSpc>
                <a:spcPct val="110000"/>
              </a:lnSpc>
              <a:spcAft>
                <a:spcPts val="900"/>
              </a:spcAft>
              <a:buNone/>
            </a:pPr>
            <a:r>
              <a:rPr lang="en-US" sz="2200" b="0">
                <a:solidFill>
                  <a:srgbClr val="FFFFFF"/>
                </a:solidFill>
                <a:latin typeface="Amazon Ember"/>
              </a:rPr>
              <a:t xml:space="preserve">meridian/docs/PRESENTER_RUNBOOK_2026-09-20.md</a:t>
            </a:r>
            <a:endParaRPr lang="en-US" sz="2200"/>
          </a:p>
        </p:txBody>
      </p:sp>
      <p:sp>
        <p:nvSpPr>
          <p:cNvPr id="207" name="AWS documentation: AgentCore Policy · Aurora RDS Data API"/>
          <p:cNvSpPr txBox="1"/>
          <p:nvPr/>
        </p:nvSpPr>
        <p:spPr>
          <a:xfrm>
            <a:off x="640080" y="5349240"/>
            <a:ext cx="10698480" cy="640080"/>
          </a:xfrm>
          <a:prstGeom prst="rect">
            <a:avLst/>
          </a:prstGeom>
          <a:noFill/>
          <a:ln>
            <a:noFill/>
          </a:ln>
        </p:spPr>
        <p:txBody>
          <a:bodyPr wrap="square" lIns="0" rIns="0" tIns="0" bIns="0"/>
          <a:lstStyle/>
          <a:p>
            <a:pPr marL="0" marR="0" indent="0">
              <a:lnSpc>
                <a:spcPct val="110000"/>
              </a:lnSpc>
              <a:spcAft>
                <a:spcPts val="900"/>
              </a:spcAft>
              <a:buNone/>
            </a:pPr>
            <a:r>
              <a:rPr lang="en-US" sz="2500" b="0">
                <a:solidFill>
                  <a:srgbClr val="FFFFFF"/>
                </a:solidFill>
                <a:latin typeface="Amazon Ember"/>
              </a:rPr>
              <a:t xml:space="preserve">AWS documentation: AgentCore Policy · Aurora RDS Data API</a:t>
            </a:r>
            <a:endParaRPr lang="en-US" sz="2500"/>
          </a:p>
        </p:txBody>
      </p:sp>
    </p:spTree>
    <p:extLst>
      <p:ext uri="{BB962C8B-B14F-4D97-AF65-F5344CB8AC3E}">
        <p14:creationId xmlns:p14="http://schemas.microsoft.com/office/powerpoint/2010/main" val="1451397200"/>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37.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DAEB29-E368-747E-3AF4-698BAC816E79}"/>
              </a:ext>
            </a:extLst>
          </p:cNvPr>
          <p:cNvSpPr>
            <a:spLocks noGrp="1"/>
          </p:cNvSpPr>
          <p:nvPr>
            <p:ph type="title"/>
          </p:nvPr>
        </p:nvSpPr>
        <p:spPr>
          <a:xfrm xmlns:a="http://schemas.openxmlformats.org/drawingml/2006/main">
            <a:off x="502920" y="2606040"/>
            <a:ext cx="6400800" cy="1005840"/>
          </a:xfrm>
        </p:spPr>
        <p:txBody>
          <a:bodyPr/>
          <a:lstStyle/>
          <a:p>
            <a:r>
              <a:rPr xmlns:a="http://schemas.openxmlformats.org/drawingml/2006/main" lang="en-US" sz="5200">
                <a:solidFill>
                  <a:srgbClr val="FFFFFF"/>
                </a:solidFill>
                <a:latin typeface="Amazon Ember"/>
              </a:rPr>
              <a:t>Thank you</a:t>
            </a:r>
          </a:p>
        </p:txBody>
      </p:sp>
      <p:sp>
        <p:nvSpPr>
          <p:cNvPr id="4" name="Text Placeholder 9">
            <a:extLst>
              <a:ext uri="{FF2B5EF4-FFF2-40B4-BE49-F238E27FC236}">
                <a16:creationId xmlns:a16="http://schemas.microsoft.com/office/drawing/2014/main" id="{FAF0C5A4-8459-CD4D-11BA-632D680E9F15}"/>
              </a:ext>
            </a:extLst>
          </p:cNvPr>
          <p:cNvSpPr txBox="1">
            <a:spLocks/>
          </p:cNvSpPr>
          <p:nvPr/>
        </p:nvSpPr>
        <p:spPr>
          <a:xfrm>
            <a:off x="681956" y="3743563"/>
            <a:ext cx="3429000" cy="369332"/>
          </a:xfrm>
          <a:prstGeom prst="rect">
            <a:avLst/>
          </a:prstGeom>
        </p:spPr>
        <p:txBody>
          <a:bodyPr vert="horz" lIns="0" tIns="45720" rIns="0" bIns="45720" rtlCol="0" anchor="b">
            <a:spAutoFit/>
          </a:bodyPr>
          <a:lstStyle>
            <a:lvl1pPr marL="0" indent="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None/>
              <a:defRPr sz="2000" b="1"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a:buClr>
                <a:srgbClr val="FFFFFF"/>
              </a:buClr>
            </a:pPr>
            <a:r>
              <a:rPr lang="en-US" dirty="0">
                <a:solidFill>
                  <a:srgbClr val="FFFFFF"/>
                </a:solidFill>
                <a:latin typeface="Amazon Ember Display"/>
              </a:rPr>
              <a:t>Aditya Samant</a:t>
            </a:r>
          </a:p>
        </p:txBody>
      </p:sp>
      <p:sp>
        <p:nvSpPr>
          <p:cNvPr id="3" name="Text Placeholder 7">
            <a:extLst>
              <a:ext uri="{FF2B5EF4-FFF2-40B4-BE49-F238E27FC236}">
                <a16:creationId xmlns:a16="http://schemas.microsoft.com/office/drawing/2014/main" id="{F9DB4FCF-7882-4501-D057-F632DE44ECAA}"/>
              </a:ext>
            </a:extLst>
          </p:cNvPr>
          <p:cNvSpPr txBox="1">
            <a:spLocks/>
          </p:cNvSpPr>
          <p:nvPr/>
        </p:nvSpPr>
        <p:spPr>
          <a:xfrm>
            <a:off x="681956" y="4125595"/>
            <a:ext cx="3429000" cy="1128486"/>
          </a:xfrm>
          <a:prstGeom prst="rect">
            <a:avLst/>
          </a:prstGeom>
        </p:spPr>
        <p:txBody>
          <a:bodyPr vert="horz" lIns="0" tIns="45720" rIns="0" bIns="45720" rtlCol="0">
            <a:noAutofit/>
          </a:bodyPr>
          <a:lstStyle>
            <a:lvl1pPr marL="0" indent="0" algn="l" defTabSz="914400" rtl="0" eaLnBrk="1" latinLnBrk="0" hangingPunct="1">
              <a:lnSpc>
                <a:spcPct val="90000"/>
              </a:lnSpc>
              <a:spcBef>
                <a:spcPts val="0"/>
              </a:spcBef>
              <a:spcAft>
                <a:spcPts val="600"/>
              </a:spcAft>
              <a:buClr>
                <a:schemeClr val="tx1"/>
              </a:buClr>
              <a:buSzPct val="90000"/>
              <a:buFont typeface="Amazon Ember Display" panose="020F0603020204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a:buClr>
                <a:srgbClr val="FFFFFF"/>
              </a:buClr>
            </a:pPr>
            <a:r>
              <a:rPr lang="en-US" dirty="0" err="1">
                <a:solidFill>
                  <a:srgbClr val="FFFFFF"/>
                </a:solidFill>
                <a:latin typeface="Amazon Ember Display"/>
              </a:rPr>
              <a:t>ausamant@amazon.com</a:t>
            </a:r>
            <a:endParaRPr lang="en-US" dirty="0">
              <a:solidFill>
                <a:srgbClr val="FFFFFF"/>
              </a:solidFill>
              <a:latin typeface="Amazon Ember Display"/>
            </a:endParaRPr>
          </a:p>
        </p:txBody>
      </p:sp>
      <p:pic>
        <p:nvPicPr>
          <p:cNvPr id="10" name="Picture 2" descr="LinkedIn profile; account name is in the adjacent text">
            <a:extLst>
              <a:ext uri="{FF2B5EF4-FFF2-40B4-BE49-F238E27FC236}">
                <a16:creationId xmlns:a16="http://schemas.microsoft.com/office/drawing/2014/main" id="{23376220-9ECF-51F9-9785-884180F1C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956" y="4477981"/>
            <a:ext cx="310775" cy="310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2">
            <a:extLst>
              <a:ext uri="{FF2B5EF4-FFF2-40B4-BE49-F238E27FC236}">
                <a16:creationId xmlns:a16="http://schemas.microsoft.com/office/drawing/2014/main" id="{F48DE1F4-A488-8455-C2B2-695E26A1375E}"/>
              </a:ext>
            </a:extLst>
          </p:cNvPr>
          <p:cNvSpPr txBox="1">
            <a:spLocks/>
          </p:cNvSpPr>
          <p:nvPr/>
        </p:nvSpPr>
        <p:spPr>
          <a:xfrm>
            <a:off x="664028" y="4463765"/>
            <a:ext cx="3429000" cy="1128486"/>
          </a:xfrm>
          <a:prstGeom prst="rect">
            <a:avLst/>
          </a:prstGeom>
        </p:spPr>
        <p:txBody>
          <a:bodyPr vert="horz" lIns="0" tIns="45720" rIns="0" bIns="45720" rtlCol="0">
            <a:noAutofit/>
          </a:bodyPr>
          <a:lstStyle>
            <a:lvl1pPr marL="0" indent="0" algn="l" defTabSz="914400" rtl="0" eaLnBrk="1" latinLnBrk="0" hangingPunct="1">
              <a:lnSpc>
                <a:spcPct val="90000"/>
              </a:lnSpc>
              <a:spcBef>
                <a:spcPts val="0"/>
              </a:spcBef>
              <a:spcAft>
                <a:spcPts val="600"/>
              </a:spcAft>
              <a:buClr>
                <a:schemeClr val="tx1"/>
              </a:buClr>
              <a:buSzPct val="90000"/>
              <a:buFont typeface="Amazon Ember Display" panose="020F0603020204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a:buClr>
                <a:srgbClr val="FFFFFF"/>
              </a:buClr>
            </a:pPr>
            <a:r>
              <a:rPr lang="en-US" dirty="0">
                <a:solidFill>
                  <a:srgbClr val="FFFFFF"/>
                </a:solidFill>
                <a:latin typeface="Amazon Ember Display"/>
              </a:rPr>
              <a:t>       adisamant</a:t>
            </a:r>
          </a:p>
        </p:txBody>
      </p:sp>
      <p:sp>
        <p:nvSpPr>
          <p:cNvPr id="8" name="Text Placeholder 9">
            <a:extLst>
              <a:ext uri="{FF2B5EF4-FFF2-40B4-BE49-F238E27FC236}">
                <a16:creationId xmlns:a16="http://schemas.microsoft.com/office/drawing/2014/main" id="{632FA919-20F2-78C8-248D-B54C93DB36B4}"/>
              </a:ext>
            </a:extLst>
          </p:cNvPr>
          <p:cNvSpPr txBox="1">
            <a:spLocks/>
          </p:cNvSpPr>
          <p:nvPr/>
        </p:nvSpPr>
        <p:spPr>
          <a:xfrm>
            <a:off x="3963039" y="3743563"/>
            <a:ext cx="3429000" cy="369332"/>
          </a:xfrm>
          <a:prstGeom prst="rect">
            <a:avLst/>
          </a:prstGeom>
        </p:spPr>
        <p:txBody>
          <a:bodyPr vert="horz" lIns="0" tIns="45720" rIns="0" bIns="45720" rtlCol="0" anchor="b">
            <a:spAutoFit/>
          </a:bodyPr>
          <a:lstStyle>
            <a:lvl1pPr marL="0" indent="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None/>
              <a:defRPr sz="2000" b="1"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a:buClr>
                <a:srgbClr val="FFFFFF"/>
              </a:buClr>
            </a:pPr>
            <a:r>
              <a:rPr lang="en-US" dirty="0">
                <a:solidFill>
                  <a:srgbClr val="FFFFFF"/>
                </a:solidFill>
                <a:latin typeface="Amazon Ember Display"/>
              </a:rPr>
              <a:t>Shayon Sanyal</a:t>
            </a:r>
          </a:p>
        </p:txBody>
      </p:sp>
      <p:sp>
        <p:nvSpPr>
          <p:cNvPr id="7" name="Text Placeholder 7">
            <a:extLst>
              <a:ext uri="{FF2B5EF4-FFF2-40B4-BE49-F238E27FC236}">
                <a16:creationId xmlns:a16="http://schemas.microsoft.com/office/drawing/2014/main" id="{174EA443-BD41-FB12-99C0-AF06DD13602D}"/>
              </a:ext>
            </a:extLst>
          </p:cNvPr>
          <p:cNvSpPr txBox="1">
            <a:spLocks/>
          </p:cNvSpPr>
          <p:nvPr/>
        </p:nvSpPr>
        <p:spPr>
          <a:xfrm>
            <a:off x="3945111" y="4112895"/>
            <a:ext cx="3429000" cy="1128486"/>
          </a:xfrm>
          <a:prstGeom prst="rect">
            <a:avLst/>
          </a:prstGeom>
        </p:spPr>
        <p:txBody>
          <a:bodyPr vert="horz" lIns="0" tIns="45720" rIns="0" bIns="45720" rtlCol="0">
            <a:noAutofit/>
          </a:bodyPr>
          <a:lstStyle>
            <a:lvl1pPr marL="0" indent="0" algn="l" defTabSz="914400" rtl="0" eaLnBrk="1" latinLnBrk="0" hangingPunct="1">
              <a:lnSpc>
                <a:spcPct val="90000"/>
              </a:lnSpc>
              <a:spcBef>
                <a:spcPts val="0"/>
              </a:spcBef>
              <a:spcAft>
                <a:spcPts val="600"/>
              </a:spcAft>
              <a:buClr>
                <a:schemeClr val="tx1"/>
              </a:buClr>
              <a:buSzPct val="90000"/>
              <a:buFont typeface="Amazon Ember Display" panose="020F0603020204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a:buClr>
                <a:srgbClr val="FFFFFF"/>
              </a:buClr>
            </a:pPr>
            <a:r>
              <a:rPr lang="en-US" dirty="0">
                <a:solidFill>
                  <a:srgbClr val="FFFFFF"/>
                </a:solidFill>
                <a:latin typeface="Amazon Ember Display"/>
              </a:rPr>
              <a:t>shayons@amazon.com</a:t>
            </a:r>
          </a:p>
        </p:txBody>
      </p:sp>
      <p:pic>
        <p:nvPicPr>
          <p:cNvPr id="11" name="Picture 2" descr="LinkedIn profile; account name is in the adjacent text">
            <a:extLst>
              <a:ext uri="{FF2B5EF4-FFF2-40B4-BE49-F238E27FC236}">
                <a16:creationId xmlns:a16="http://schemas.microsoft.com/office/drawing/2014/main" id="{932DE580-D88F-60AD-ED19-E91A748C7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6766" y="4477981"/>
            <a:ext cx="310775" cy="310775"/>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12">
            <a:extLst>
              <a:ext uri="{FF2B5EF4-FFF2-40B4-BE49-F238E27FC236}">
                <a16:creationId xmlns:a16="http://schemas.microsoft.com/office/drawing/2014/main" id="{6B4E3D26-AE8A-B474-43DF-2B74D8C3BA4D}"/>
              </a:ext>
            </a:extLst>
          </p:cNvPr>
          <p:cNvSpPr txBox="1">
            <a:spLocks/>
          </p:cNvSpPr>
          <p:nvPr/>
        </p:nvSpPr>
        <p:spPr>
          <a:xfrm>
            <a:off x="3877875" y="4465281"/>
            <a:ext cx="3429000" cy="1128486"/>
          </a:xfrm>
          <a:prstGeom prst="rect">
            <a:avLst/>
          </a:prstGeom>
        </p:spPr>
        <p:txBody>
          <a:bodyPr vert="horz" lIns="0" tIns="45720" rIns="0" bIns="45720" rtlCol="0">
            <a:noAutofit/>
          </a:bodyPr>
          <a:lstStyle>
            <a:lvl1pPr marL="0" indent="0" algn="l" defTabSz="914400" rtl="0" eaLnBrk="1" latinLnBrk="0" hangingPunct="1">
              <a:lnSpc>
                <a:spcPct val="90000"/>
              </a:lnSpc>
              <a:spcBef>
                <a:spcPts val="0"/>
              </a:spcBef>
              <a:spcAft>
                <a:spcPts val="600"/>
              </a:spcAft>
              <a:buClr>
                <a:schemeClr val="tx1"/>
              </a:buClr>
              <a:buSzPct val="90000"/>
              <a:buFont typeface="Amazon Ember Display" panose="020F0603020204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a:buClr>
                <a:srgbClr val="FFFFFF"/>
              </a:buClr>
            </a:pPr>
            <a:r>
              <a:rPr lang="en-US" dirty="0">
                <a:solidFill>
                  <a:srgbClr val="FFFFFF"/>
                </a:solidFill>
                <a:latin typeface="Amazon Ember Display"/>
              </a:rPr>
              <a:t>       shayonsanyal</a:t>
            </a:r>
          </a:p>
        </p:txBody>
      </p:sp>
    </p:spTree>
    <p:extLst>
      <p:ext uri="{BB962C8B-B14F-4D97-AF65-F5344CB8AC3E}">
        <p14:creationId xmlns:p14="http://schemas.microsoft.com/office/powerpoint/2010/main" val="2558325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8DF77B6C-C673-9DEE-7F97-0A8BDCF5C6E4}"/>
            </a:ext>
          </a:extLst>
        </p:cNvPr>
        <p:cNvGrpSpPr/>
        <p:nvPr/>
      </p:nvGrpSpPr>
      <p:grpSpPr>
        <a:xfrm>
          <a:off x="0" y="0"/>
          <a:ext cx="0" cy="0"/>
          <a:chOff x="0" y="0"/>
          <a:chExt cx="0" cy="0"/>
        </a:xfrm>
      </p:grpSpPr>
      <p:sp>
        <p:nvSpPr>
          <p:cNvPr id="201" name="Keep these three decisions explicit"/>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Keep these three decisions explicit</a:t>
            </a:r>
            <a:endParaRPr lang="en-US" sz="3400"/>
          </a:p>
        </p:txBody>
      </p:sp>
      <p:sp>
        <p:nvSpPr>
          <p:cNvPr id="202" name="IMPLEMENTED IN MERIDIA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IMPLEMENTED IN MERIDIAN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Context"/>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Context</a:t>
            </a:r>
            <a:endParaRPr lang="en-US" sz="2500"/>
          </a:p>
        </p:txBody>
      </p:sp>
      <p:sp>
        <p:nvSpPr>
          <p:cNvPr id="205" name="What may the agent recall? Scope it to the traveler."/>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What may the agent recall?</a:t>
            </a:r>
            <a:endParaRPr lang="en-US" sz="2200"/>
          </a:p>
          <a:p>
            <a:pPr marL="0" marR="0" indent="0">
              <a:lnSpc>
                <a:spcPct val="110000"/>
              </a:lnSpc>
              <a:spcAft>
                <a:spcPts val="900"/>
              </a:spcAft>
              <a:buNone/>
            </a:pPr>
            <a:r>
              <a:rPr lang="en-US" sz="2200" b="0">
                <a:solidFill>
                  <a:srgbClr val="FFFFFF"/>
                </a:solidFill>
                <a:latin typeface="Amazon Ember"/>
              </a:rPr>
              <a:t xml:space="preserve">Scope it to the traveler.</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Authority"/>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Authority</a:t>
            </a:r>
            <a:endParaRPr lang="en-US" sz="2500"/>
          </a:p>
        </p:txBody>
      </p:sp>
      <p:sp>
        <p:nvSpPr>
          <p:cNvPr id="208" name="What may the tool do? Decide before execution."/>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What may the tool do?</a:t>
            </a:r>
            <a:endParaRPr lang="en-US" sz="2200"/>
          </a:p>
          <a:p>
            <a:pPr marL="0" marR="0" indent="0">
              <a:lnSpc>
                <a:spcPct val="110000"/>
              </a:lnSpc>
              <a:spcAft>
                <a:spcPts val="900"/>
              </a:spcAft>
              <a:buNone/>
            </a:pPr>
            <a:r>
              <a:rPr lang="en-US" sz="2200" b="0">
                <a:solidFill>
                  <a:srgbClr val="FFFFFF"/>
                </a:solidFill>
                <a:latin typeface="Amazon Ember"/>
              </a:rPr>
              <a:t xml:space="preserve">Decide before execution.</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Durability"/>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Durability</a:t>
            </a:r>
            <a:endParaRPr lang="en-US" sz="2500"/>
          </a:p>
        </p:txBody>
      </p:sp>
      <p:sp>
        <p:nvSpPr>
          <p:cNvPr id="211" name="What survives the worker? Persist intent and receipts."/>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What survives the worker?</a:t>
            </a:r>
            <a:endParaRPr lang="en-US" sz="2200"/>
          </a:p>
          <a:p>
            <a:pPr marL="0" marR="0" indent="0">
              <a:lnSpc>
                <a:spcPct val="110000"/>
              </a:lnSpc>
              <a:spcAft>
                <a:spcPts val="900"/>
              </a:spcAft>
              <a:buNone/>
            </a:pPr>
            <a:r>
              <a:rPr lang="en-US" sz="2200" b="0">
                <a:solidFill>
                  <a:srgbClr val="FFFFFF"/>
                </a:solidFill>
                <a:latin typeface="Amazon Ember"/>
              </a:rPr>
              <a:t xml:space="preserve">Persist intent and receipts.</a:t>
            </a:r>
            <a:endParaRPr lang="en-US" sz="2200"/>
          </a:p>
        </p:txBody>
      </p:sp>
    </p:spTree>
    <p:extLst>
      <p:ext uri="{BB962C8B-B14F-4D97-AF65-F5344CB8AC3E}">
        <p14:creationId xmlns:p14="http://schemas.microsoft.com/office/powerpoint/2010/main" val="4032637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74AF7DB5-B953-D40A-4543-F34A2D006E88}"/>
            </a:ext>
          </a:extLst>
        </p:cNvPr>
        <p:cNvGrpSpPr/>
        <p:nvPr/>
      </p:nvGrpSpPr>
      <p:grpSpPr>
        <a:xfrm>
          <a:off x="0" y="0"/>
          <a:ext cx="0" cy="0"/>
          <a:chOff x="0" y="0"/>
          <a:chExt cx="0" cy="0"/>
        </a:xfrm>
      </p:grpSpPr>
      <p:sp>
        <p:nvSpPr>
          <p:cNvPr id="201" name="Presenter preflight and recovery"/>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Presenter preflight and recovery</a:t>
            </a:r>
            <a:endParaRPr lang="en-US" sz="3400"/>
          </a:p>
        </p:txBody>
      </p:sp>
      <p:sp>
        <p:nvSpPr>
          <p:cNvPr id="202" name="OPTIONAL · OPERATIONS"/>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OPTIONAL · OPERATIONS</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Before the room"/>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Before the room</a:t>
            </a:r>
            <a:endParaRPr lang="en-US" sz="2500"/>
          </a:p>
        </p:txBody>
      </p:sp>
      <p:sp>
        <p:nvSpPr>
          <p:cNvPr id="205" name="Correct account + region Durable health + four tools Warm one live tur"/>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Correct account + region</a:t>
            </a:r>
            <a:endParaRPr lang="en-US" sz="2200"/>
          </a:p>
          <a:p>
            <a:pPr marL="0" marR="0" indent="0">
              <a:lnSpc>
                <a:spcPct val="110000"/>
              </a:lnSpc>
              <a:spcAft>
                <a:spcPts val="900"/>
              </a:spcAft>
              <a:buNone/>
            </a:pPr>
            <a:r>
              <a:rPr lang="en-US" sz="2200" b="0">
                <a:solidFill>
                  <a:srgbClr val="FFFFFF"/>
                </a:solidFill>
                <a:latin typeface="Amazon Ember"/>
              </a:rPr>
              <a:t xml:space="preserve">Durable health + four tools</a:t>
            </a:r>
            <a:endParaRPr lang="en-US" sz="2200"/>
          </a:p>
          <a:p>
            <a:pPr marL="0" marR="0" indent="0">
              <a:lnSpc>
                <a:spcPct val="110000"/>
              </a:lnSpc>
              <a:spcAft>
                <a:spcPts val="900"/>
              </a:spcAft>
              <a:buNone/>
            </a:pPr>
            <a:r>
              <a:rPr lang="en-US" sz="2200" b="0">
                <a:solidFill>
                  <a:srgbClr val="FFFFFF"/>
                </a:solidFill>
                <a:latin typeface="Amazon Ember"/>
              </a:rPr>
              <a:t xml:space="preserve">Warm one live turn</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If a request stalls"/>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If a request stalls</a:t>
            </a:r>
            <a:endParaRPr lang="en-US" sz="2500"/>
          </a:p>
        </p:txBody>
      </p:sp>
      <p:sp>
        <p:nvSpPr>
          <p:cNvPr id="208" name="Wait up to 55 seconds Read the saved receipt Do not invent success"/>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Wait up to 55 seconds</a:t>
            </a:r>
            <a:endParaRPr lang="en-US" sz="2200"/>
          </a:p>
          <a:p>
            <a:pPr marL="0" marR="0" indent="0">
              <a:lnSpc>
                <a:spcPct val="110000"/>
              </a:lnSpc>
              <a:spcAft>
                <a:spcPts val="900"/>
              </a:spcAft>
              <a:buNone/>
            </a:pPr>
            <a:r>
              <a:rPr lang="en-US" sz="2200" b="0">
                <a:solidFill>
                  <a:srgbClr val="FFFFFF"/>
                </a:solidFill>
                <a:latin typeface="Amazon Ember"/>
              </a:rPr>
              <a:t xml:space="preserve">Read the saved receipt</a:t>
            </a:r>
            <a:endParaRPr lang="en-US" sz="2200"/>
          </a:p>
          <a:p>
            <a:pPr marL="0" marR="0" indent="0">
              <a:lnSpc>
                <a:spcPct val="110000"/>
              </a:lnSpc>
              <a:spcAft>
                <a:spcPts val="900"/>
              </a:spcAft>
              <a:buNone/>
            </a:pPr>
            <a:r>
              <a:rPr lang="en-US" sz="2200" b="0">
                <a:solidFill>
                  <a:srgbClr val="FFFFFF"/>
                </a:solidFill>
                <a:latin typeface="Amazon Ember"/>
              </a:rPr>
              <a:t xml:space="preserve">Do not invent success</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Before leaving"/>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Before leaving</a:t>
            </a:r>
            <a:endParaRPr lang="en-US" sz="2500"/>
          </a:p>
        </p:txBody>
      </p:sp>
      <p:sp>
        <p:nvSpPr>
          <p:cNvPr id="211" name="Release only owned tests Preserve unrelated data Check retained resour"/>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Release only owned tests</a:t>
            </a:r>
            <a:endParaRPr lang="en-US" sz="2200"/>
          </a:p>
          <a:p>
            <a:pPr marL="0" marR="0" indent="0">
              <a:lnSpc>
                <a:spcPct val="110000"/>
              </a:lnSpc>
              <a:spcAft>
                <a:spcPts val="900"/>
              </a:spcAft>
              <a:buNone/>
            </a:pPr>
            <a:r>
              <a:rPr lang="en-US" sz="2200" b="0">
                <a:solidFill>
                  <a:srgbClr val="FFFFFF"/>
                </a:solidFill>
                <a:latin typeface="Amazon Ember"/>
              </a:rPr>
              <a:t xml:space="preserve">Preserve unrelated data</a:t>
            </a:r>
            <a:endParaRPr lang="en-US" sz="2200"/>
          </a:p>
          <a:p>
            <a:pPr marL="0" marR="0" indent="0">
              <a:lnSpc>
                <a:spcPct val="110000"/>
              </a:lnSpc>
              <a:spcAft>
                <a:spcPts val="900"/>
              </a:spcAft>
              <a:buNone/>
            </a:pPr>
            <a:r>
              <a:rPr lang="en-US" sz="2200" b="0">
                <a:solidFill>
                  <a:srgbClr val="FFFFFF"/>
                </a:solidFill>
                <a:latin typeface="Amazon Ember"/>
              </a:rPr>
              <a:t xml:space="preserve">Check retained resources</a:t>
            </a:r>
            <a:endParaRPr lang="en-US" sz="2200"/>
          </a:p>
        </p:txBody>
      </p:sp>
    </p:spTree>
    <p:extLst>
      <p:ext uri="{BB962C8B-B14F-4D97-AF65-F5344CB8AC3E}">
        <p14:creationId xmlns:p14="http://schemas.microsoft.com/office/powerpoint/2010/main" val="2278133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1">
  <p:cSld>
    <p:spTree>
      <p:nvGrpSpPr>
        <p:cNvPr id="1" name="">
          <a:extLst>
            <a:ext uri="{FF2B5EF4-FFF2-40B4-BE49-F238E27FC236}">
              <a16:creationId xmlns:a16="http://schemas.microsoft.com/office/drawing/2014/main" id="{31BA0AE7-0B5A-CE8C-BD68-D5523116B8D3}"/>
            </a:ext>
          </a:extLst>
        </p:cNvPr>
        <p:cNvGrpSpPr/>
        <p:nvPr/>
      </p:nvGrpSpPr>
      <p:grpSpPr>
        <a:xfrm>
          <a:off x="0" y="0"/>
          <a:ext cx="0" cy="0"/>
          <a:chOff x="0" y="0"/>
          <a:chExt cx="0" cy="0"/>
        </a:xfrm>
      </p:grpSpPr>
      <p:sp>
        <p:nvSpPr>
          <p:cNvPr id="201" name="Temporal policy is a discussion branch"/>
          <p:cNvSpPr txBox="1"/>
          <p:nvPr>
            <p:ph type="title"/>
          </p:nvPr>
        </p:nvSpPr>
        <p:spPr>
          <a:xfrm>
            <a:off x="502920" y="365760"/>
            <a:ext cx="11064240" cy="777240"/>
          </a:xfrm>
          <a:prstGeom prst="rect">
            <a:avLst/>
          </a:prstGeom>
          <a:noFill/>
          <a:ln>
            <a:noFill/>
          </a:ln>
        </p:spPr>
        <p:txBody>
          <a:bodyPr wrap="square" lIns="0" rIns="0" tIns="0" bIns="0"/>
          <a:lstStyle/>
          <a:p>
            <a:pPr marL="0" marR="0" indent="0">
              <a:lnSpc>
                <a:spcPct val="110000"/>
              </a:lnSpc>
              <a:spcAft>
                <a:spcPts val="900"/>
              </a:spcAft>
              <a:buNone/>
            </a:pPr>
            <a:r>
              <a:rPr lang="en-US" sz="3400" b="1">
                <a:solidFill>
                  <a:srgbClr val="FFFFFF"/>
                </a:solidFill>
                <a:latin typeface="Amazon Ember"/>
              </a:rPr>
              <a:t xml:space="preserve">Temporal policy is a discussion branch</a:t>
            </a:r>
            <a:endParaRPr lang="en-US" sz="3400"/>
          </a:p>
        </p:txBody>
      </p:sp>
      <p:sp>
        <p:nvSpPr>
          <p:cNvPr id="202" name="OPTIONAL · DESIGN EXPLORATION"/>
          <p:cNvSpPr txBox="1"/>
          <p:nvPr/>
        </p:nvSpPr>
        <p:spPr>
          <a:xfrm>
            <a:off x="530352" y="1152144"/>
            <a:ext cx="10972800" cy="292608"/>
          </a:xfrm>
          <a:prstGeom prst="rect">
            <a:avLst/>
          </a:prstGeom>
          <a:noFill/>
          <a:ln>
            <a:noFill/>
          </a:ln>
        </p:spPr>
        <p:txBody>
          <a:bodyPr wrap="square" lIns="0" rIns="0" tIns="0" bIns="0"/>
          <a:lstStyle/>
          <a:p>
            <a:pPr marL="0" marR="0" indent="0">
              <a:lnSpc>
                <a:spcPct val="110000"/>
              </a:lnSpc>
              <a:spcAft>
                <a:spcPts val="900"/>
              </a:spcAft>
              <a:buNone/>
            </a:pPr>
            <a:r>
              <a:rPr lang="en-US" sz="1200" b="1">
                <a:solidFill>
                  <a:srgbClr val="C9A4FF"/>
                </a:solidFill>
                <a:latin typeface="Amazon Ember"/>
              </a:rPr>
              <a:t xml:space="preserve">OPTIONAL · AVAILABLE CAPABILITY, ASSESSED INTEGRATION</a:t>
            </a:r>
            <a:endParaRPr lang="en-US" sz="1200"/>
          </a:p>
        </p:txBody>
      </p:sp>
      <p:sp>
        <p:nvSpPr>
          <p:cNvPr id="203" name="">
            <a:extLst>
              <a:ext uri="{C183D7F6-B498-43B3-948B-1728B52AA6E4}">
                <adec:decorative xmlns:adec="http://schemas.microsoft.com/office/drawing/2017/decorative" val="1"/>
              </a:ext>
            </a:extLst>
          </p:cNvPr>
          <p:cNvSpPr txBox="1"/>
          <p:nvPr/>
        </p:nvSpPr>
        <p:spPr>
          <a:xfrm>
            <a:off x="50292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4" name="Implemented"/>
          <p:cNvSpPr txBox="1"/>
          <p:nvPr/>
        </p:nvSpPr>
        <p:spPr>
          <a:xfrm>
            <a:off x="70408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Implemented</a:t>
            </a:r>
            <a:endParaRPr lang="en-US" sz="2500"/>
          </a:p>
        </p:txBody>
      </p:sp>
      <p:sp>
        <p:nvSpPr>
          <p:cNvPr id="205" name="Cedar per tool invocation Aurora ownership + expiry Stable request rep"/>
          <p:cNvSpPr txBox="1"/>
          <p:nvPr/>
        </p:nvSpPr>
        <p:spPr>
          <a:xfrm>
            <a:off x="70408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Cedar per tool invocation</a:t>
            </a:r>
            <a:endParaRPr lang="en-US" sz="2200"/>
          </a:p>
          <a:p>
            <a:pPr marL="0" marR="0" indent="0">
              <a:lnSpc>
                <a:spcPct val="110000"/>
              </a:lnSpc>
              <a:spcAft>
                <a:spcPts val="900"/>
              </a:spcAft>
              <a:buNone/>
            </a:pPr>
            <a:r>
              <a:rPr lang="en-US" sz="2200" b="0">
                <a:solidFill>
                  <a:srgbClr val="FFFFFF"/>
                </a:solidFill>
                <a:latin typeface="Amazon Ember"/>
              </a:rPr>
              <a:t xml:space="preserve">Aurora ownership + expiry</a:t>
            </a:r>
            <a:endParaRPr lang="en-US" sz="2200"/>
          </a:p>
          <a:p>
            <a:pPr marL="0" marR="0" indent="0">
              <a:lnSpc>
                <a:spcPct val="110000"/>
              </a:lnSpc>
              <a:spcAft>
                <a:spcPts val="900"/>
              </a:spcAft>
              <a:buNone/>
            </a:pPr>
            <a:r>
              <a:rPr lang="en-US" sz="2200" b="0">
                <a:solidFill>
                  <a:srgbClr val="FFFFFF"/>
                </a:solidFill>
                <a:latin typeface="Amazon Ember"/>
              </a:rPr>
              <a:t xml:space="preserve">Stable request replay</a:t>
            </a:r>
            <a:endParaRPr lang="en-US" sz="2200"/>
          </a:p>
        </p:txBody>
      </p:sp>
      <p:sp>
        <p:nvSpPr>
          <p:cNvPr id="206" name="">
            <a:extLst>
              <a:ext uri="{C183D7F6-B498-43B3-948B-1728B52AA6E4}">
                <adec:decorative xmlns:adec="http://schemas.microsoft.com/office/drawing/2017/decorative" val="1"/>
              </a:ext>
            </a:extLst>
          </p:cNvPr>
          <p:cNvSpPr txBox="1"/>
          <p:nvPr/>
        </p:nvSpPr>
        <p:spPr>
          <a:xfrm>
            <a:off x="429768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07" name="Explore"/>
          <p:cNvSpPr txBox="1"/>
          <p:nvPr/>
        </p:nvSpPr>
        <p:spPr>
          <a:xfrm>
            <a:off x="449884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Available extension</a:t>
            </a:r>
            <a:endParaRPr lang="en-US" sz="2500"/>
          </a:p>
        </p:txBody>
      </p:sp>
      <p:sp>
        <p:nvSpPr>
          <p:cNvPr id="208" name="History-dependent policy Rules across multiple calls Additional state "/>
          <p:cNvSpPr txBox="1"/>
          <p:nvPr/>
        </p:nvSpPr>
        <p:spPr>
          <a:xfrm>
            <a:off x="449884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Dogwood temporal policy</a:t>
            </a:r>
            <a:endParaRPr lang="en-US" sz="2200"/>
          </a:p>
          <a:p>
            <a:pPr marL="0" marR="0" indent="0">
              <a:lnSpc>
                <a:spcPct val="110000"/>
              </a:lnSpc>
              <a:spcAft>
                <a:spcPts val="900"/>
              </a:spcAft>
              <a:buNone/>
            </a:pPr>
            <a:r>
              <a:rPr lang="en-US" sz="2200" b="0">
                <a:solidFill>
                  <a:srgbClr val="FFFFFF"/>
                </a:solidFill>
                <a:latin typeface="Amazon Ember"/>
              </a:rPr>
              <a:t xml:space="preserve">Session-aware conditions</a:t>
            </a:r>
            <a:endParaRPr lang="en-US" sz="2200"/>
          </a:p>
          <a:p>
            <a:pPr marL="0" marR="0" indent="0">
              <a:lnSpc>
                <a:spcPct val="110000"/>
              </a:lnSpc>
              <a:spcAft>
                <a:spcPts val="900"/>
              </a:spcAft>
              <a:buNone/>
            </a:pPr>
            <a:r>
              <a:rPr lang="en-US" sz="2200" b="0">
                <a:solidFill>
                  <a:srgbClr val="FFFFFF"/>
                </a:solidFill>
                <a:latin typeface="Amazon Ember"/>
              </a:rPr>
              <a:t xml:space="preserve">Not enabled in Meridian</a:t>
            </a:r>
            <a:endParaRPr lang="en-US" sz="2200"/>
          </a:p>
        </p:txBody>
      </p:sp>
      <p:sp>
        <p:nvSpPr>
          <p:cNvPr id="209" name="">
            <a:extLst>
              <a:ext uri="{C183D7F6-B498-43B3-948B-1728B52AA6E4}">
                <adec:decorative xmlns:adec="http://schemas.microsoft.com/office/drawing/2017/decorative" val="1"/>
              </a:ext>
            </a:extLst>
          </p:cNvPr>
          <p:cNvSpPr txBox="1"/>
          <p:nvPr/>
        </p:nvSpPr>
        <p:spPr>
          <a:xfrm>
            <a:off x="8092440" y="1828800"/>
            <a:ext cx="3566160" cy="3749039"/>
          </a:xfrm>
          <a:prstGeom prst="rect">
            <a:avLst/>
          </a:prstGeom>
          <a:solidFill>
            <a:srgbClr val="232F3E"/>
          </a:solidFill>
          <a:ln w="12700">
            <a:solidFill>
              <a:srgbClr val="566475"/>
            </a:solidFill>
          </a:ln>
        </p:spPr>
        <p:txBody>
          <a:bodyPr wrap="square" lIns="0" rIns="0" tIns="0" bIns="0"/>
          <a:lstStyle/>
          <a:p>
            <a:pPr marL="0" marR="0" indent="0">
              <a:lnSpc>
                <a:spcPct val="110000"/>
              </a:lnSpc>
              <a:spcAft>
                <a:spcPts val="900"/>
              </a:spcAft>
              <a:buNone/>
            </a:pPr>
            <a:r>
              <a:rPr lang="en-US" sz="2400" b="0">
                <a:solidFill>
                  <a:srgbClr val="FFFFFF"/>
                </a:solidFill>
                <a:latin typeface="Amazon Ember"/>
              </a:rPr>
              <a:t xml:space="preserve"/>
            </a:r>
            <a:endParaRPr lang="en-US" sz="2400"/>
          </a:p>
        </p:txBody>
      </p:sp>
      <p:sp>
        <p:nvSpPr>
          <p:cNvPr id="210" name="Do not conflate"/>
          <p:cNvSpPr txBox="1"/>
          <p:nvPr/>
        </p:nvSpPr>
        <p:spPr>
          <a:xfrm>
            <a:off x="8293608" y="2011680"/>
            <a:ext cx="3163824" cy="777240"/>
          </a:xfrm>
          <a:prstGeom prst="rect">
            <a:avLst/>
          </a:prstGeom>
          <a:noFill/>
          <a:ln>
            <a:noFill/>
          </a:ln>
        </p:spPr>
        <p:txBody>
          <a:bodyPr wrap="square" lIns="0" rIns="0" tIns="0" bIns="0"/>
          <a:lstStyle/>
          <a:p>
            <a:pPr marL="0" marR="0" indent="0">
              <a:lnSpc>
                <a:spcPct val="110000"/>
              </a:lnSpc>
              <a:spcAft>
                <a:spcPts val="900"/>
              </a:spcAft>
              <a:buNone/>
            </a:pPr>
            <a:r>
              <a:rPr lang="en-US" sz="2500" b="1">
                <a:solidFill>
                  <a:srgbClr val="D6B6FF"/>
                </a:solidFill>
                <a:latin typeface="Amazon Ember"/>
              </a:rPr>
              <a:t xml:space="preserve">Verify separately</a:t>
            </a:r>
            <a:endParaRPr lang="en-US" sz="2500"/>
          </a:p>
        </p:txBody>
      </p:sp>
      <p:sp>
        <p:nvSpPr>
          <p:cNvPr id="211" name="A design possibility An evaluated service An enabled capability"/>
          <p:cNvSpPr txBox="1"/>
          <p:nvPr/>
        </p:nvSpPr>
        <p:spPr>
          <a:xfrm>
            <a:off x="8293608" y="2816352"/>
            <a:ext cx="3163824" cy="2624327"/>
          </a:xfrm>
          <a:prstGeom prst="rect">
            <a:avLst/>
          </a:prstGeom>
          <a:noFill/>
          <a:ln>
            <a:noFill/>
          </a:ln>
        </p:spPr>
        <p:txBody>
          <a:bodyPr wrap="square" lIns="0" rIns="0" tIns="0" bIns="0"/>
          <a:lstStyle/>
          <a:p>
            <a:pPr marL="0" marR="0" indent="0">
              <a:lnSpc>
                <a:spcPct val="110000"/>
              </a:lnSpc>
              <a:spcAft>
                <a:spcPts val="900"/>
              </a:spcAft>
              <a:buNone/>
            </a:pPr>
            <a:r>
              <a:rPr lang="en-US" sz="2200" b="0">
                <a:solidFill>
                  <a:srgbClr val="FFFFFF"/>
                </a:solidFill>
                <a:latin typeface="Amazon Ember"/>
              </a:rPr>
              <a:t xml:space="preserve">Service capability</a:t>
            </a:r>
            <a:endParaRPr lang="en-US" sz="2200"/>
          </a:p>
          <a:p>
            <a:pPr marL="0" marR="0" indent="0">
              <a:lnSpc>
                <a:spcPct val="110000"/>
              </a:lnSpc>
              <a:spcAft>
                <a:spcPts val="900"/>
              </a:spcAft>
              <a:buNone/>
            </a:pPr>
            <a:r>
              <a:rPr lang="en-US" sz="2200" b="0">
                <a:solidFill>
                  <a:srgbClr val="FFFFFF"/>
                </a:solidFill>
                <a:latin typeface="Amazon Ember"/>
              </a:rPr>
              <a:t xml:space="preserve">Integration design</a:t>
            </a:r>
            <a:endParaRPr lang="en-US" sz="2200"/>
          </a:p>
          <a:p>
            <a:pPr marL="0" marR="0" indent="0">
              <a:lnSpc>
                <a:spcPct val="110000"/>
              </a:lnSpc>
              <a:spcAft>
                <a:spcPts val="900"/>
              </a:spcAft>
              <a:buNone/>
            </a:pPr>
            <a:r>
              <a:rPr lang="en-US" sz="2200" b="0">
                <a:solidFill>
                  <a:srgbClr val="FFFFFF"/>
                </a:solidFill>
                <a:latin typeface="Amazon Ember"/>
              </a:rPr>
              <a:t xml:space="preserve">Deployed behavior</a:t>
            </a:r>
            <a:endParaRPr lang="en-US" sz="2200"/>
          </a:p>
        </p:txBody>
      </p:sp>
    </p:spTree>
    <p:extLst>
      <p:ext uri="{BB962C8B-B14F-4D97-AF65-F5344CB8AC3E}">
        <p14:creationId xmlns:p14="http://schemas.microsoft.com/office/powerpoint/2010/main" val="2344629993"/>
      </p:ext>
    </p:extLst>
  </p:cSld>
  <p:clrMapOvr>
    <a:masterClrMapping/>
  </p:clrMapOvr>
  <mc:AlternateContent xmlns:mc="http://schemas.openxmlformats.org/markup-compatibility/2006" xmlns:p14="http://schemas.microsoft.com/office/powerpoint/2010/main">
    <mc:Choice Requires="p14"/>
    <mc:Fallback xmlns=""/>
  </mc:AlternateContent>
</p:sld>
</file>

<file path=ppt/theme/theme1.xml><?xml version="1.0" encoding="utf-8"?>
<a:theme xmlns:a="http://schemas.openxmlformats.org/drawingml/2006/main" name="AWS Brand Event Template 2025 - Dark">
  <a:themeElements>
    <a:clrScheme name="Custom 1">
      <a:dk1>
        <a:srgbClr val="232F3E"/>
      </a:dk1>
      <a:lt1>
        <a:srgbClr val="FFFFFF"/>
      </a:lt1>
      <a:dk2>
        <a:srgbClr val="232F3E"/>
      </a:dk2>
      <a:lt2>
        <a:srgbClr val="E8E8E8"/>
      </a:lt2>
      <a:accent1>
        <a:srgbClr val="00D6C7"/>
      </a:accent1>
      <a:accent2>
        <a:srgbClr val="007DFF"/>
      </a:accent2>
      <a:accent3>
        <a:srgbClr val="E433FF"/>
      </a:accent3>
      <a:accent4>
        <a:srgbClr val="952EFF"/>
      </a:accent4>
      <a:accent5>
        <a:srgbClr val="AB0071"/>
      </a:accent5>
      <a:accent6>
        <a:srgbClr val="43004C"/>
      </a:accent6>
      <a:hlink>
        <a:srgbClr val="FFFFFF"/>
      </a:hlink>
      <a:folHlink>
        <a:srgbClr val="FFFFFF"/>
      </a:folHlink>
    </a:clrScheme>
    <a:fontScheme name="Office">
      <a:majorFont>
        <a:latin typeface="AmazonEmberDisplay_Bd.ttf"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mazonEmberDisplay_Rg.ttf"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vert="horz" wrap="square" lIns="91440" tIns="45720" rIns="91440" bIns="45720" rtlCol="0" anchor="ctr">
        <a:normAutofit/>
      </a:bodyPr>
      <a:lstStyle>
        <a:defPPr marL="0" marR="0" indent="0" algn="l" defTabSz="914400" rtl="0" eaLnBrk="1" fontAlgn="auto" latinLnBrk="0" hangingPunct="1">
          <a:lnSpc>
            <a:spcPct val="90000"/>
          </a:lnSpc>
          <a:spcBef>
            <a:spcPct val="0"/>
          </a:spcBef>
          <a:spcAft>
            <a:spcPts val="0"/>
          </a:spcAft>
          <a:buClrTx/>
          <a:buSzTx/>
          <a:buFontTx/>
          <a:buNone/>
          <a:tabLst/>
          <a:defRPr kumimoji="0" sz="2000" b="0" i="0" u="none" strike="noStrike" kern="1200" cap="none" spc="0" normalizeH="0" baseline="0" noProof="0" dirty="0" err="1" smtClean="0">
            <a:ln>
              <a:noFill/>
            </a:ln>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WS Brand Event Template - Dark">
  <a:themeElements>
    <a:clrScheme name="AWS Brand Event Template - Dark">
      <a:dk1>
        <a:srgbClr val="232F3E"/>
      </a:dk1>
      <a:lt1>
        <a:srgbClr val="FFFFFF"/>
      </a:lt1>
      <a:dk2>
        <a:srgbClr val="232F3E"/>
      </a:dk2>
      <a:lt2>
        <a:srgbClr val="E8E8E8"/>
      </a:lt2>
      <a:accent1>
        <a:srgbClr val="43004C"/>
      </a:accent1>
      <a:accent2>
        <a:srgbClr val="AB0071"/>
      </a:accent2>
      <a:accent3>
        <a:srgbClr val="952EFF"/>
      </a:accent3>
      <a:accent4>
        <a:srgbClr val="E433FF"/>
      </a:accent4>
      <a:accent5>
        <a:srgbClr val="007DFF"/>
      </a:accent5>
      <a:accent6>
        <a:srgbClr val="00D6C7"/>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AWS Brand Event Template - Dark">
  <a:themeElements>
    <a:clrScheme name="AWS Brand Event Template - Dark">
      <a:dk1>
        <a:srgbClr val="232F3E"/>
      </a:dk1>
      <a:lt1>
        <a:srgbClr val="FFFFFF"/>
      </a:lt1>
      <a:dk2>
        <a:srgbClr val="232F3E"/>
      </a:dk2>
      <a:lt2>
        <a:srgbClr val="E8E8E8"/>
      </a:lt2>
      <a:accent1>
        <a:srgbClr val="43004C"/>
      </a:accent1>
      <a:accent2>
        <a:srgbClr val="AB0071"/>
      </a:accent2>
      <a:accent3>
        <a:srgbClr val="952EFF"/>
      </a:accent3>
      <a:accent4>
        <a:srgbClr val="E433FF"/>
      </a:accent4>
      <a:accent5>
        <a:srgbClr val="007DFF"/>
      </a:accent5>
      <a:accent6>
        <a:srgbClr val="00D6C7"/>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AWS Brand Event Template - Dark">
  <a:themeElements>
    <a:clrScheme name="AWS Brand Event Template - Dark">
      <a:dk1>
        <a:srgbClr val="232F3E"/>
      </a:dk1>
      <a:lt1>
        <a:srgbClr val="FFFFFF"/>
      </a:lt1>
      <a:dk2>
        <a:srgbClr val="232F3E"/>
      </a:dk2>
      <a:lt2>
        <a:srgbClr val="E8E8E8"/>
      </a:lt2>
      <a:accent1>
        <a:srgbClr val="43004C"/>
      </a:accent1>
      <a:accent2>
        <a:srgbClr val="AB0071"/>
      </a:accent2>
      <a:accent3>
        <a:srgbClr val="952EFF"/>
      </a:accent3>
      <a:accent4>
        <a:srgbClr val="E433FF"/>
      </a:accent4>
      <a:accent5>
        <a:srgbClr val="007DFF"/>
      </a:accent5>
      <a:accent6>
        <a:srgbClr val="00D6C7"/>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WS_speaker_template_reInvent_2025 (1)" id="{A585233C-DB5D-214E-BB90-E7A4C5100ABC}" vid="{D0271539-16A3-C044-B9F8-6FFA3751CDB3}"/>
    </a:ext>
  </a:extLst>
</a:theme>
</file>

<file path=ppt/theme/theme5.xml><?xml version="1.0" encoding="utf-8"?>
<a:theme xmlns:a="http://schemas.openxmlformats.org/drawingml/2006/main" name="1_AWS Brand Event Template 2025 - Dark">
  <a:themeElements>
    <a:clrScheme name="Custom 1">
      <a:dk1>
        <a:srgbClr val="232F3E"/>
      </a:dk1>
      <a:lt1>
        <a:srgbClr val="FFFFFF"/>
      </a:lt1>
      <a:dk2>
        <a:srgbClr val="232F3E"/>
      </a:dk2>
      <a:lt2>
        <a:srgbClr val="E8E8E8"/>
      </a:lt2>
      <a:accent1>
        <a:srgbClr val="00D6C7"/>
      </a:accent1>
      <a:accent2>
        <a:srgbClr val="007DFF"/>
      </a:accent2>
      <a:accent3>
        <a:srgbClr val="E433FF"/>
      </a:accent3>
      <a:accent4>
        <a:srgbClr val="952EFF"/>
      </a:accent4>
      <a:accent5>
        <a:srgbClr val="AB0071"/>
      </a:accent5>
      <a:accent6>
        <a:srgbClr val="43004C"/>
      </a:accent6>
      <a:hlink>
        <a:srgbClr val="FFFFFF"/>
      </a:hlink>
      <a:folHlink>
        <a:srgbClr val="FFFFFF"/>
      </a:folHlink>
    </a:clrScheme>
    <a:fontScheme name="Office">
      <a:majorFont>
        <a:latin typeface="AmazonEmberDisplay_Bd.ttf"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mazonEmberDisplay_Rg.ttf"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vert="horz" wrap="square" lIns="91440" tIns="45720" rIns="91440" bIns="45720" rtlCol="0" anchor="ctr">
        <a:normAutofit/>
      </a:bodyPr>
      <a:lstStyle>
        <a:defPPr marL="0" marR="0" indent="0" algn="l" defTabSz="914400" rtl="0" eaLnBrk="1" fontAlgn="auto" latinLnBrk="0" hangingPunct="1">
          <a:lnSpc>
            <a:spcPct val="90000"/>
          </a:lnSpc>
          <a:spcBef>
            <a:spcPct val="0"/>
          </a:spcBef>
          <a:spcAft>
            <a:spcPts val="0"/>
          </a:spcAft>
          <a:buClrTx/>
          <a:buSzTx/>
          <a:buFontTx/>
          <a:buNone/>
          <a:tabLst/>
          <a:defRPr kumimoji="0" sz="2000" b="0" i="0" u="none" strike="noStrike" kern="1200" cap="none" spc="0" normalizeH="0" baseline="0" noProof="0" dirty="0" err="1" smtClean="0">
            <a:ln>
              <a:noFill/>
            </a:ln>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1_AWS re:Invent">
  <a:themeElements>
    <a:clrScheme name="2025 RIV">
      <a:dk1>
        <a:srgbClr val="232F3E"/>
      </a:dk1>
      <a:lt1>
        <a:srgbClr val="FFFFFF"/>
      </a:lt1>
      <a:dk2>
        <a:srgbClr val="232F3E"/>
      </a:dk2>
      <a:lt2>
        <a:srgbClr val="E8E8E8"/>
      </a:lt2>
      <a:accent1>
        <a:srgbClr val="43004C"/>
      </a:accent1>
      <a:accent2>
        <a:srgbClr val="AB0071"/>
      </a:accent2>
      <a:accent3>
        <a:srgbClr val="952EFF"/>
      </a:accent3>
      <a:accent4>
        <a:srgbClr val="E433FF"/>
      </a:accent4>
      <a:accent5>
        <a:srgbClr val="007DFF"/>
      </a:accent5>
      <a:accent6>
        <a:srgbClr val="00D6C7"/>
      </a:accent6>
      <a:hlink>
        <a:srgbClr val="FFFFFF"/>
      </a:hlink>
      <a:folHlink>
        <a:srgbClr val="FFFFFF"/>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custClrLst>
    <a:custClr name="Yellow-Orange">
      <a:srgbClr val="FF901E"/>
    </a:custClr>
    <a:custClr name="Bright Red">
      <a:srgbClr val="FF316E"/>
    </a:custClr>
    <a:custClr name="Plum">
      <a:srgbClr val="480046"/>
    </a:custClr>
    <a:custClr name="Blue">
      <a:srgbClr val="0019C8"/>
    </a:custClr>
    <a:custClr name="Sky Blue (hyperlink)">
      <a:srgbClr val="0061FF"/>
    </a:custClr>
  </a:custClrLst>
  <a:extLst>
    <a:ext uri="{05A4C25C-085E-4340-85A3-A5531E510DB2}">
      <thm15:themeFamily xmlns:thm15="http://schemas.microsoft.com/office/thememl/2012/main" name="Presentation8" id="{C1C046C8-FEEB-F544-8F0D-279D91C77DC6}" vid="{7507A532-FAD7-8D4B-8C53-D4B285E4155D}"/>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858525f-8556-4a49-8c5b-46c9ac02e9a8">
      <Terms xmlns="http://schemas.microsoft.com/office/infopath/2007/PartnerControls"/>
    </lcf76f155ced4ddcb4097134ff3c332f>
    <TaxCatchAll xmlns="c15da466-223d-4a9a-9a5d-eb2bee72a60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892946DCD6EF84A8AD3B83D0B57F8EB" ma:contentTypeVersion="17" ma:contentTypeDescription="Create a new document." ma:contentTypeScope="" ma:versionID="b42be05bc74378c37795d3f925fb4a01">
  <xsd:schema xmlns:xsd="http://www.w3.org/2001/XMLSchema" xmlns:xs="http://www.w3.org/2001/XMLSchema" xmlns:p="http://schemas.microsoft.com/office/2006/metadata/properties" xmlns:ns2="5858525f-8556-4a49-8c5b-46c9ac02e9a8" xmlns:ns3="c15da466-223d-4a9a-9a5d-eb2bee72a60a" targetNamespace="http://schemas.microsoft.com/office/2006/metadata/properties" ma:root="true" ma:fieldsID="6370dd56b8fb32e5b01a7594ec1f1abe" ns2:_="" ns3:_="">
    <xsd:import namespace="5858525f-8556-4a49-8c5b-46c9ac02e9a8"/>
    <xsd:import namespace="c15da466-223d-4a9a-9a5d-eb2bee72a60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58525f-8556-4a49-8c5b-46c9ac02e9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5f7a6da-46ba-41bd-8ba0-cc4b0a852eb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15da466-223d-4a9a-9a5d-eb2bee72a60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571200c-446a-409a-b41b-83406df47733}" ma:internalName="TaxCatchAll" ma:showField="CatchAllData" ma:web="c15da466-223d-4a9a-9a5d-eb2bee72a6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7F2428-6C02-4D32-B14D-EBC3389A58AD}">
  <ds:schemaRefs>
    <ds:schemaRef ds:uri="http://schemas.microsoft.com/sharepoint/v3/contenttype/forms"/>
  </ds:schemaRefs>
</ds:datastoreItem>
</file>

<file path=customXml/itemProps2.xml><?xml version="1.0" encoding="utf-8"?>
<ds:datastoreItem xmlns:ds="http://schemas.openxmlformats.org/officeDocument/2006/customXml" ds:itemID="{5B8EE619-C8F3-4123-BB4D-06897928292C}">
  <ds:schemaRefs>
    <ds:schemaRef ds:uri="5858525f-8556-4a49-8c5b-46c9ac02e9a8"/>
    <ds:schemaRef ds:uri="c15da466-223d-4a9a-9a5d-eb2bee72a6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79A09CB-99D1-4CE1-93AE-964D83FB2A11}">
  <ds:schemaRefs>
    <ds:schemaRef ds:uri="5858525f-8556-4a49-8c5b-46c9ac02e9a8"/>
    <ds:schemaRef ds:uri="c15da466-223d-4a9a-9a5d-eb2bee72a6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13960</TotalTime>
  <Words>7023</Words>
  <Application>Microsoft Macintosh PowerPoint</Application>
  <PresentationFormat>Widescreen</PresentationFormat>
  <Paragraphs>1001</Paragraphs>
  <Slides>45</Slides>
  <Notes>36</Notes>
  <HiddenSlides>9</HiddenSlides>
  <MMClips>0</MMClips>
  <ScaleCrop>false</ScaleCrop>
  <HeadingPairs>
    <vt:vector size="6" baseType="variant">
      <vt:variant>
        <vt:lpstr>Fonts Used</vt:lpstr>
      </vt:variant>
      <vt:variant>
        <vt:i4>13</vt:i4>
      </vt:variant>
      <vt:variant>
        <vt:lpstr>Theme</vt:lpstr>
      </vt:variant>
      <vt:variant>
        <vt:i4>6</vt:i4>
      </vt:variant>
      <vt:variant>
        <vt:lpstr>Slide Titles</vt:lpstr>
      </vt:variant>
      <vt:variant>
        <vt:i4>45</vt:i4>
      </vt:variant>
    </vt:vector>
  </HeadingPairs>
  <TitlesOfParts>
    <vt:vector size="64" baseType="lpstr">
      <vt:lpstr>Amazon Ember</vt:lpstr>
      <vt:lpstr>Amazon Ember Display</vt:lpstr>
      <vt:lpstr>Amazon Ember Display Light</vt:lpstr>
      <vt:lpstr>Amazon Ember Light</vt:lpstr>
      <vt:lpstr>Amazon Ember Mono</vt:lpstr>
      <vt:lpstr>Amazon Ember Thin</vt:lpstr>
      <vt:lpstr>AmazonEmberDisplay_Rg.ttf</vt:lpstr>
      <vt:lpstr>Aptos</vt:lpstr>
      <vt:lpstr>Arial</vt:lpstr>
      <vt:lpstr>Calibri</vt:lpstr>
      <vt:lpstr>Courier New</vt:lpstr>
      <vt:lpstr>Lucida Console</vt:lpstr>
      <vt:lpstr>Wingdings</vt:lpstr>
      <vt:lpstr>AWS Brand Event Template 2025 - Dark</vt:lpstr>
      <vt:lpstr>AWS Brand Event Template - Dark</vt:lpstr>
      <vt:lpstr>1_AWS Brand Event Template - Dark</vt:lpstr>
      <vt:lpstr>2_AWS Brand Event Template - Dark</vt:lpstr>
      <vt:lpstr>1_AWS Brand Event Template 2025 - Dark</vt:lpstr>
      <vt:lpstr>1_AWS re:Invent</vt:lpstr>
      <vt:lpstr>Build agentic workflows with Aurora and MCP </vt:lpstr>
      <vt:lpstr>PowerPoint Presentation</vt:lpstr>
      <vt:lpstr>PowerPoint Presentation</vt:lpstr>
      <vt:lpstr>PowerPoint Presentation</vt:lpstr>
      <vt:lpstr>Phase 1: SQL</vt:lpstr>
      <vt:lpstr>PowerPoint Presentation</vt:lpstr>
      <vt:lpstr>PowerPoint Presentation</vt:lpstr>
      <vt:lpstr>Building your first agent</vt:lpstr>
      <vt:lpstr>PowerPoint Presentation</vt:lpstr>
      <vt:lpstr>PowerPoint Presentation</vt:lpstr>
      <vt:lpstr>Phase 2: MCP</vt:lpstr>
      <vt:lpstr>PowerPoint Presentation</vt:lpstr>
      <vt:lpstr>PowerPoint Presentation</vt:lpstr>
      <vt:lpstr>PowerPoint Presentation</vt:lpstr>
      <vt:lpstr>PowerPoint Presentation</vt:lpstr>
      <vt:lpstr>Aurora MCP Server</vt:lpstr>
      <vt:lpstr>PowerPoint Presentation</vt:lpstr>
      <vt:lpstr>PowerPoint Presentation</vt:lpstr>
      <vt:lpstr>PowerPoint Presentation</vt:lpstr>
      <vt:lpstr>PowerPoint Presentation</vt:lpstr>
      <vt:lpstr>Phase 3: Retrieval</vt:lpstr>
      <vt:lpstr>PowerPoint Presentation</vt:lpstr>
      <vt:lpstr>PowerPoint Presentation</vt:lpstr>
      <vt:lpstr>PowerPoint Presentation</vt:lpstr>
      <vt:lpstr>PowerPoint Presentation</vt:lpstr>
      <vt:lpstr>Phase 4: Memory + Production</vt:lpstr>
      <vt:lpstr>PowerPoint Presentation</vt:lpstr>
      <vt:lpstr>PowerPoint Presentation</vt:lpstr>
      <vt:lpstr>Tiered memory – AgentCore session + Aurora durable</vt:lpstr>
      <vt:lpstr>PowerPoint Presentation</vt:lpstr>
      <vt:lpstr>Phase 5: Orchestration</vt:lpstr>
      <vt:lpstr>PowerPoint Presentation</vt:lpstr>
      <vt:lpstr>PowerPoint Presentation</vt:lpstr>
      <vt:lpstr>Meridian’s Journey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Brand Event PPT Template_v1</dc:title>
  <dc:creator>Thad Allen</dc:creator>
  <cp:lastModifiedBy>Samant, Aditya</cp:lastModifiedBy>
  <cp:revision>200</cp:revision>
  <dcterms:created xsi:type="dcterms:W3CDTF">2023-07-18T17:07:11Z</dcterms:created>
  <dcterms:modified xsi:type="dcterms:W3CDTF">2026-06-01T12:59:22Z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0x0101002892946DCD6EF84A8AD3B83D0B57F8EB</vt:lpwstr>
  </property>
  <property fmtid="{D5CDD505-2E9C-101B-9397-08002B2CF9AE}" pid="3" name="MediaServiceImageTags">
    <vt:lpwstr/>
  </property>
  <property fmtid="{D5CDD505-2E9C-101B-9397-08002B2CF9AE}" pid="4" name="MSIP_Label_929eed6f-34eb-4453-9f97-09510b9b219f_Enabled">
    <vt:lpwstr>true</vt:lpwstr>
  </property>
  <property fmtid="{D5CDD505-2E9C-101B-9397-08002B2CF9AE}" pid="5" name="MSIP_Label_929eed6f-34eb-4453-9f97-09510b9b219f_SetDate">
    <vt:lpwstr>2025-07-07T18:51:03Z</vt:lpwstr>
  </property>
  <property fmtid="{D5CDD505-2E9C-101B-9397-08002B2CF9AE}" pid="6" name="MSIP_Label_929eed6f-34eb-4453-9f97-09510b9b219f_Method">
    <vt:lpwstr>Standard</vt:lpwstr>
  </property>
  <property fmtid="{D5CDD505-2E9C-101B-9397-08002B2CF9AE}" pid="7" name="MSIP_Label_929eed6f-34eb-4453-9f97-09510b9b219f_Name">
    <vt:lpwstr>Amazon Pending_Classification</vt:lpwstr>
  </property>
  <property fmtid="{D5CDD505-2E9C-101B-9397-08002B2CF9AE}" pid="8" name="MSIP_Label_929eed6f-34eb-4453-9f97-09510b9b219f_SiteId">
    <vt:lpwstr>5280104a-472d-4538-9ccf-1e1d0efe8b1b</vt:lpwstr>
  </property>
  <property fmtid="{D5CDD505-2E9C-101B-9397-08002B2CF9AE}" pid="9" name="MSIP_Label_929eed6f-34eb-4453-9f97-09510b9b219f_ActionId">
    <vt:lpwstr>9d61fb07-e320-4112-b61f-af76a6dbd919</vt:lpwstr>
  </property>
  <property fmtid="{D5CDD505-2E9C-101B-9397-08002B2CF9AE}" pid="10" name="MSIP_Label_929eed6f-34eb-4453-9f97-09510b9b219f_ContentBits">
    <vt:lpwstr>0</vt:lpwstr>
  </property>
  <property fmtid="{D5CDD505-2E9C-101B-9397-08002B2CF9AE}" pid="11" name="MSIP_Label_929eed6f-34eb-4453-9f97-09510b9b219f_Tag">
    <vt:lpwstr>50, 3, 0, 1</vt:lpwstr>
  </property>
</Properties>
</file>